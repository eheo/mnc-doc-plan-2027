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713" r:id="rId2"/>
    <p:sldId id="1716" r:id="rId3"/>
    <p:sldId id="1709" r:id="rId4"/>
    <p:sldId id="1710" r:id="rId5"/>
    <p:sldId id="1711" r:id="rId6"/>
    <p:sldId id="1695" r:id="rId7"/>
    <p:sldId id="1661" r:id="rId8"/>
    <p:sldId id="1715" r:id="rId9"/>
    <p:sldId id="1698" r:id="rId10"/>
    <p:sldId id="1699" r:id="rId11"/>
    <p:sldId id="1701" r:id="rId12"/>
    <p:sldId id="1703" r:id="rId13"/>
    <p:sldId id="1705" r:id="rId14"/>
  </p:sldIdLst>
  <p:sldSz cx="17068800" cy="9601200"/>
  <p:notesSz cx="6858000" cy="9144000"/>
  <p:custDataLst>
    <p:tags r:id="rId17"/>
  </p:custDataLst>
  <p:defaultTextStyle>
    <a:defPPr>
      <a:defRPr lang="zh-CN"/>
    </a:defPPr>
    <a:lvl1pPr marL="0" lvl="0" indent="0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36575" lvl="1" indent="-793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075055" lvl="2" indent="-16065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12900" lvl="3" indent="-241300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149475" lvl="4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320675" algn="l" defTabSz="1075055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1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BE9"/>
    <a:srgbClr val="0070C0"/>
    <a:srgbClr val="214DA5"/>
    <a:srgbClr val="9B3D28"/>
    <a:srgbClr val="FB8E7C"/>
    <a:srgbClr val="F384F2"/>
    <a:srgbClr val="05439A"/>
    <a:srgbClr val="D2BC69"/>
    <a:srgbClr val="FFA402"/>
    <a:srgbClr val="4CC1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66C0A-8CE3-4D90-BA3F-BFEA04ECA4BA}" v="2" dt="2026-04-25T08:42:09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8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재홍" userId="dd14a72c-bfb9-4b91-8d21-07474b2ff6f5" providerId="ADAL" clId="{02B88EE5-7F74-47B5-9EDC-8BC54C8E5419}"/>
    <pc:docChg chg="custSel addSld delSld modSld">
      <pc:chgData name="임재홍" userId="dd14a72c-bfb9-4b91-8d21-07474b2ff6f5" providerId="ADAL" clId="{02B88EE5-7F74-47B5-9EDC-8BC54C8E5419}" dt="2026-04-25T08:55:10.268" v="290"/>
      <pc:docMkLst>
        <pc:docMk/>
      </pc:docMkLst>
      <pc:sldChg chg="del">
        <pc:chgData name="임재홍" userId="dd14a72c-bfb9-4b91-8d21-07474b2ff6f5" providerId="ADAL" clId="{02B88EE5-7F74-47B5-9EDC-8BC54C8E5419}" dt="2026-04-25T03:35:46.553" v="1"/>
        <pc:sldMkLst>
          <pc:docMk/>
          <pc:sldMk cId="0" sldId="666"/>
        </pc:sldMkLst>
      </pc:sldChg>
      <pc:sldChg chg="del">
        <pc:chgData name="임재홍" userId="dd14a72c-bfb9-4b91-8d21-07474b2ff6f5" providerId="ADAL" clId="{02B88EE5-7F74-47B5-9EDC-8BC54C8E5419}" dt="2026-04-25T03:40:10.936" v="37"/>
        <pc:sldMkLst>
          <pc:docMk/>
          <pc:sldMk cId="0" sldId="1466"/>
        </pc:sldMkLst>
      </pc:sldChg>
      <pc:sldChg chg="del">
        <pc:chgData name="임재홍" userId="dd14a72c-bfb9-4b91-8d21-07474b2ff6f5" providerId="ADAL" clId="{02B88EE5-7F74-47B5-9EDC-8BC54C8E5419}" dt="2026-04-25T03:36:08.508" v="6"/>
        <pc:sldMkLst>
          <pc:docMk/>
          <pc:sldMk cId="0" sldId="1553"/>
        </pc:sldMkLst>
      </pc:sldChg>
      <pc:sldChg chg="del">
        <pc:chgData name="임재홍" userId="dd14a72c-bfb9-4b91-8d21-07474b2ff6f5" providerId="ADAL" clId="{02B88EE5-7F74-47B5-9EDC-8BC54C8E5419}" dt="2026-04-25T03:39:49.732" v="33"/>
        <pc:sldMkLst>
          <pc:docMk/>
          <pc:sldMk cId="0" sldId="1556"/>
        </pc:sldMkLst>
      </pc:sldChg>
      <pc:sldChg chg="del">
        <pc:chgData name="임재홍" userId="dd14a72c-bfb9-4b91-8d21-07474b2ff6f5" providerId="ADAL" clId="{02B88EE5-7F74-47B5-9EDC-8BC54C8E5419}" dt="2026-04-25T03:37:00.847" v="15"/>
        <pc:sldMkLst>
          <pc:docMk/>
          <pc:sldMk cId="0" sldId="1600"/>
        </pc:sldMkLst>
      </pc:sldChg>
      <pc:sldChg chg="del">
        <pc:chgData name="임재홍" userId="dd14a72c-bfb9-4b91-8d21-07474b2ff6f5" providerId="ADAL" clId="{02B88EE5-7F74-47B5-9EDC-8BC54C8E5419}" dt="2026-04-25T03:38:17.079" v="25"/>
        <pc:sldMkLst>
          <pc:docMk/>
          <pc:sldMk cId="0" sldId="1601"/>
        </pc:sldMkLst>
      </pc:sldChg>
      <pc:sldChg chg="del">
        <pc:chgData name="임재홍" userId="dd14a72c-bfb9-4b91-8d21-07474b2ff6f5" providerId="ADAL" clId="{02B88EE5-7F74-47B5-9EDC-8BC54C8E5419}" dt="2026-04-25T03:39:13.168" v="29"/>
        <pc:sldMkLst>
          <pc:docMk/>
          <pc:sldMk cId="0" sldId="1602"/>
        </pc:sldMkLst>
      </pc:sldChg>
      <pc:sldChg chg="del">
        <pc:chgData name="임재홍" userId="dd14a72c-bfb9-4b91-8d21-07474b2ff6f5" providerId="ADAL" clId="{02B88EE5-7F74-47B5-9EDC-8BC54C8E5419}" dt="2026-04-25T03:40:34.662" v="41"/>
        <pc:sldMkLst>
          <pc:docMk/>
          <pc:sldMk cId="0" sldId="1614"/>
        </pc:sldMkLst>
      </pc:sldChg>
      <pc:sldChg chg="del">
        <pc:chgData name="임재홍" userId="dd14a72c-bfb9-4b91-8d21-07474b2ff6f5" providerId="ADAL" clId="{02B88EE5-7F74-47B5-9EDC-8BC54C8E5419}" dt="2026-04-25T03:45:17.044" v="103"/>
        <pc:sldMkLst>
          <pc:docMk/>
          <pc:sldMk cId="0" sldId="1637"/>
        </pc:sldMkLst>
      </pc:sldChg>
      <pc:sldChg chg="del">
        <pc:chgData name="임재홍" userId="dd14a72c-bfb9-4b91-8d21-07474b2ff6f5" providerId="ADAL" clId="{02B88EE5-7F74-47B5-9EDC-8BC54C8E5419}" dt="2026-04-25T03:45:32.783" v="107"/>
        <pc:sldMkLst>
          <pc:docMk/>
          <pc:sldMk cId="0" sldId="1638"/>
        </pc:sldMkLst>
      </pc:sldChg>
      <pc:sldChg chg="del">
        <pc:chgData name="임재홍" userId="dd14a72c-bfb9-4b91-8d21-07474b2ff6f5" providerId="ADAL" clId="{02B88EE5-7F74-47B5-9EDC-8BC54C8E5419}" dt="2026-04-25T03:46:05.924" v="113"/>
        <pc:sldMkLst>
          <pc:docMk/>
          <pc:sldMk cId="0" sldId="1639"/>
        </pc:sldMkLst>
      </pc:sldChg>
      <pc:sldChg chg="del">
        <pc:chgData name="임재홍" userId="dd14a72c-bfb9-4b91-8d21-07474b2ff6f5" providerId="ADAL" clId="{02B88EE5-7F74-47B5-9EDC-8BC54C8E5419}" dt="2026-04-25T03:44:48.479" v="97"/>
        <pc:sldMkLst>
          <pc:docMk/>
          <pc:sldMk cId="0" sldId="1641"/>
        </pc:sldMkLst>
      </pc:sldChg>
      <pc:sldChg chg="del">
        <pc:chgData name="임재홍" userId="dd14a72c-bfb9-4b91-8d21-07474b2ff6f5" providerId="ADAL" clId="{02B88EE5-7F74-47B5-9EDC-8BC54C8E5419}" dt="2026-04-25T03:46:32.523" v="117"/>
        <pc:sldMkLst>
          <pc:docMk/>
          <pc:sldMk cId="0" sldId="1642"/>
        </pc:sldMkLst>
      </pc:sldChg>
      <pc:sldChg chg="modSp add del mod">
        <pc:chgData name="임재홍" userId="dd14a72c-bfb9-4b91-8d21-07474b2ff6f5" providerId="ADAL" clId="{02B88EE5-7F74-47B5-9EDC-8BC54C8E5419}" dt="2026-04-25T03:36:03.021" v="4"/>
        <pc:sldMkLst>
          <pc:docMk/>
          <pc:sldMk cId="891288516" sldId="1643"/>
        </pc:sldMkLst>
        <pc:spChg chg="mod">
          <ac:chgData name="임재홍" userId="dd14a72c-bfb9-4b91-8d21-07474b2ff6f5" providerId="ADAL" clId="{02B88EE5-7F74-47B5-9EDC-8BC54C8E5419}" dt="2026-04-25T03:35:46.788" v="2"/>
          <ac:spMkLst>
            <pc:docMk/>
            <pc:sldMk cId="891288516" sldId="1643"/>
            <ac:spMk id="3" creationId="{00000000-0000-0000-0000-000000000000}"/>
          </ac:spMkLst>
        </pc:spChg>
      </pc:sldChg>
      <pc:sldChg chg="add del">
        <pc:chgData name="임재홍" userId="dd14a72c-bfb9-4b91-8d21-07474b2ff6f5" providerId="ADAL" clId="{02B88EE5-7F74-47B5-9EDC-8BC54C8E5419}" dt="2026-04-25T08:47:03.586" v="140"/>
        <pc:sldMkLst>
          <pc:docMk/>
          <pc:sldMk cId="947408230" sldId="1644"/>
        </pc:sldMkLst>
      </pc:sldChg>
      <pc:sldChg chg="modSp add del mod">
        <pc:chgData name="임재홍" userId="dd14a72c-bfb9-4b91-8d21-07474b2ff6f5" providerId="ADAL" clId="{02B88EE5-7F74-47B5-9EDC-8BC54C8E5419}" dt="2026-04-25T03:36:22.897" v="9"/>
        <pc:sldMkLst>
          <pc:docMk/>
          <pc:sldMk cId="2139511523" sldId="1645"/>
        </pc:sldMkLst>
        <pc:spChg chg="mod">
          <ac:chgData name="임재홍" userId="dd14a72c-bfb9-4b91-8d21-07474b2ff6f5" providerId="ADAL" clId="{02B88EE5-7F74-47B5-9EDC-8BC54C8E5419}" dt="2026-04-25T03:36:08.528" v="7"/>
          <ac:spMkLst>
            <pc:docMk/>
            <pc:sldMk cId="2139511523" sldId="1645"/>
            <ac:spMk id="3" creationId="{00000000-0000-0000-0000-000000000000}"/>
          </ac:spMkLst>
        </pc:spChg>
      </pc:sldChg>
      <pc:sldChg chg="add del">
        <pc:chgData name="임재홍" userId="dd14a72c-bfb9-4b91-8d21-07474b2ff6f5" providerId="ADAL" clId="{02B88EE5-7F74-47B5-9EDC-8BC54C8E5419}" dt="2026-04-25T03:36:38.890" v="11"/>
        <pc:sldMkLst>
          <pc:docMk/>
          <pc:sldMk cId="2116765123" sldId="1646"/>
        </pc:sldMkLst>
      </pc:sldChg>
      <pc:sldChg chg="add del">
        <pc:chgData name="임재홍" userId="dd14a72c-bfb9-4b91-8d21-07474b2ff6f5" providerId="ADAL" clId="{02B88EE5-7F74-47B5-9EDC-8BC54C8E5419}" dt="2026-04-25T03:36:48.641" v="13"/>
        <pc:sldMkLst>
          <pc:docMk/>
          <pc:sldMk cId="740300120" sldId="1647"/>
        </pc:sldMkLst>
      </pc:sldChg>
      <pc:sldChg chg="add">
        <pc:chgData name="임재홍" userId="dd14a72c-bfb9-4b91-8d21-07474b2ff6f5" providerId="ADAL" clId="{02B88EE5-7F74-47B5-9EDC-8BC54C8E5419}" dt="2026-04-25T03:36:48.635" v="12"/>
        <pc:sldMkLst>
          <pc:docMk/>
          <pc:sldMk cId="1198253906" sldId="1648"/>
        </pc:sldMkLst>
      </pc:sldChg>
      <pc:sldChg chg="add del">
        <pc:chgData name="임재홍" userId="dd14a72c-bfb9-4b91-8d21-07474b2ff6f5" providerId="ADAL" clId="{02B88EE5-7F74-47B5-9EDC-8BC54C8E5419}" dt="2026-04-25T03:37:29.867" v="17"/>
        <pc:sldMkLst>
          <pc:docMk/>
          <pc:sldMk cId="3995605078" sldId="1649"/>
        </pc:sldMkLst>
      </pc:sldChg>
      <pc:sldChg chg="add del">
        <pc:chgData name="임재홍" userId="dd14a72c-bfb9-4b91-8d21-07474b2ff6f5" providerId="ADAL" clId="{02B88EE5-7F74-47B5-9EDC-8BC54C8E5419}" dt="2026-04-25T03:37:40.887" v="19"/>
        <pc:sldMkLst>
          <pc:docMk/>
          <pc:sldMk cId="1533796878" sldId="1650"/>
        </pc:sldMkLst>
      </pc:sldChg>
      <pc:sldChg chg="add del">
        <pc:chgData name="임재홍" userId="dd14a72c-bfb9-4b91-8d21-07474b2ff6f5" providerId="ADAL" clId="{02B88EE5-7F74-47B5-9EDC-8BC54C8E5419}" dt="2026-04-25T03:37:52.556" v="21"/>
        <pc:sldMkLst>
          <pc:docMk/>
          <pc:sldMk cId="2671973663" sldId="1651"/>
        </pc:sldMkLst>
      </pc:sldChg>
      <pc:sldChg chg="add del">
        <pc:chgData name="임재홍" userId="dd14a72c-bfb9-4b91-8d21-07474b2ff6f5" providerId="ADAL" clId="{02B88EE5-7F74-47B5-9EDC-8BC54C8E5419}" dt="2026-04-25T03:37:59.709" v="23"/>
        <pc:sldMkLst>
          <pc:docMk/>
          <pc:sldMk cId="2809710065" sldId="1652"/>
        </pc:sldMkLst>
      </pc:sldChg>
      <pc:sldChg chg="add del">
        <pc:chgData name="임재홍" userId="dd14a72c-bfb9-4b91-8d21-07474b2ff6f5" providerId="ADAL" clId="{02B88EE5-7F74-47B5-9EDC-8BC54C8E5419}" dt="2026-04-25T08:45:29.803" v="132"/>
        <pc:sldMkLst>
          <pc:docMk/>
          <pc:sldMk cId="2893667040" sldId="1653"/>
        </pc:sldMkLst>
      </pc:sldChg>
      <pc:sldChg chg="add del">
        <pc:chgData name="임재홍" userId="dd14a72c-bfb9-4b91-8d21-07474b2ff6f5" providerId="ADAL" clId="{02B88EE5-7F74-47B5-9EDC-8BC54C8E5419}" dt="2026-04-25T03:38:44.261" v="27"/>
        <pc:sldMkLst>
          <pc:docMk/>
          <pc:sldMk cId="1352723205" sldId="1654"/>
        </pc:sldMkLst>
      </pc:sldChg>
      <pc:sldChg chg="add del">
        <pc:chgData name="임재홍" userId="dd14a72c-bfb9-4b91-8d21-07474b2ff6f5" providerId="ADAL" clId="{02B88EE5-7F74-47B5-9EDC-8BC54C8E5419}" dt="2026-04-25T08:45:50.100" v="134"/>
        <pc:sldMkLst>
          <pc:docMk/>
          <pc:sldMk cId="811291226" sldId="1655"/>
        </pc:sldMkLst>
      </pc:sldChg>
      <pc:sldChg chg="add del">
        <pc:chgData name="임재홍" userId="dd14a72c-bfb9-4b91-8d21-07474b2ff6f5" providerId="ADAL" clId="{02B88EE5-7F74-47B5-9EDC-8BC54C8E5419}" dt="2026-04-25T03:39:38.886" v="31"/>
        <pc:sldMkLst>
          <pc:docMk/>
          <pc:sldMk cId="2912313564" sldId="1656"/>
        </pc:sldMkLst>
      </pc:sldChg>
      <pc:sldChg chg="add del">
        <pc:chgData name="임재홍" userId="dd14a72c-bfb9-4b91-8d21-07474b2ff6f5" providerId="ADAL" clId="{02B88EE5-7F74-47B5-9EDC-8BC54C8E5419}" dt="2026-04-25T08:46:10.203" v="136"/>
        <pc:sldMkLst>
          <pc:docMk/>
          <pc:sldMk cId="2130044369" sldId="1657"/>
        </pc:sldMkLst>
      </pc:sldChg>
      <pc:sldChg chg="add del">
        <pc:chgData name="임재홍" userId="dd14a72c-bfb9-4b91-8d21-07474b2ff6f5" providerId="ADAL" clId="{02B88EE5-7F74-47B5-9EDC-8BC54C8E5419}" dt="2026-04-25T03:40:01.790" v="35"/>
        <pc:sldMkLst>
          <pc:docMk/>
          <pc:sldMk cId="2593385163" sldId="1658"/>
        </pc:sldMkLst>
      </pc:sldChg>
      <pc:sldChg chg="add del">
        <pc:chgData name="임재홍" userId="dd14a72c-bfb9-4b91-8d21-07474b2ff6f5" providerId="ADAL" clId="{02B88EE5-7F74-47B5-9EDC-8BC54C8E5419}" dt="2026-04-25T08:46:45.756" v="138"/>
        <pc:sldMkLst>
          <pc:docMk/>
          <pc:sldMk cId="263945401" sldId="1659"/>
        </pc:sldMkLst>
      </pc:sldChg>
      <pc:sldChg chg="add del">
        <pc:chgData name="임재홍" userId="dd14a72c-bfb9-4b91-8d21-07474b2ff6f5" providerId="ADAL" clId="{02B88EE5-7F74-47B5-9EDC-8BC54C8E5419}" dt="2026-04-25T03:40:22.881" v="39"/>
        <pc:sldMkLst>
          <pc:docMk/>
          <pc:sldMk cId="486351688" sldId="1660"/>
        </pc:sldMkLst>
      </pc:sldChg>
      <pc:sldChg chg="addSp delSp modSp add mod">
        <pc:chgData name="임재홍" userId="dd14a72c-bfb9-4b91-8d21-07474b2ff6f5" providerId="ADAL" clId="{02B88EE5-7F74-47B5-9EDC-8BC54C8E5419}" dt="2026-04-25T08:55:10.268" v="290"/>
        <pc:sldMkLst>
          <pc:docMk/>
          <pc:sldMk cId="2335638726" sldId="1661"/>
        </pc:sldMkLst>
        <pc:spChg chg="mod">
          <ac:chgData name="임재홍" userId="dd14a72c-bfb9-4b91-8d21-07474b2ff6f5" providerId="ADAL" clId="{02B88EE5-7F74-47B5-9EDC-8BC54C8E5419}" dt="2026-04-25T08:54:55.583" v="284"/>
          <ac:spMkLst>
            <pc:docMk/>
            <pc:sldMk cId="2335638726" sldId="1661"/>
            <ac:spMk id="1012" creationId="{00000000-0000-0000-0000-000000000000}"/>
          </ac:spMkLst>
        </pc:spChg>
        <pc:graphicFrameChg chg="add mod modGraphic">
          <ac:chgData name="임재홍" userId="dd14a72c-bfb9-4b91-8d21-07474b2ff6f5" providerId="ADAL" clId="{02B88EE5-7F74-47B5-9EDC-8BC54C8E5419}" dt="2026-04-25T08:55:10.268" v="290"/>
          <ac:graphicFrameMkLst>
            <pc:docMk/>
            <pc:sldMk cId="2335638726" sldId="1661"/>
            <ac:graphicFrameMk id="4" creationId="{D6A38DAD-6116-4FF2-8C07-929D2D52332C}"/>
          </ac:graphicFrameMkLst>
        </pc:graphicFrameChg>
        <pc:picChg chg="del mod">
          <ac:chgData name="임재홍" userId="dd14a72c-bfb9-4b91-8d21-07474b2ff6f5" providerId="ADAL" clId="{02B88EE5-7F74-47B5-9EDC-8BC54C8E5419}" dt="2026-04-25T08:54:01.625" v="165"/>
          <ac:picMkLst>
            <pc:docMk/>
            <pc:sldMk cId="2335638726" sldId="1661"/>
            <ac:picMk id="3" creationId="{47C5BD03-7DA3-4114-A7B3-2DE7846BBA7D}"/>
          </ac:picMkLst>
        </pc:picChg>
      </pc:sldChg>
      <pc:sldChg chg="add del">
        <pc:chgData name="임재홍" userId="dd14a72c-bfb9-4b91-8d21-07474b2ff6f5" providerId="ADAL" clId="{02B88EE5-7F74-47B5-9EDC-8BC54C8E5419}" dt="2026-04-25T03:40:38.733" v="43"/>
        <pc:sldMkLst>
          <pc:docMk/>
          <pc:sldMk cId="1032994323" sldId="1662"/>
        </pc:sldMkLst>
      </pc:sldChg>
      <pc:sldChg chg="modSp add del mod">
        <pc:chgData name="임재홍" userId="dd14a72c-bfb9-4b91-8d21-07474b2ff6f5" providerId="ADAL" clId="{02B88EE5-7F74-47B5-9EDC-8BC54C8E5419}" dt="2026-04-25T03:40:43.117" v="47"/>
        <pc:sldMkLst>
          <pc:docMk/>
          <pc:sldMk cId="4243271702" sldId="1663"/>
        </pc:sldMkLst>
        <pc:spChg chg="mod">
          <ac:chgData name="임재홍" userId="dd14a72c-bfb9-4b91-8d21-07474b2ff6f5" providerId="ADAL" clId="{02B88EE5-7F74-47B5-9EDC-8BC54C8E5419}" dt="2026-04-25T03:40:38.748" v="45"/>
          <ac:spMkLst>
            <pc:docMk/>
            <pc:sldMk cId="4243271702" sldId="1663"/>
            <ac:spMk id="26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0:47.138" v="51"/>
        <pc:sldMkLst>
          <pc:docMk/>
          <pc:sldMk cId="3036861507" sldId="1664"/>
        </pc:sldMkLst>
        <pc:spChg chg="mod">
          <ac:chgData name="임재홍" userId="dd14a72c-bfb9-4b91-8d21-07474b2ff6f5" providerId="ADAL" clId="{02B88EE5-7F74-47B5-9EDC-8BC54C8E5419}" dt="2026-04-25T03:40:43.132" v="49"/>
          <ac:spMkLst>
            <pc:docMk/>
            <pc:sldMk cId="3036861507" sldId="1664"/>
            <ac:spMk id="27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0:50.891" v="55"/>
        <pc:sldMkLst>
          <pc:docMk/>
          <pc:sldMk cId="1967816446" sldId="1665"/>
        </pc:sldMkLst>
        <pc:spChg chg="mod">
          <ac:chgData name="임재홍" userId="dd14a72c-bfb9-4b91-8d21-07474b2ff6f5" providerId="ADAL" clId="{02B88EE5-7F74-47B5-9EDC-8BC54C8E5419}" dt="2026-04-25T03:40:47.172" v="53"/>
          <ac:spMkLst>
            <pc:docMk/>
            <pc:sldMk cId="1967816446" sldId="1665"/>
            <ac:spMk id="28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0:55.123" v="59"/>
        <pc:sldMkLst>
          <pc:docMk/>
          <pc:sldMk cId="402653825" sldId="1666"/>
        </pc:sldMkLst>
        <pc:spChg chg="mod">
          <ac:chgData name="임재홍" userId="dd14a72c-bfb9-4b91-8d21-07474b2ff6f5" providerId="ADAL" clId="{02B88EE5-7F74-47B5-9EDC-8BC54C8E5419}" dt="2026-04-25T03:40:50.904" v="57"/>
          <ac:spMkLst>
            <pc:docMk/>
            <pc:sldMk cId="402653825" sldId="1666"/>
            <ac:spMk id="29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0:59.174" v="63"/>
        <pc:sldMkLst>
          <pc:docMk/>
          <pc:sldMk cId="268403411" sldId="1667"/>
        </pc:sldMkLst>
        <pc:spChg chg="mod">
          <ac:chgData name="임재홍" userId="dd14a72c-bfb9-4b91-8d21-07474b2ff6f5" providerId="ADAL" clId="{02B88EE5-7F74-47B5-9EDC-8BC54C8E5419}" dt="2026-04-25T03:40:55.134" v="61"/>
          <ac:spMkLst>
            <pc:docMk/>
            <pc:sldMk cId="268403411" sldId="1667"/>
            <ac:spMk id="30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1:03.047" v="67"/>
        <pc:sldMkLst>
          <pc:docMk/>
          <pc:sldMk cId="3479371649" sldId="1668"/>
        </pc:sldMkLst>
        <pc:spChg chg="mod">
          <ac:chgData name="임재홍" userId="dd14a72c-bfb9-4b91-8d21-07474b2ff6f5" providerId="ADAL" clId="{02B88EE5-7F74-47B5-9EDC-8BC54C8E5419}" dt="2026-04-25T03:40:59.188" v="65"/>
          <ac:spMkLst>
            <pc:docMk/>
            <pc:sldMk cId="3479371649" sldId="1668"/>
            <ac:spMk id="31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1:07.610" v="71"/>
        <pc:sldMkLst>
          <pc:docMk/>
          <pc:sldMk cId="1393654197" sldId="1669"/>
        </pc:sldMkLst>
        <pc:spChg chg="mod">
          <ac:chgData name="임재홍" userId="dd14a72c-bfb9-4b91-8d21-07474b2ff6f5" providerId="ADAL" clId="{02B88EE5-7F74-47B5-9EDC-8BC54C8E5419}" dt="2026-04-25T03:41:03.059" v="69"/>
          <ac:spMkLst>
            <pc:docMk/>
            <pc:sldMk cId="1393654197" sldId="1669"/>
            <ac:spMk id="34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1:11.889" v="75"/>
        <pc:sldMkLst>
          <pc:docMk/>
          <pc:sldMk cId="954980929" sldId="1670"/>
        </pc:sldMkLst>
        <pc:spChg chg="mod">
          <ac:chgData name="임재홍" userId="dd14a72c-bfb9-4b91-8d21-07474b2ff6f5" providerId="ADAL" clId="{02B88EE5-7F74-47B5-9EDC-8BC54C8E5419}" dt="2026-04-25T03:41:07.627" v="73"/>
          <ac:spMkLst>
            <pc:docMk/>
            <pc:sldMk cId="954980929" sldId="1670"/>
            <ac:spMk id="35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1:32.436" v="79"/>
        <pc:sldMkLst>
          <pc:docMk/>
          <pc:sldMk cId="1533122346" sldId="1671"/>
        </pc:sldMkLst>
        <pc:spChg chg="mod">
          <ac:chgData name="임재홍" userId="dd14a72c-bfb9-4b91-8d21-07474b2ff6f5" providerId="ADAL" clId="{02B88EE5-7F74-47B5-9EDC-8BC54C8E5419}" dt="2026-04-25T03:41:11.907" v="77"/>
          <ac:spMkLst>
            <pc:docMk/>
            <pc:sldMk cId="1533122346" sldId="1671"/>
            <ac:spMk id="36" creationId="{00000000-0000-0000-0000-000000000000}"/>
          </ac:spMkLst>
        </pc:spChg>
      </pc:sldChg>
      <pc:sldChg chg="add del">
        <pc:chgData name="임재홍" userId="dd14a72c-bfb9-4b91-8d21-07474b2ff6f5" providerId="ADAL" clId="{02B88EE5-7F74-47B5-9EDC-8BC54C8E5419}" dt="2026-04-25T03:41:52.564" v="81"/>
        <pc:sldMkLst>
          <pc:docMk/>
          <pc:sldMk cId="2074923837" sldId="1672"/>
        </pc:sldMkLst>
      </pc:sldChg>
      <pc:sldChg chg="add del">
        <pc:chgData name="임재홍" userId="dd14a72c-bfb9-4b91-8d21-07474b2ff6f5" providerId="ADAL" clId="{02B88EE5-7F74-47B5-9EDC-8BC54C8E5419}" dt="2026-04-25T03:42:13.247" v="83"/>
        <pc:sldMkLst>
          <pc:docMk/>
          <pc:sldMk cId="4212737863" sldId="1673"/>
        </pc:sldMkLst>
      </pc:sldChg>
      <pc:sldChg chg="add del">
        <pc:chgData name="임재홍" userId="dd14a72c-bfb9-4b91-8d21-07474b2ff6f5" providerId="ADAL" clId="{02B88EE5-7F74-47B5-9EDC-8BC54C8E5419}" dt="2026-04-25T03:42:58.204" v="85"/>
        <pc:sldMkLst>
          <pc:docMk/>
          <pc:sldMk cId="339755307" sldId="1674"/>
        </pc:sldMkLst>
      </pc:sldChg>
      <pc:sldChg chg="add del">
        <pc:chgData name="임재홍" userId="dd14a72c-bfb9-4b91-8d21-07474b2ff6f5" providerId="ADAL" clId="{02B88EE5-7F74-47B5-9EDC-8BC54C8E5419}" dt="2026-04-25T03:43:12.524" v="87"/>
        <pc:sldMkLst>
          <pc:docMk/>
          <pc:sldMk cId="2619536714" sldId="1675"/>
        </pc:sldMkLst>
      </pc:sldChg>
      <pc:sldChg chg="add del">
        <pc:chgData name="임재홍" userId="dd14a72c-bfb9-4b91-8d21-07474b2ff6f5" providerId="ADAL" clId="{02B88EE5-7F74-47B5-9EDC-8BC54C8E5419}" dt="2026-04-25T03:43:24.006" v="89"/>
        <pc:sldMkLst>
          <pc:docMk/>
          <pc:sldMk cId="2366282218" sldId="1676"/>
        </pc:sldMkLst>
      </pc:sldChg>
      <pc:sldChg chg="add del">
        <pc:chgData name="임재홍" userId="dd14a72c-bfb9-4b91-8d21-07474b2ff6f5" providerId="ADAL" clId="{02B88EE5-7F74-47B5-9EDC-8BC54C8E5419}" dt="2026-04-25T03:43:37.791" v="91"/>
        <pc:sldMkLst>
          <pc:docMk/>
          <pc:sldMk cId="1319982624" sldId="1677"/>
        </pc:sldMkLst>
      </pc:sldChg>
      <pc:sldChg chg="add del">
        <pc:chgData name="임재홍" userId="dd14a72c-bfb9-4b91-8d21-07474b2ff6f5" providerId="ADAL" clId="{02B88EE5-7F74-47B5-9EDC-8BC54C8E5419}" dt="2026-04-25T03:43:52.716" v="93"/>
        <pc:sldMkLst>
          <pc:docMk/>
          <pc:sldMk cId="1614345948" sldId="1678"/>
        </pc:sldMkLst>
      </pc:sldChg>
      <pc:sldChg chg="add del">
        <pc:chgData name="임재홍" userId="dd14a72c-bfb9-4b91-8d21-07474b2ff6f5" providerId="ADAL" clId="{02B88EE5-7F74-47B5-9EDC-8BC54C8E5419}" dt="2026-04-25T03:44:07.615" v="95"/>
        <pc:sldMkLst>
          <pc:docMk/>
          <pc:sldMk cId="78466226" sldId="1679"/>
        </pc:sldMkLst>
      </pc:sldChg>
      <pc:sldChg chg="add">
        <pc:chgData name="임재홍" userId="dd14a72c-bfb9-4b91-8d21-07474b2ff6f5" providerId="ADAL" clId="{02B88EE5-7F74-47B5-9EDC-8BC54C8E5419}" dt="2026-04-25T03:44:07.612" v="94"/>
        <pc:sldMkLst>
          <pc:docMk/>
          <pc:sldMk cId="3235061412" sldId="1680"/>
        </pc:sldMkLst>
      </pc:sldChg>
      <pc:sldChg chg="modSp add del mod">
        <pc:chgData name="임재홍" userId="dd14a72c-bfb9-4b91-8d21-07474b2ff6f5" providerId="ADAL" clId="{02B88EE5-7F74-47B5-9EDC-8BC54C8E5419}" dt="2026-04-25T03:45:01.156" v="101"/>
        <pc:sldMkLst>
          <pc:docMk/>
          <pc:sldMk cId="1704848793" sldId="1681"/>
        </pc:sldMkLst>
        <pc:spChg chg="mod">
          <ac:chgData name="임재홍" userId="dd14a72c-bfb9-4b91-8d21-07474b2ff6f5" providerId="ADAL" clId="{02B88EE5-7F74-47B5-9EDC-8BC54C8E5419}" dt="2026-04-25T03:44:48.495" v="99"/>
          <ac:spMkLst>
            <pc:docMk/>
            <pc:sldMk cId="1704848793" sldId="1681"/>
            <ac:spMk id="16390" creationId="{00000000-0000-0000-0000-000000000000}"/>
          </ac:spMkLst>
        </pc:spChg>
      </pc:sldChg>
      <pc:sldChg chg="add del">
        <pc:chgData name="임재홍" userId="dd14a72c-bfb9-4b91-8d21-07474b2ff6f5" providerId="ADAL" clId="{02B88EE5-7F74-47B5-9EDC-8BC54C8E5419}" dt="2026-04-25T08:47:37.616" v="142"/>
        <pc:sldMkLst>
          <pc:docMk/>
          <pc:sldMk cId="3358755143" sldId="1682"/>
        </pc:sldMkLst>
      </pc:sldChg>
      <pc:sldChg chg="modSp add del mod">
        <pc:chgData name="임재홍" userId="dd14a72c-bfb9-4b91-8d21-07474b2ff6f5" providerId="ADAL" clId="{02B88EE5-7F74-47B5-9EDC-8BC54C8E5419}" dt="2026-04-25T03:47:10.452" v="127"/>
        <pc:sldMkLst>
          <pc:docMk/>
          <pc:sldMk cId="1024223152" sldId="1683"/>
        </pc:sldMkLst>
        <pc:spChg chg="mod">
          <ac:chgData name="임재홍" userId="dd14a72c-bfb9-4b91-8d21-07474b2ff6f5" providerId="ADAL" clId="{02B88EE5-7F74-47B5-9EDC-8BC54C8E5419}" dt="2026-04-25T03:45:17.072" v="105"/>
          <ac:spMkLst>
            <pc:docMk/>
            <pc:sldMk cId="1024223152" sldId="1683"/>
            <ac:spMk id="14340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5:44.844" v="111"/>
        <pc:sldMkLst>
          <pc:docMk/>
          <pc:sldMk cId="3121208332" sldId="1684"/>
        </pc:sldMkLst>
        <pc:spChg chg="mod">
          <ac:chgData name="임재홍" userId="dd14a72c-bfb9-4b91-8d21-07474b2ff6f5" providerId="ADAL" clId="{02B88EE5-7F74-47B5-9EDC-8BC54C8E5419}" dt="2026-04-25T03:45:32.801" v="109"/>
          <ac:spMkLst>
            <pc:docMk/>
            <pc:sldMk cId="3121208332" sldId="1684"/>
            <ac:spMk id="14340" creationId="{00000000-0000-0000-0000-000000000000}"/>
          </ac:spMkLst>
        </pc:spChg>
      </pc:sldChg>
      <pc:sldChg chg="add del">
        <pc:chgData name="임재홍" userId="dd14a72c-bfb9-4b91-8d21-07474b2ff6f5" providerId="ADAL" clId="{02B88EE5-7F74-47B5-9EDC-8BC54C8E5419}" dt="2026-04-25T08:48:31.531" v="148"/>
        <pc:sldMkLst>
          <pc:docMk/>
          <pc:sldMk cId="3349031416" sldId="1685"/>
        </pc:sldMkLst>
      </pc:sldChg>
      <pc:sldChg chg="add del">
        <pc:chgData name="임재홍" userId="dd14a72c-bfb9-4b91-8d21-07474b2ff6f5" providerId="ADAL" clId="{02B88EE5-7F74-47B5-9EDC-8BC54C8E5419}" dt="2026-04-25T03:46:19.327" v="115"/>
        <pc:sldMkLst>
          <pc:docMk/>
          <pc:sldMk cId="579576050" sldId="1686"/>
        </pc:sldMkLst>
      </pc:sldChg>
      <pc:sldChg chg="add del">
        <pc:chgData name="임재홍" userId="dd14a72c-bfb9-4b91-8d21-07474b2ff6f5" providerId="ADAL" clId="{02B88EE5-7F74-47B5-9EDC-8BC54C8E5419}" dt="2026-04-25T08:48:51.503" v="152"/>
        <pc:sldMkLst>
          <pc:docMk/>
          <pc:sldMk cId="3941097661" sldId="1687"/>
        </pc:sldMkLst>
      </pc:sldChg>
      <pc:sldChg chg="modSp add del mod">
        <pc:chgData name="임재홍" userId="dd14a72c-bfb9-4b91-8d21-07474b2ff6f5" providerId="ADAL" clId="{02B88EE5-7F74-47B5-9EDC-8BC54C8E5419}" dt="2026-04-25T03:46:39.952" v="121"/>
        <pc:sldMkLst>
          <pc:docMk/>
          <pc:sldMk cId="1696450890" sldId="1688"/>
        </pc:sldMkLst>
        <pc:spChg chg="mod">
          <ac:chgData name="임재홍" userId="dd14a72c-bfb9-4b91-8d21-07474b2ff6f5" providerId="ADAL" clId="{02B88EE5-7F74-47B5-9EDC-8BC54C8E5419}" dt="2026-04-25T03:46:32.544" v="119"/>
          <ac:spMkLst>
            <pc:docMk/>
            <pc:sldMk cId="1696450890" sldId="1688"/>
            <ac:spMk id="15364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3:46:54.699" v="125"/>
        <pc:sldMkLst>
          <pc:docMk/>
          <pc:sldMk cId="448559883" sldId="1689"/>
        </pc:sldMkLst>
        <pc:spChg chg="mod">
          <ac:chgData name="임재홍" userId="dd14a72c-bfb9-4b91-8d21-07474b2ff6f5" providerId="ADAL" clId="{02B88EE5-7F74-47B5-9EDC-8BC54C8E5419}" dt="2026-04-25T03:46:39.968" v="123"/>
          <ac:spMkLst>
            <pc:docMk/>
            <pc:sldMk cId="448559883" sldId="1689"/>
            <ac:spMk id="8" creationId="{00000000-0000-0000-0000-000000000000}"/>
          </ac:spMkLst>
        </pc:spChg>
      </pc:sldChg>
      <pc:sldChg chg="modSp add del mod">
        <pc:chgData name="임재홍" userId="dd14a72c-bfb9-4b91-8d21-07474b2ff6f5" providerId="ADAL" clId="{02B88EE5-7F74-47B5-9EDC-8BC54C8E5419}" dt="2026-04-25T08:49:19.923" v="156"/>
        <pc:sldMkLst>
          <pc:docMk/>
          <pc:sldMk cId="3492888065" sldId="1690"/>
        </pc:sldMkLst>
        <pc:picChg chg="mod ord">
          <ac:chgData name="임재홍" userId="dd14a72c-bfb9-4b91-8d21-07474b2ff6f5" providerId="ADAL" clId="{02B88EE5-7F74-47B5-9EDC-8BC54C8E5419}" dt="2026-04-25T03:53:29.989" v="130" actId="166"/>
          <ac:picMkLst>
            <pc:docMk/>
            <pc:sldMk cId="3492888065" sldId="1690"/>
            <ac:picMk id="115" creationId="{00000000-0000-0000-0000-000000000000}"/>
          </ac:picMkLst>
        </pc:picChg>
      </pc:sldChg>
      <pc:sldChg chg="add del">
        <pc:chgData name="임재홍" userId="dd14a72c-bfb9-4b91-8d21-07474b2ff6f5" providerId="ADAL" clId="{02B88EE5-7F74-47B5-9EDC-8BC54C8E5419}" dt="2026-04-25T08:48:12.098" v="146"/>
        <pc:sldMkLst>
          <pc:docMk/>
          <pc:sldMk cId="2824664374" sldId="1691"/>
        </pc:sldMkLst>
      </pc:sldChg>
      <pc:sldChg chg="add del">
        <pc:chgData name="임재홍" userId="dd14a72c-bfb9-4b91-8d21-07474b2ff6f5" providerId="ADAL" clId="{02B88EE5-7F74-47B5-9EDC-8BC54C8E5419}" dt="2026-04-25T08:49:48.342" v="160"/>
        <pc:sldMkLst>
          <pc:docMk/>
          <pc:sldMk cId="1819127499" sldId="1692"/>
        </pc:sldMkLst>
      </pc:sldChg>
      <pc:sldChg chg="add del">
        <pc:chgData name="임재홍" userId="dd14a72c-bfb9-4b91-8d21-07474b2ff6f5" providerId="ADAL" clId="{02B88EE5-7F74-47B5-9EDC-8BC54C8E5419}" dt="2026-04-25T08:49:57.536" v="162"/>
        <pc:sldMkLst>
          <pc:docMk/>
          <pc:sldMk cId="4235144556" sldId="1693"/>
        </pc:sldMkLst>
      </pc:sldChg>
      <pc:sldChg chg="add del">
        <pc:chgData name="임재홍" userId="dd14a72c-bfb9-4b91-8d21-07474b2ff6f5" providerId="ADAL" clId="{02B88EE5-7F74-47B5-9EDC-8BC54C8E5419}" dt="2026-04-25T08:50:06.347" v="164"/>
        <pc:sldMkLst>
          <pc:docMk/>
          <pc:sldMk cId="3259317776" sldId="1694"/>
        </pc:sldMkLst>
      </pc:sldChg>
      <pc:sldChg chg="add">
        <pc:chgData name="임재홍" userId="dd14a72c-bfb9-4b91-8d21-07474b2ff6f5" providerId="ADAL" clId="{02B88EE5-7F74-47B5-9EDC-8BC54C8E5419}" dt="2026-04-25T08:46:45.752" v="137"/>
        <pc:sldMkLst>
          <pc:docMk/>
          <pc:sldMk cId="1214571007" sldId="1695"/>
        </pc:sldMkLst>
      </pc:sldChg>
      <pc:sldChg chg="add">
        <pc:chgData name="임재홍" userId="dd14a72c-bfb9-4b91-8d21-07474b2ff6f5" providerId="ADAL" clId="{02B88EE5-7F74-47B5-9EDC-8BC54C8E5419}" dt="2026-04-25T08:47:03.583" v="139"/>
        <pc:sldMkLst>
          <pc:docMk/>
          <pc:sldMk cId="1047818247" sldId="1696"/>
        </pc:sldMkLst>
      </pc:sldChg>
      <pc:sldChg chg="add del">
        <pc:chgData name="임재홍" userId="dd14a72c-bfb9-4b91-8d21-07474b2ff6f5" providerId="ADAL" clId="{02B88EE5-7F74-47B5-9EDC-8BC54C8E5419}" dt="2026-04-25T08:47:52.987" v="144"/>
        <pc:sldMkLst>
          <pc:docMk/>
          <pc:sldMk cId="169408854" sldId="1697"/>
        </pc:sldMkLst>
      </pc:sldChg>
      <pc:sldChg chg="add">
        <pc:chgData name="임재홍" userId="dd14a72c-bfb9-4b91-8d21-07474b2ff6f5" providerId="ADAL" clId="{02B88EE5-7F74-47B5-9EDC-8BC54C8E5419}" dt="2026-04-25T08:47:52.982" v="143"/>
        <pc:sldMkLst>
          <pc:docMk/>
          <pc:sldMk cId="756464944" sldId="1698"/>
        </pc:sldMkLst>
      </pc:sldChg>
      <pc:sldChg chg="add">
        <pc:chgData name="임재홍" userId="dd14a72c-bfb9-4b91-8d21-07474b2ff6f5" providerId="ADAL" clId="{02B88EE5-7F74-47B5-9EDC-8BC54C8E5419}" dt="2026-04-25T08:48:12.095" v="145"/>
        <pc:sldMkLst>
          <pc:docMk/>
          <pc:sldMk cId="487169733" sldId="1699"/>
        </pc:sldMkLst>
      </pc:sldChg>
      <pc:sldChg chg="add del">
        <pc:chgData name="임재홍" userId="dd14a72c-bfb9-4b91-8d21-07474b2ff6f5" providerId="ADAL" clId="{02B88EE5-7F74-47B5-9EDC-8BC54C8E5419}" dt="2026-04-25T08:48:40.268" v="150"/>
        <pc:sldMkLst>
          <pc:docMk/>
          <pc:sldMk cId="2048277406" sldId="1700"/>
        </pc:sldMkLst>
      </pc:sldChg>
      <pc:sldChg chg="add">
        <pc:chgData name="임재홍" userId="dd14a72c-bfb9-4b91-8d21-07474b2ff6f5" providerId="ADAL" clId="{02B88EE5-7F74-47B5-9EDC-8BC54C8E5419}" dt="2026-04-25T08:48:40.264" v="149"/>
        <pc:sldMkLst>
          <pc:docMk/>
          <pc:sldMk cId="2352526760" sldId="1701"/>
        </pc:sldMkLst>
      </pc:sldChg>
      <pc:sldChg chg="add del">
        <pc:chgData name="임재홍" userId="dd14a72c-bfb9-4b91-8d21-07474b2ff6f5" providerId="ADAL" clId="{02B88EE5-7F74-47B5-9EDC-8BC54C8E5419}" dt="2026-04-25T08:49:11.502" v="154"/>
        <pc:sldMkLst>
          <pc:docMk/>
          <pc:sldMk cId="3624243980" sldId="1702"/>
        </pc:sldMkLst>
      </pc:sldChg>
      <pc:sldChg chg="add">
        <pc:chgData name="임재홍" userId="dd14a72c-bfb9-4b91-8d21-07474b2ff6f5" providerId="ADAL" clId="{02B88EE5-7F74-47B5-9EDC-8BC54C8E5419}" dt="2026-04-25T08:49:11.497" v="153"/>
        <pc:sldMkLst>
          <pc:docMk/>
          <pc:sldMk cId="80711476" sldId="1703"/>
        </pc:sldMkLst>
      </pc:sldChg>
      <pc:sldChg chg="add del">
        <pc:chgData name="임재홍" userId="dd14a72c-bfb9-4b91-8d21-07474b2ff6f5" providerId="ADAL" clId="{02B88EE5-7F74-47B5-9EDC-8BC54C8E5419}" dt="2026-04-25T08:49:26.104" v="158"/>
        <pc:sldMkLst>
          <pc:docMk/>
          <pc:sldMk cId="2957416549" sldId="1704"/>
        </pc:sldMkLst>
      </pc:sldChg>
      <pc:sldChg chg="add">
        <pc:chgData name="임재홍" userId="dd14a72c-bfb9-4b91-8d21-07474b2ff6f5" providerId="ADAL" clId="{02B88EE5-7F74-47B5-9EDC-8BC54C8E5419}" dt="2026-04-25T08:49:26.101" v="157"/>
        <pc:sldMkLst>
          <pc:docMk/>
          <pc:sldMk cId="2095661462" sldId="1705"/>
        </pc:sldMkLst>
      </pc:sldChg>
      <pc:sldChg chg="add">
        <pc:chgData name="임재홍" userId="dd14a72c-bfb9-4b91-8d21-07474b2ff6f5" providerId="ADAL" clId="{02B88EE5-7F74-47B5-9EDC-8BC54C8E5419}" dt="2026-04-25T08:49:48.337" v="159"/>
        <pc:sldMkLst>
          <pc:docMk/>
          <pc:sldMk cId="2679133522" sldId="1706"/>
        </pc:sldMkLst>
      </pc:sldChg>
      <pc:sldChg chg="add">
        <pc:chgData name="임재홍" userId="dd14a72c-bfb9-4b91-8d21-07474b2ff6f5" providerId="ADAL" clId="{02B88EE5-7F74-47B5-9EDC-8BC54C8E5419}" dt="2026-04-25T08:49:57.531" v="161"/>
        <pc:sldMkLst>
          <pc:docMk/>
          <pc:sldMk cId="2216092443" sldId="1707"/>
        </pc:sldMkLst>
      </pc:sldChg>
      <pc:sldChg chg="add">
        <pc:chgData name="임재홍" userId="dd14a72c-bfb9-4b91-8d21-07474b2ff6f5" providerId="ADAL" clId="{02B88EE5-7F74-47B5-9EDC-8BC54C8E5419}" dt="2026-04-25T08:50:06.327" v="163"/>
        <pc:sldMkLst>
          <pc:docMk/>
          <pc:sldMk cId="3064018866" sldId="17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1075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1075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128E07-2CAF-4AAE-8D49-670BB14DAA6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2026/4/26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10750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  <a:prstGeom prst="rect">
            <a:avLst/>
          </a:prstGeo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  <a:prstGeom prst="rect">
            <a:avLst/>
          </a:prstGeo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  <a:prstGeom prst="rect">
            <a:avLst/>
          </a:prstGeo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pPr marL="0" marR="0" lvl="0" indent="0" algn="l" defTabSz="1279525" rtl="0" eaLnBrk="0" fontAlgn="base" latinLnBrk="0" hangingPunct="0">
              <a:lnSpc>
                <a:spcPct val="90000"/>
              </a:lnSpc>
              <a:spcBef>
                <a:spcPts val="14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8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448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511175"/>
            <a:ext cx="14722475" cy="185578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BDCD5-B3E1-4BDE-BB60-AAAFEF9CE7C3}" type="datetimeFigureOut">
              <a:rPr lang="zh-CN" altLang="en-US"/>
              <a:t>2026/4/26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BFB95-8BE8-447F-B4CA-E70EC3968EF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24"/>
          <p:cNvSpPr>
            <a:spLocks noChangeArrowheads="1"/>
          </p:cNvSpPr>
          <p:nvPr userDrawn="1"/>
        </p:nvSpPr>
        <p:spPr bwMode="auto">
          <a:xfrm>
            <a:off x="1076314" y="2986000"/>
            <a:ext cx="1511775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绩效概述</a:t>
            </a:r>
            <a:endParaRPr lang="en-US" altLang="zh-CN" sz="2800" b="0" dirty="0">
              <a:solidFill>
                <a:schemeClr val="bg1"/>
              </a:solidFill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矩形 24"/>
          <p:cNvSpPr>
            <a:spLocks noChangeArrowheads="1"/>
          </p:cNvSpPr>
          <p:nvPr userDrawn="1"/>
        </p:nvSpPr>
        <p:spPr bwMode="auto">
          <a:xfrm>
            <a:off x="2084162" y="4974581"/>
            <a:ext cx="1511775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绩效管理</a:t>
            </a:r>
            <a:endParaRPr lang="en-US" altLang="zh-CN" sz="2800" b="0" dirty="0">
              <a:solidFill>
                <a:schemeClr val="bg1"/>
              </a:solidFill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矩形 24"/>
          <p:cNvSpPr>
            <a:spLocks noChangeArrowheads="1"/>
          </p:cNvSpPr>
          <p:nvPr userDrawn="1"/>
        </p:nvSpPr>
        <p:spPr bwMode="auto">
          <a:xfrm>
            <a:off x="874742" y="6716014"/>
            <a:ext cx="3527474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绩效管理实施过程</a:t>
            </a:r>
            <a:endParaRPr lang="en-US" altLang="zh-CN" sz="2800" b="0" dirty="0">
              <a:solidFill>
                <a:schemeClr val="bg1"/>
              </a:solidFill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" name="矩形 24"/>
          <p:cNvSpPr>
            <a:spLocks noChangeArrowheads="1"/>
          </p:cNvSpPr>
          <p:nvPr userDrawn="1"/>
        </p:nvSpPr>
        <p:spPr bwMode="auto">
          <a:xfrm>
            <a:off x="2588086" y="8391468"/>
            <a:ext cx="2217270" cy="4308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KPI</a:t>
            </a:r>
            <a:r>
              <a:rPr lang="zh-CN" altLang="en-US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与</a:t>
            </a:r>
            <a:r>
              <a:rPr lang="en-US" altLang="zh-CN" sz="2800" b="0" dirty="0">
                <a:solidFill>
                  <a:schemeClr val="bg1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BSC</a:t>
            </a: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15154098" y="9236293"/>
            <a:ext cx="191470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15167385" y="8719228"/>
            <a:ext cx="1530596" cy="517065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zh-CN" altLang="en-US" sz="224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</a:p>
        </p:txBody>
      </p:sp>
      <p:sp>
        <p:nvSpPr>
          <p:cNvPr id="26" name="矩形 25"/>
          <p:cNvSpPr/>
          <p:nvPr userDrawn="1"/>
        </p:nvSpPr>
        <p:spPr>
          <a:xfrm>
            <a:off x="874743" y="868965"/>
            <a:ext cx="4232969" cy="5594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目录页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960" b="1" dirty="0">
                <a:solidFill>
                  <a:srgbClr val="FFFF00"/>
                </a:solidFill>
                <a:ea typeface="微软雅黑" panose="020B0503020204020204" pitchFamily="34" charset="-122"/>
                <a:cs typeface="Arial Unicode MS" panose="020B0604020202020204" pitchFamily="34" charset="-122"/>
              </a:rPr>
              <a:t>CONTENTS PAGE</a:t>
            </a:r>
            <a:r>
              <a:rPr lang="en-US" altLang="zh-CN" sz="196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9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553259" y="868963"/>
            <a:ext cx="302182" cy="559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2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 txBox="1"/>
          <p:nvPr userDrawn="1"/>
        </p:nvSpPr>
        <p:spPr>
          <a:xfrm>
            <a:off x="1983377" y="667341"/>
            <a:ext cx="241883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24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r>
              <a:rPr lang="zh-CN" altLang="en-US" sz="252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模德宝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24" userDrawn="1">
          <p15:clr>
            <a:srgbClr val="FBAE40"/>
          </p15:clr>
        </p15:guide>
        <p15:guide id="2" pos="537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46800" y="19800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046730" y="28009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8534400" y="0"/>
            <a:ext cx="8534400" cy="96012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1173163" y="2555875"/>
            <a:ext cx="14722475" cy="60912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163" y="8899525"/>
            <a:ext cx="384016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075055" eaLnBrk="1" fontAlgn="auto" hangingPunct="1">
              <a:spcBef>
                <a:spcPts val="0"/>
              </a:spcBef>
              <a:spcAft>
                <a:spcPts val="0"/>
              </a:spcAft>
              <a:defRPr sz="168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2C7882-1D1D-424E-934B-C5CA5209EC0D}" type="datetimeFigureOut">
              <a:rPr kumimoji="0" lang="zh-CN" altLang="en-US" sz="168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2026/4/26</a:t>
            </a:fld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675" y="8899525"/>
            <a:ext cx="575945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075055" eaLnBrk="1" fontAlgn="auto" hangingPunct="1">
              <a:spcBef>
                <a:spcPts val="0"/>
              </a:spcBef>
              <a:spcAft>
                <a:spcPts val="0"/>
              </a:spcAft>
              <a:defRPr sz="168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10750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8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5475" y="8899525"/>
            <a:ext cx="3840163" cy="5111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6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  <a:t>‹#›</a:t>
            </a:fld>
            <a:endParaRPr lang="zh-CN" altLang="en-US" dirty="0">
              <a:latin typeface="Calibri" panose="020F0502020204030204" pitchFamily="34" charset="0"/>
            </a:endParaRPr>
          </a:p>
        </p:txBody>
      </p:sp>
      <p:grpSp>
        <p:nvGrpSpPr>
          <p:cNvPr id="1031" name="Group 4"/>
          <p:cNvGrpSpPr>
            <a:grpSpLocks noChangeAspect="1"/>
          </p:cNvGrpSpPr>
          <p:nvPr userDrawn="1"/>
        </p:nvGrpSpPr>
        <p:grpSpPr>
          <a:xfrm>
            <a:off x="0" y="1933575"/>
            <a:ext cx="17068800" cy="6877050"/>
            <a:chOff x="-941" y="7"/>
            <a:chExt cx="9147" cy="3709"/>
          </a:xfrm>
        </p:grpSpPr>
        <p:sp>
          <p:nvSpPr>
            <p:cNvPr id="8" name="Freeform 5"/>
            <p:cNvSpPr/>
            <p:nvPr/>
          </p:nvSpPr>
          <p:spPr bwMode="auto">
            <a:xfrm>
              <a:off x="-941" y="1610"/>
              <a:ext cx="9147" cy="2106"/>
            </a:xfrm>
            <a:custGeom>
              <a:avLst/>
              <a:gdLst>
                <a:gd name="T0" fmla="*/ 0 w 3856"/>
                <a:gd name="T1" fmla="*/ 376 h 887"/>
                <a:gd name="T2" fmla="*/ 678 w 3856"/>
                <a:gd name="T3" fmla="*/ 863 h 887"/>
                <a:gd name="T4" fmla="*/ 861 w 3856"/>
                <a:gd name="T5" fmla="*/ 882 h 887"/>
                <a:gd name="T6" fmla="*/ 2044 w 3856"/>
                <a:gd name="T7" fmla="*/ 127 h 887"/>
                <a:gd name="T8" fmla="*/ 2351 w 3856"/>
                <a:gd name="T9" fmla="*/ 9 h 887"/>
                <a:gd name="T10" fmla="*/ 3856 w 3856"/>
                <a:gd name="T11" fmla="*/ 456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87">
                  <a:moveTo>
                    <a:pt x="0" y="376"/>
                  </a:moveTo>
                  <a:cubicBezTo>
                    <a:pt x="0" y="376"/>
                    <a:pt x="223" y="772"/>
                    <a:pt x="678" y="863"/>
                  </a:cubicBezTo>
                  <a:cubicBezTo>
                    <a:pt x="736" y="875"/>
                    <a:pt x="797" y="881"/>
                    <a:pt x="861" y="882"/>
                  </a:cubicBezTo>
                  <a:cubicBezTo>
                    <a:pt x="1307" y="887"/>
                    <a:pt x="1681" y="370"/>
                    <a:pt x="2044" y="127"/>
                  </a:cubicBezTo>
                  <a:cubicBezTo>
                    <a:pt x="2148" y="58"/>
                    <a:pt x="2250" y="11"/>
                    <a:pt x="2351" y="9"/>
                  </a:cubicBezTo>
                  <a:cubicBezTo>
                    <a:pt x="2803" y="0"/>
                    <a:pt x="2843" y="456"/>
                    <a:pt x="3856" y="456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-941" y="1615"/>
              <a:ext cx="9147" cy="2023"/>
            </a:xfrm>
            <a:custGeom>
              <a:avLst/>
              <a:gdLst>
                <a:gd name="T0" fmla="*/ 0 w 3856"/>
                <a:gd name="T1" fmla="*/ 365 h 852"/>
                <a:gd name="T2" fmla="*/ 682 w 3856"/>
                <a:gd name="T3" fmla="*/ 823 h 852"/>
                <a:gd name="T4" fmla="*/ 865 w 3856"/>
                <a:gd name="T5" fmla="*/ 843 h 852"/>
                <a:gd name="T6" fmla="*/ 2051 w 3856"/>
                <a:gd name="T7" fmla="*/ 137 h 852"/>
                <a:gd name="T8" fmla="*/ 2360 w 3856"/>
                <a:gd name="T9" fmla="*/ 19 h 852"/>
                <a:gd name="T10" fmla="*/ 3856 w 3856"/>
                <a:gd name="T11" fmla="*/ 416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52">
                  <a:moveTo>
                    <a:pt x="0" y="365"/>
                  </a:moveTo>
                  <a:cubicBezTo>
                    <a:pt x="0" y="365"/>
                    <a:pt x="224" y="735"/>
                    <a:pt x="682" y="823"/>
                  </a:cubicBezTo>
                  <a:cubicBezTo>
                    <a:pt x="740" y="834"/>
                    <a:pt x="801" y="841"/>
                    <a:pt x="865" y="843"/>
                  </a:cubicBezTo>
                  <a:cubicBezTo>
                    <a:pt x="1310" y="852"/>
                    <a:pt x="1682" y="372"/>
                    <a:pt x="2051" y="137"/>
                  </a:cubicBezTo>
                  <a:cubicBezTo>
                    <a:pt x="2157" y="70"/>
                    <a:pt x="2258" y="23"/>
                    <a:pt x="2360" y="19"/>
                  </a:cubicBezTo>
                  <a:cubicBezTo>
                    <a:pt x="2810" y="0"/>
                    <a:pt x="2856" y="416"/>
                    <a:pt x="3856" y="416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-941" y="1622"/>
              <a:ext cx="9147" cy="1938"/>
            </a:xfrm>
            <a:custGeom>
              <a:avLst/>
              <a:gdLst>
                <a:gd name="T0" fmla="*/ 0 w 3856"/>
                <a:gd name="T1" fmla="*/ 353 h 816"/>
                <a:gd name="T2" fmla="*/ 686 w 3856"/>
                <a:gd name="T3" fmla="*/ 782 h 816"/>
                <a:gd name="T4" fmla="*/ 869 w 3856"/>
                <a:gd name="T5" fmla="*/ 802 h 816"/>
                <a:gd name="T6" fmla="*/ 2059 w 3856"/>
                <a:gd name="T7" fmla="*/ 145 h 816"/>
                <a:gd name="T8" fmla="*/ 2368 w 3856"/>
                <a:gd name="T9" fmla="*/ 27 h 816"/>
                <a:gd name="T10" fmla="*/ 3856 w 3856"/>
                <a:gd name="T11" fmla="*/ 375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16">
                  <a:moveTo>
                    <a:pt x="0" y="353"/>
                  </a:moveTo>
                  <a:cubicBezTo>
                    <a:pt x="0" y="353"/>
                    <a:pt x="226" y="697"/>
                    <a:pt x="686" y="782"/>
                  </a:cubicBezTo>
                  <a:cubicBezTo>
                    <a:pt x="744" y="793"/>
                    <a:pt x="805" y="800"/>
                    <a:pt x="869" y="802"/>
                  </a:cubicBezTo>
                  <a:cubicBezTo>
                    <a:pt x="1313" y="816"/>
                    <a:pt x="1683" y="373"/>
                    <a:pt x="2059" y="145"/>
                  </a:cubicBezTo>
                  <a:cubicBezTo>
                    <a:pt x="2165" y="81"/>
                    <a:pt x="2267" y="34"/>
                    <a:pt x="2368" y="27"/>
                  </a:cubicBezTo>
                  <a:cubicBezTo>
                    <a:pt x="2817" y="0"/>
                    <a:pt x="2870" y="375"/>
                    <a:pt x="3856" y="375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-941" y="1629"/>
              <a:ext cx="9147" cy="1855"/>
            </a:xfrm>
            <a:custGeom>
              <a:avLst/>
              <a:gdLst>
                <a:gd name="T0" fmla="*/ 0 w 3856"/>
                <a:gd name="T1" fmla="*/ 341 h 780"/>
                <a:gd name="T2" fmla="*/ 690 w 3856"/>
                <a:gd name="T3" fmla="*/ 741 h 780"/>
                <a:gd name="T4" fmla="*/ 873 w 3856"/>
                <a:gd name="T5" fmla="*/ 762 h 780"/>
                <a:gd name="T6" fmla="*/ 2067 w 3856"/>
                <a:gd name="T7" fmla="*/ 153 h 780"/>
                <a:gd name="T8" fmla="*/ 2376 w 3856"/>
                <a:gd name="T9" fmla="*/ 36 h 780"/>
                <a:gd name="T10" fmla="*/ 3856 w 3856"/>
                <a:gd name="T11" fmla="*/ 335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80">
                  <a:moveTo>
                    <a:pt x="0" y="341"/>
                  </a:moveTo>
                  <a:cubicBezTo>
                    <a:pt x="0" y="341"/>
                    <a:pt x="227" y="659"/>
                    <a:pt x="690" y="741"/>
                  </a:cubicBezTo>
                  <a:cubicBezTo>
                    <a:pt x="748" y="752"/>
                    <a:pt x="809" y="759"/>
                    <a:pt x="873" y="762"/>
                  </a:cubicBezTo>
                  <a:cubicBezTo>
                    <a:pt x="1316" y="780"/>
                    <a:pt x="1684" y="375"/>
                    <a:pt x="2067" y="153"/>
                  </a:cubicBezTo>
                  <a:cubicBezTo>
                    <a:pt x="2173" y="92"/>
                    <a:pt x="2275" y="45"/>
                    <a:pt x="2376" y="36"/>
                  </a:cubicBezTo>
                  <a:cubicBezTo>
                    <a:pt x="2824" y="0"/>
                    <a:pt x="2884" y="335"/>
                    <a:pt x="3856" y="335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-941" y="1636"/>
              <a:ext cx="9147" cy="1765"/>
            </a:xfrm>
            <a:custGeom>
              <a:avLst/>
              <a:gdLst>
                <a:gd name="T0" fmla="*/ 0 w 3856"/>
                <a:gd name="T1" fmla="*/ 328 h 744"/>
                <a:gd name="T2" fmla="*/ 693 w 3856"/>
                <a:gd name="T3" fmla="*/ 700 h 744"/>
                <a:gd name="T4" fmla="*/ 877 w 3856"/>
                <a:gd name="T5" fmla="*/ 721 h 744"/>
                <a:gd name="T6" fmla="*/ 2075 w 3856"/>
                <a:gd name="T7" fmla="*/ 162 h 744"/>
                <a:gd name="T8" fmla="*/ 2384 w 3856"/>
                <a:gd name="T9" fmla="*/ 45 h 744"/>
                <a:gd name="T10" fmla="*/ 3856 w 3856"/>
                <a:gd name="T11" fmla="*/ 294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44">
                  <a:moveTo>
                    <a:pt x="0" y="328"/>
                  </a:moveTo>
                  <a:cubicBezTo>
                    <a:pt x="0" y="328"/>
                    <a:pt x="229" y="621"/>
                    <a:pt x="693" y="700"/>
                  </a:cubicBezTo>
                  <a:cubicBezTo>
                    <a:pt x="752" y="710"/>
                    <a:pt x="813" y="718"/>
                    <a:pt x="877" y="721"/>
                  </a:cubicBezTo>
                  <a:cubicBezTo>
                    <a:pt x="1319" y="744"/>
                    <a:pt x="1685" y="376"/>
                    <a:pt x="2075" y="162"/>
                  </a:cubicBezTo>
                  <a:cubicBezTo>
                    <a:pt x="2182" y="103"/>
                    <a:pt x="2284" y="56"/>
                    <a:pt x="2384" y="45"/>
                  </a:cubicBezTo>
                  <a:cubicBezTo>
                    <a:pt x="2831" y="0"/>
                    <a:pt x="2897" y="294"/>
                    <a:pt x="3856" y="294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-941" y="1641"/>
              <a:ext cx="9147" cy="1683"/>
            </a:xfrm>
            <a:custGeom>
              <a:avLst/>
              <a:gdLst>
                <a:gd name="T0" fmla="*/ 0 w 3856"/>
                <a:gd name="T1" fmla="*/ 317 h 709"/>
                <a:gd name="T2" fmla="*/ 697 w 3856"/>
                <a:gd name="T3" fmla="*/ 660 h 709"/>
                <a:gd name="T4" fmla="*/ 881 w 3856"/>
                <a:gd name="T5" fmla="*/ 682 h 709"/>
                <a:gd name="T6" fmla="*/ 2082 w 3856"/>
                <a:gd name="T7" fmla="*/ 171 h 709"/>
                <a:gd name="T8" fmla="*/ 2393 w 3856"/>
                <a:gd name="T9" fmla="*/ 55 h 709"/>
                <a:gd name="T10" fmla="*/ 3856 w 3856"/>
                <a:gd name="T11" fmla="*/ 254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09">
                  <a:moveTo>
                    <a:pt x="0" y="317"/>
                  </a:moveTo>
                  <a:cubicBezTo>
                    <a:pt x="0" y="317"/>
                    <a:pt x="230" y="584"/>
                    <a:pt x="697" y="660"/>
                  </a:cubicBezTo>
                  <a:cubicBezTo>
                    <a:pt x="756" y="670"/>
                    <a:pt x="817" y="678"/>
                    <a:pt x="881" y="682"/>
                  </a:cubicBezTo>
                  <a:cubicBezTo>
                    <a:pt x="1322" y="709"/>
                    <a:pt x="1686" y="378"/>
                    <a:pt x="2082" y="171"/>
                  </a:cubicBezTo>
                  <a:cubicBezTo>
                    <a:pt x="2190" y="114"/>
                    <a:pt x="2292" y="68"/>
                    <a:pt x="2393" y="55"/>
                  </a:cubicBezTo>
                  <a:cubicBezTo>
                    <a:pt x="2838" y="0"/>
                    <a:pt x="2911" y="254"/>
                    <a:pt x="3856" y="254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-941" y="1648"/>
              <a:ext cx="9147" cy="1598"/>
            </a:xfrm>
            <a:custGeom>
              <a:avLst/>
              <a:gdLst>
                <a:gd name="T0" fmla="*/ 0 w 3856"/>
                <a:gd name="T1" fmla="*/ 305 h 673"/>
                <a:gd name="T2" fmla="*/ 701 w 3856"/>
                <a:gd name="T3" fmla="*/ 619 h 673"/>
                <a:gd name="T4" fmla="*/ 885 w 3856"/>
                <a:gd name="T5" fmla="*/ 641 h 673"/>
                <a:gd name="T6" fmla="*/ 2090 w 3856"/>
                <a:gd name="T7" fmla="*/ 179 h 673"/>
                <a:gd name="T8" fmla="*/ 2401 w 3856"/>
                <a:gd name="T9" fmla="*/ 64 h 673"/>
                <a:gd name="T10" fmla="*/ 3856 w 3856"/>
                <a:gd name="T11" fmla="*/ 214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73">
                  <a:moveTo>
                    <a:pt x="0" y="305"/>
                  </a:moveTo>
                  <a:cubicBezTo>
                    <a:pt x="0" y="305"/>
                    <a:pt x="231" y="546"/>
                    <a:pt x="701" y="619"/>
                  </a:cubicBezTo>
                  <a:cubicBezTo>
                    <a:pt x="760" y="629"/>
                    <a:pt x="821" y="636"/>
                    <a:pt x="885" y="641"/>
                  </a:cubicBezTo>
                  <a:cubicBezTo>
                    <a:pt x="1325" y="673"/>
                    <a:pt x="1687" y="380"/>
                    <a:pt x="2090" y="179"/>
                  </a:cubicBezTo>
                  <a:cubicBezTo>
                    <a:pt x="2199" y="125"/>
                    <a:pt x="2300" y="78"/>
                    <a:pt x="2401" y="64"/>
                  </a:cubicBezTo>
                  <a:cubicBezTo>
                    <a:pt x="2846" y="0"/>
                    <a:pt x="2924" y="214"/>
                    <a:pt x="3856" y="214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Freeform 12"/>
            <p:cNvSpPr/>
            <p:nvPr/>
          </p:nvSpPr>
          <p:spPr bwMode="auto">
            <a:xfrm>
              <a:off x="-941" y="1655"/>
              <a:ext cx="9147" cy="1513"/>
            </a:xfrm>
            <a:custGeom>
              <a:avLst/>
              <a:gdLst>
                <a:gd name="T0" fmla="*/ 0 w 3856"/>
                <a:gd name="T1" fmla="*/ 293 h 637"/>
                <a:gd name="T2" fmla="*/ 705 w 3856"/>
                <a:gd name="T3" fmla="*/ 579 h 637"/>
                <a:gd name="T4" fmla="*/ 888 w 3856"/>
                <a:gd name="T5" fmla="*/ 601 h 637"/>
                <a:gd name="T6" fmla="*/ 2098 w 3856"/>
                <a:gd name="T7" fmla="*/ 188 h 637"/>
                <a:gd name="T8" fmla="*/ 2409 w 3856"/>
                <a:gd name="T9" fmla="*/ 73 h 637"/>
                <a:gd name="T10" fmla="*/ 3856 w 3856"/>
                <a:gd name="T11" fmla="*/ 173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37">
                  <a:moveTo>
                    <a:pt x="0" y="293"/>
                  </a:moveTo>
                  <a:cubicBezTo>
                    <a:pt x="0" y="293"/>
                    <a:pt x="233" y="508"/>
                    <a:pt x="705" y="579"/>
                  </a:cubicBezTo>
                  <a:cubicBezTo>
                    <a:pt x="764" y="587"/>
                    <a:pt x="825" y="595"/>
                    <a:pt x="888" y="601"/>
                  </a:cubicBezTo>
                  <a:cubicBezTo>
                    <a:pt x="1328" y="637"/>
                    <a:pt x="1688" y="381"/>
                    <a:pt x="2098" y="188"/>
                  </a:cubicBezTo>
                  <a:cubicBezTo>
                    <a:pt x="2207" y="136"/>
                    <a:pt x="2309" y="89"/>
                    <a:pt x="2409" y="73"/>
                  </a:cubicBezTo>
                  <a:cubicBezTo>
                    <a:pt x="2853" y="0"/>
                    <a:pt x="2938" y="173"/>
                    <a:pt x="3856" y="173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Freeform 13"/>
            <p:cNvSpPr/>
            <p:nvPr/>
          </p:nvSpPr>
          <p:spPr bwMode="auto">
            <a:xfrm>
              <a:off x="-941" y="1660"/>
              <a:ext cx="9147" cy="1429"/>
            </a:xfrm>
            <a:custGeom>
              <a:avLst/>
              <a:gdLst>
                <a:gd name="T0" fmla="*/ 0 w 3856"/>
                <a:gd name="T1" fmla="*/ 282 h 602"/>
                <a:gd name="T2" fmla="*/ 708 w 3856"/>
                <a:gd name="T3" fmla="*/ 539 h 602"/>
                <a:gd name="T4" fmla="*/ 892 w 3856"/>
                <a:gd name="T5" fmla="*/ 561 h 602"/>
                <a:gd name="T6" fmla="*/ 2105 w 3856"/>
                <a:gd name="T7" fmla="*/ 197 h 602"/>
                <a:gd name="T8" fmla="*/ 2417 w 3856"/>
                <a:gd name="T9" fmla="*/ 82 h 602"/>
                <a:gd name="T10" fmla="*/ 3856 w 3856"/>
                <a:gd name="T11" fmla="*/ 133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02">
                  <a:moveTo>
                    <a:pt x="0" y="282"/>
                  </a:moveTo>
                  <a:cubicBezTo>
                    <a:pt x="0" y="282"/>
                    <a:pt x="234" y="472"/>
                    <a:pt x="708" y="539"/>
                  </a:cubicBezTo>
                  <a:cubicBezTo>
                    <a:pt x="768" y="547"/>
                    <a:pt x="829" y="555"/>
                    <a:pt x="892" y="561"/>
                  </a:cubicBezTo>
                  <a:cubicBezTo>
                    <a:pt x="1331" y="602"/>
                    <a:pt x="1689" y="383"/>
                    <a:pt x="2105" y="197"/>
                  </a:cubicBezTo>
                  <a:cubicBezTo>
                    <a:pt x="2215" y="148"/>
                    <a:pt x="2317" y="101"/>
                    <a:pt x="2417" y="82"/>
                  </a:cubicBezTo>
                  <a:cubicBezTo>
                    <a:pt x="2860" y="0"/>
                    <a:pt x="2952" y="133"/>
                    <a:pt x="3856" y="133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-941" y="1667"/>
              <a:ext cx="9147" cy="1344"/>
            </a:xfrm>
            <a:custGeom>
              <a:avLst/>
              <a:gdLst>
                <a:gd name="T0" fmla="*/ 0 w 3856"/>
                <a:gd name="T1" fmla="*/ 269 h 566"/>
                <a:gd name="T2" fmla="*/ 712 w 3856"/>
                <a:gd name="T3" fmla="*/ 498 h 566"/>
                <a:gd name="T4" fmla="*/ 896 w 3856"/>
                <a:gd name="T5" fmla="*/ 520 h 566"/>
                <a:gd name="T6" fmla="*/ 2113 w 3856"/>
                <a:gd name="T7" fmla="*/ 206 h 566"/>
                <a:gd name="T8" fmla="*/ 2426 w 3856"/>
                <a:gd name="T9" fmla="*/ 91 h 566"/>
                <a:gd name="T10" fmla="*/ 3856 w 3856"/>
                <a:gd name="T11" fmla="*/ 93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66">
                  <a:moveTo>
                    <a:pt x="0" y="269"/>
                  </a:moveTo>
                  <a:cubicBezTo>
                    <a:pt x="0" y="269"/>
                    <a:pt x="235" y="434"/>
                    <a:pt x="712" y="498"/>
                  </a:cubicBezTo>
                  <a:cubicBezTo>
                    <a:pt x="772" y="506"/>
                    <a:pt x="833" y="514"/>
                    <a:pt x="896" y="520"/>
                  </a:cubicBezTo>
                  <a:cubicBezTo>
                    <a:pt x="1334" y="566"/>
                    <a:pt x="1690" y="384"/>
                    <a:pt x="2113" y="206"/>
                  </a:cubicBezTo>
                  <a:cubicBezTo>
                    <a:pt x="2224" y="159"/>
                    <a:pt x="2326" y="112"/>
                    <a:pt x="2426" y="91"/>
                  </a:cubicBezTo>
                  <a:cubicBezTo>
                    <a:pt x="2867" y="0"/>
                    <a:pt x="2965" y="93"/>
                    <a:pt x="3856" y="93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Freeform 15"/>
            <p:cNvSpPr/>
            <p:nvPr/>
          </p:nvSpPr>
          <p:spPr bwMode="auto">
            <a:xfrm>
              <a:off x="-941" y="1674"/>
              <a:ext cx="9147" cy="1259"/>
            </a:xfrm>
            <a:custGeom>
              <a:avLst/>
              <a:gdLst>
                <a:gd name="T0" fmla="*/ 0 w 3856"/>
                <a:gd name="T1" fmla="*/ 257 h 530"/>
                <a:gd name="T2" fmla="*/ 716 w 3856"/>
                <a:gd name="T3" fmla="*/ 457 h 530"/>
                <a:gd name="T4" fmla="*/ 900 w 3856"/>
                <a:gd name="T5" fmla="*/ 480 h 530"/>
                <a:gd name="T6" fmla="*/ 2121 w 3856"/>
                <a:gd name="T7" fmla="*/ 214 h 530"/>
                <a:gd name="T8" fmla="*/ 2434 w 3856"/>
                <a:gd name="T9" fmla="*/ 100 h 530"/>
                <a:gd name="T10" fmla="*/ 3856 w 3856"/>
                <a:gd name="T11" fmla="*/ 52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30">
                  <a:moveTo>
                    <a:pt x="0" y="257"/>
                  </a:moveTo>
                  <a:cubicBezTo>
                    <a:pt x="0" y="257"/>
                    <a:pt x="237" y="396"/>
                    <a:pt x="716" y="457"/>
                  </a:cubicBezTo>
                  <a:cubicBezTo>
                    <a:pt x="776" y="464"/>
                    <a:pt x="837" y="473"/>
                    <a:pt x="900" y="480"/>
                  </a:cubicBezTo>
                  <a:cubicBezTo>
                    <a:pt x="1337" y="530"/>
                    <a:pt x="1690" y="385"/>
                    <a:pt x="2121" y="214"/>
                  </a:cubicBezTo>
                  <a:cubicBezTo>
                    <a:pt x="2232" y="170"/>
                    <a:pt x="2334" y="123"/>
                    <a:pt x="2434" y="100"/>
                  </a:cubicBezTo>
                  <a:cubicBezTo>
                    <a:pt x="2874" y="0"/>
                    <a:pt x="2979" y="52"/>
                    <a:pt x="3856" y="52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-941" y="1681"/>
              <a:ext cx="9147" cy="1173"/>
            </a:xfrm>
            <a:custGeom>
              <a:avLst/>
              <a:gdLst>
                <a:gd name="T0" fmla="*/ 0 w 3856"/>
                <a:gd name="T1" fmla="*/ 245 h 494"/>
                <a:gd name="T2" fmla="*/ 719 w 3856"/>
                <a:gd name="T3" fmla="*/ 416 h 494"/>
                <a:gd name="T4" fmla="*/ 904 w 3856"/>
                <a:gd name="T5" fmla="*/ 439 h 494"/>
                <a:gd name="T6" fmla="*/ 2128 w 3856"/>
                <a:gd name="T7" fmla="*/ 222 h 494"/>
                <a:gd name="T8" fmla="*/ 2442 w 3856"/>
                <a:gd name="T9" fmla="*/ 109 h 494"/>
                <a:gd name="T10" fmla="*/ 3856 w 3856"/>
                <a:gd name="T11" fmla="*/ 11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94">
                  <a:moveTo>
                    <a:pt x="0" y="245"/>
                  </a:moveTo>
                  <a:cubicBezTo>
                    <a:pt x="0" y="245"/>
                    <a:pt x="238" y="358"/>
                    <a:pt x="719" y="416"/>
                  </a:cubicBezTo>
                  <a:cubicBezTo>
                    <a:pt x="780" y="423"/>
                    <a:pt x="841" y="432"/>
                    <a:pt x="904" y="439"/>
                  </a:cubicBezTo>
                  <a:cubicBezTo>
                    <a:pt x="1340" y="494"/>
                    <a:pt x="1691" y="385"/>
                    <a:pt x="2128" y="222"/>
                  </a:cubicBezTo>
                  <a:cubicBezTo>
                    <a:pt x="2240" y="181"/>
                    <a:pt x="2343" y="134"/>
                    <a:pt x="2442" y="109"/>
                  </a:cubicBezTo>
                  <a:cubicBezTo>
                    <a:pt x="2881" y="0"/>
                    <a:pt x="2992" y="11"/>
                    <a:pt x="3856" y="11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Freeform 17"/>
            <p:cNvSpPr/>
            <p:nvPr/>
          </p:nvSpPr>
          <p:spPr bwMode="auto">
            <a:xfrm>
              <a:off x="-941" y="1619"/>
              <a:ext cx="9147" cy="1157"/>
            </a:xfrm>
            <a:custGeom>
              <a:avLst/>
              <a:gdLst>
                <a:gd name="T0" fmla="*/ 0 w 3856"/>
                <a:gd name="T1" fmla="*/ 262 h 487"/>
                <a:gd name="T2" fmla="*/ 723 w 3856"/>
                <a:gd name="T3" fmla="*/ 404 h 487"/>
                <a:gd name="T4" fmla="*/ 908 w 3856"/>
                <a:gd name="T5" fmla="*/ 428 h 487"/>
                <a:gd name="T6" fmla="*/ 2136 w 3856"/>
                <a:gd name="T7" fmla="*/ 260 h 487"/>
                <a:gd name="T8" fmla="*/ 2450 w 3856"/>
                <a:gd name="T9" fmla="*/ 147 h 487"/>
                <a:gd name="T10" fmla="*/ 3856 w 3856"/>
                <a:gd name="T11" fmla="*/ 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87">
                  <a:moveTo>
                    <a:pt x="0" y="262"/>
                  </a:moveTo>
                  <a:cubicBezTo>
                    <a:pt x="0" y="262"/>
                    <a:pt x="239" y="349"/>
                    <a:pt x="723" y="404"/>
                  </a:cubicBezTo>
                  <a:cubicBezTo>
                    <a:pt x="784" y="411"/>
                    <a:pt x="845" y="419"/>
                    <a:pt x="908" y="428"/>
                  </a:cubicBezTo>
                  <a:cubicBezTo>
                    <a:pt x="1343" y="487"/>
                    <a:pt x="1692" y="415"/>
                    <a:pt x="2136" y="260"/>
                  </a:cubicBezTo>
                  <a:cubicBezTo>
                    <a:pt x="2248" y="220"/>
                    <a:pt x="2351" y="174"/>
                    <a:pt x="2450" y="147"/>
                  </a:cubicBezTo>
                  <a:cubicBezTo>
                    <a:pt x="2889" y="28"/>
                    <a:pt x="3006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Freeform 18"/>
            <p:cNvSpPr/>
            <p:nvPr/>
          </p:nvSpPr>
          <p:spPr bwMode="auto">
            <a:xfrm>
              <a:off x="-941" y="1529"/>
              <a:ext cx="9147" cy="1169"/>
            </a:xfrm>
            <a:custGeom>
              <a:avLst/>
              <a:gdLst>
                <a:gd name="T0" fmla="*/ 0 w 3856"/>
                <a:gd name="T1" fmla="*/ 290 h 492"/>
                <a:gd name="T2" fmla="*/ 727 w 3856"/>
                <a:gd name="T3" fmla="*/ 404 h 492"/>
                <a:gd name="T4" fmla="*/ 912 w 3856"/>
                <a:gd name="T5" fmla="*/ 428 h 492"/>
                <a:gd name="T6" fmla="*/ 2144 w 3856"/>
                <a:gd name="T7" fmla="*/ 309 h 492"/>
                <a:gd name="T8" fmla="*/ 2459 w 3856"/>
                <a:gd name="T9" fmla="*/ 197 h 492"/>
                <a:gd name="T10" fmla="*/ 3856 w 3856"/>
                <a:gd name="T11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92">
                  <a:moveTo>
                    <a:pt x="0" y="290"/>
                  </a:moveTo>
                  <a:cubicBezTo>
                    <a:pt x="0" y="290"/>
                    <a:pt x="241" y="352"/>
                    <a:pt x="727" y="404"/>
                  </a:cubicBezTo>
                  <a:cubicBezTo>
                    <a:pt x="788" y="410"/>
                    <a:pt x="849" y="419"/>
                    <a:pt x="912" y="428"/>
                  </a:cubicBezTo>
                  <a:cubicBezTo>
                    <a:pt x="1346" y="492"/>
                    <a:pt x="1692" y="457"/>
                    <a:pt x="2144" y="309"/>
                  </a:cubicBezTo>
                  <a:cubicBezTo>
                    <a:pt x="2257" y="272"/>
                    <a:pt x="2359" y="226"/>
                    <a:pt x="2459" y="197"/>
                  </a:cubicBezTo>
                  <a:cubicBezTo>
                    <a:pt x="2896" y="69"/>
                    <a:pt x="3020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Freeform 19"/>
            <p:cNvSpPr/>
            <p:nvPr/>
          </p:nvSpPr>
          <p:spPr bwMode="auto">
            <a:xfrm>
              <a:off x="-941" y="1439"/>
              <a:ext cx="9147" cy="1182"/>
            </a:xfrm>
            <a:custGeom>
              <a:avLst/>
              <a:gdLst>
                <a:gd name="T0" fmla="*/ 0 w 3856"/>
                <a:gd name="T1" fmla="*/ 319 h 498"/>
                <a:gd name="T2" fmla="*/ 731 w 3856"/>
                <a:gd name="T3" fmla="*/ 404 h 498"/>
                <a:gd name="T4" fmla="*/ 916 w 3856"/>
                <a:gd name="T5" fmla="*/ 429 h 498"/>
                <a:gd name="T6" fmla="*/ 2151 w 3856"/>
                <a:gd name="T7" fmla="*/ 358 h 498"/>
                <a:gd name="T8" fmla="*/ 2467 w 3856"/>
                <a:gd name="T9" fmla="*/ 246 h 498"/>
                <a:gd name="T10" fmla="*/ 3856 w 3856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498">
                  <a:moveTo>
                    <a:pt x="0" y="319"/>
                  </a:moveTo>
                  <a:cubicBezTo>
                    <a:pt x="0" y="319"/>
                    <a:pt x="242" y="355"/>
                    <a:pt x="731" y="404"/>
                  </a:cubicBezTo>
                  <a:cubicBezTo>
                    <a:pt x="792" y="410"/>
                    <a:pt x="853" y="419"/>
                    <a:pt x="916" y="429"/>
                  </a:cubicBezTo>
                  <a:cubicBezTo>
                    <a:pt x="1349" y="497"/>
                    <a:pt x="1693" y="498"/>
                    <a:pt x="2151" y="358"/>
                  </a:cubicBezTo>
                  <a:cubicBezTo>
                    <a:pt x="2265" y="324"/>
                    <a:pt x="2368" y="278"/>
                    <a:pt x="2467" y="246"/>
                  </a:cubicBezTo>
                  <a:cubicBezTo>
                    <a:pt x="2903" y="110"/>
                    <a:pt x="3033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Freeform 20"/>
            <p:cNvSpPr/>
            <p:nvPr/>
          </p:nvSpPr>
          <p:spPr bwMode="auto">
            <a:xfrm>
              <a:off x="-941" y="1349"/>
              <a:ext cx="9147" cy="1283"/>
            </a:xfrm>
            <a:custGeom>
              <a:avLst/>
              <a:gdLst>
                <a:gd name="T0" fmla="*/ 0 w 3856"/>
                <a:gd name="T1" fmla="*/ 348 h 540"/>
                <a:gd name="T2" fmla="*/ 734 w 3856"/>
                <a:gd name="T3" fmla="*/ 404 h 540"/>
                <a:gd name="T4" fmla="*/ 919 w 3856"/>
                <a:gd name="T5" fmla="*/ 429 h 540"/>
                <a:gd name="T6" fmla="*/ 2159 w 3856"/>
                <a:gd name="T7" fmla="*/ 408 h 540"/>
                <a:gd name="T8" fmla="*/ 2475 w 3856"/>
                <a:gd name="T9" fmla="*/ 296 h 540"/>
                <a:gd name="T10" fmla="*/ 3856 w 3856"/>
                <a:gd name="T11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40">
                  <a:moveTo>
                    <a:pt x="0" y="348"/>
                  </a:moveTo>
                  <a:cubicBezTo>
                    <a:pt x="0" y="348"/>
                    <a:pt x="243" y="358"/>
                    <a:pt x="734" y="404"/>
                  </a:cubicBezTo>
                  <a:cubicBezTo>
                    <a:pt x="796" y="410"/>
                    <a:pt x="857" y="419"/>
                    <a:pt x="919" y="429"/>
                  </a:cubicBezTo>
                  <a:cubicBezTo>
                    <a:pt x="1352" y="503"/>
                    <a:pt x="1693" y="540"/>
                    <a:pt x="2159" y="408"/>
                  </a:cubicBezTo>
                  <a:cubicBezTo>
                    <a:pt x="2273" y="376"/>
                    <a:pt x="2376" y="330"/>
                    <a:pt x="2475" y="296"/>
                  </a:cubicBezTo>
                  <a:cubicBezTo>
                    <a:pt x="2910" y="150"/>
                    <a:pt x="3047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Freeform 21"/>
            <p:cNvSpPr/>
            <p:nvPr/>
          </p:nvSpPr>
          <p:spPr bwMode="auto">
            <a:xfrm>
              <a:off x="-941" y="1261"/>
              <a:ext cx="9147" cy="1377"/>
            </a:xfrm>
            <a:custGeom>
              <a:avLst/>
              <a:gdLst>
                <a:gd name="T0" fmla="*/ 0 w 3856"/>
                <a:gd name="T1" fmla="*/ 376 h 580"/>
                <a:gd name="T2" fmla="*/ 738 w 3856"/>
                <a:gd name="T3" fmla="*/ 403 h 580"/>
                <a:gd name="T4" fmla="*/ 923 w 3856"/>
                <a:gd name="T5" fmla="*/ 429 h 580"/>
                <a:gd name="T6" fmla="*/ 2167 w 3856"/>
                <a:gd name="T7" fmla="*/ 456 h 580"/>
                <a:gd name="T8" fmla="*/ 2483 w 3856"/>
                <a:gd name="T9" fmla="*/ 345 h 580"/>
                <a:gd name="T10" fmla="*/ 3856 w 3856"/>
                <a:gd name="T11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580">
                  <a:moveTo>
                    <a:pt x="0" y="376"/>
                  </a:moveTo>
                  <a:cubicBezTo>
                    <a:pt x="0" y="376"/>
                    <a:pt x="245" y="360"/>
                    <a:pt x="738" y="403"/>
                  </a:cubicBezTo>
                  <a:cubicBezTo>
                    <a:pt x="800" y="408"/>
                    <a:pt x="861" y="418"/>
                    <a:pt x="923" y="429"/>
                  </a:cubicBezTo>
                  <a:cubicBezTo>
                    <a:pt x="1355" y="507"/>
                    <a:pt x="1693" y="580"/>
                    <a:pt x="2167" y="456"/>
                  </a:cubicBezTo>
                  <a:cubicBezTo>
                    <a:pt x="2281" y="426"/>
                    <a:pt x="2385" y="381"/>
                    <a:pt x="2483" y="345"/>
                  </a:cubicBezTo>
                  <a:cubicBezTo>
                    <a:pt x="2917" y="190"/>
                    <a:pt x="3060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Freeform 22"/>
            <p:cNvSpPr/>
            <p:nvPr/>
          </p:nvSpPr>
          <p:spPr bwMode="auto">
            <a:xfrm>
              <a:off x="-941" y="1171"/>
              <a:ext cx="9147" cy="1473"/>
            </a:xfrm>
            <a:custGeom>
              <a:avLst/>
              <a:gdLst>
                <a:gd name="T0" fmla="*/ 0 w 3856"/>
                <a:gd name="T1" fmla="*/ 405 h 621"/>
                <a:gd name="T2" fmla="*/ 742 w 3856"/>
                <a:gd name="T3" fmla="*/ 403 h 621"/>
                <a:gd name="T4" fmla="*/ 927 w 3856"/>
                <a:gd name="T5" fmla="*/ 429 h 621"/>
                <a:gd name="T6" fmla="*/ 2174 w 3856"/>
                <a:gd name="T7" fmla="*/ 506 h 621"/>
                <a:gd name="T8" fmla="*/ 2492 w 3856"/>
                <a:gd name="T9" fmla="*/ 395 h 621"/>
                <a:gd name="T10" fmla="*/ 3856 w 3856"/>
                <a:gd name="T11" fmla="*/ 0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21">
                  <a:moveTo>
                    <a:pt x="0" y="405"/>
                  </a:moveTo>
                  <a:cubicBezTo>
                    <a:pt x="0" y="405"/>
                    <a:pt x="246" y="364"/>
                    <a:pt x="742" y="403"/>
                  </a:cubicBezTo>
                  <a:cubicBezTo>
                    <a:pt x="804" y="408"/>
                    <a:pt x="865" y="418"/>
                    <a:pt x="927" y="429"/>
                  </a:cubicBezTo>
                  <a:cubicBezTo>
                    <a:pt x="1358" y="512"/>
                    <a:pt x="1694" y="621"/>
                    <a:pt x="2174" y="506"/>
                  </a:cubicBezTo>
                  <a:cubicBezTo>
                    <a:pt x="2290" y="478"/>
                    <a:pt x="2393" y="433"/>
                    <a:pt x="2492" y="395"/>
                  </a:cubicBezTo>
                  <a:cubicBezTo>
                    <a:pt x="2924" y="231"/>
                    <a:pt x="3074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Freeform 23"/>
            <p:cNvSpPr/>
            <p:nvPr/>
          </p:nvSpPr>
          <p:spPr bwMode="auto">
            <a:xfrm>
              <a:off x="-941" y="1080"/>
              <a:ext cx="9147" cy="1572"/>
            </a:xfrm>
            <a:custGeom>
              <a:avLst/>
              <a:gdLst>
                <a:gd name="T0" fmla="*/ 0 w 3856"/>
                <a:gd name="T1" fmla="*/ 433 h 662"/>
                <a:gd name="T2" fmla="*/ 746 w 3856"/>
                <a:gd name="T3" fmla="*/ 403 h 662"/>
                <a:gd name="T4" fmla="*/ 931 w 3856"/>
                <a:gd name="T5" fmla="*/ 430 h 662"/>
                <a:gd name="T6" fmla="*/ 2182 w 3856"/>
                <a:gd name="T7" fmla="*/ 555 h 662"/>
                <a:gd name="T8" fmla="*/ 2500 w 3856"/>
                <a:gd name="T9" fmla="*/ 445 h 662"/>
                <a:gd name="T10" fmla="*/ 3856 w 3856"/>
                <a:gd name="T11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662">
                  <a:moveTo>
                    <a:pt x="0" y="433"/>
                  </a:moveTo>
                  <a:cubicBezTo>
                    <a:pt x="0" y="433"/>
                    <a:pt x="247" y="367"/>
                    <a:pt x="746" y="403"/>
                  </a:cubicBezTo>
                  <a:cubicBezTo>
                    <a:pt x="808" y="408"/>
                    <a:pt x="869" y="417"/>
                    <a:pt x="931" y="430"/>
                  </a:cubicBezTo>
                  <a:cubicBezTo>
                    <a:pt x="1361" y="517"/>
                    <a:pt x="1694" y="662"/>
                    <a:pt x="2182" y="555"/>
                  </a:cubicBezTo>
                  <a:cubicBezTo>
                    <a:pt x="2298" y="529"/>
                    <a:pt x="2402" y="484"/>
                    <a:pt x="2500" y="445"/>
                  </a:cubicBezTo>
                  <a:cubicBezTo>
                    <a:pt x="2932" y="272"/>
                    <a:pt x="3087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Freeform 24"/>
            <p:cNvSpPr/>
            <p:nvPr/>
          </p:nvSpPr>
          <p:spPr bwMode="auto">
            <a:xfrm>
              <a:off x="-941" y="993"/>
              <a:ext cx="9147" cy="1667"/>
            </a:xfrm>
            <a:custGeom>
              <a:avLst/>
              <a:gdLst>
                <a:gd name="T0" fmla="*/ 0 w 3856"/>
                <a:gd name="T1" fmla="*/ 461 h 702"/>
                <a:gd name="T2" fmla="*/ 749 w 3856"/>
                <a:gd name="T3" fmla="*/ 402 h 702"/>
                <a:gd name="T4" fmla="*/ 935 w 3856"/>
                <a:gd name="T5" fmla="*/ 429 h 702"/>
                <a:gd name="T6" fmla="*/ 2190 w 3856"/>
                <a:gd name="T7" fmla="*/ 603 h 702"/>
                <a:gd name="T8" fmla="*/ 2508 w 3856"/>
                <a:gd name="T9" fmla="*/ 494 h 702"/>
                <a:gd name="T10" fmla="*/ 3856 w 3856"/>
                <a:gd name="T11" fmla="*/ 0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02">
                  <a:moveTo>
                    <a:pt x="0" y="461"/>
                  </a:moveTo>
                  <a:cubicBezTo>
                    <a:pt x="0" y="461"/>
                    <a:pt x="249" y="369"/>
                    <a:pt x="749" y="402"/>
                  </a:cubicBezTo>
                  <a:cubicBezTo>
                    <a:pt x="812" y="407"/>
                    <a:pt x="873" y="416"/>
                    <a:pt x="935" y="429"/>
                  </a:cubicBezTo>
                  <a:cubicBezTo>
                    <a:pt x="1364" y="521"/>
                    <a:pt x="1695" y="702"/>
                    <a:pt x="2190" y="603"/>
                  </a:cubicBezTo>
                  <a:cubicBezTo>
                    <a:pt x="2306" y="580"/>
                    <a:pt x="2410" y="535"/>
                    <a:pt x="2508" y="494"/>
                  </a:cubicBezTo>
                  <a:cubicBezTo>
                    <a:pt x="2939" y="311"/>
                    <a:pt x="3101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Freeform 25"/>
            <p:cNvSpPr/>
            <p:nvPr/>
          </p:nvSpPr>
          <p:spPr bwMode="auto">
            <a:xfrm>
              <a:off x="-941" y="902"/>
              <a:ext cx="9147" cy="1765"/>
            </a:xfrm>
            <a:custGeom>
              <a:avLst/>
              <a:gdLst>
                <a:gd name="T0" fmla="*/ 0 w 3856"/>
                <a:gd name="T1" fmla="*/ 490 h 743"/>
                <a:gd name="T2" fmla="*/ 753 w 3856"/>
                <a:gd name="T3" fmla="*/ 402 h 743"/>
                <a:gd name="T4" fmla="*/ 939 w 3856"/>
                <a:gd name="T5" fmla="*/ 430 h 743"/>
                <a:gd name="T6" fmla="*/ 2198 w 3856"/>
                <a:gd name="T7" fmla="*/ 653 h 743"/>
                <a:gd name="T8" fmla="*/ 2516 w 3856"/>
                <a:gd name="T9" fmla="*/ 543 h 743"/>
                <a:gd name="T10" fmla="*/ 3856 w 3856"/>
                <a:gd name="T11" fmla="*/ 0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43">
                  <a:moveTo>
                    <a:pt x="0" y="490"/>
                  </a:moveTo>
                  <a:cubicBezTo>
                    <a:pt x="0" y="490"/>
                    <a:pt x="250" y="372"/>
                    <a:pt x="753" y="402"/>
                  </a:cubicBezTo>
                  <a:cubicBezTo>
                    <a:pt x="816" y="406"/>
                    <a:pt x="877" y="416"/>
                    <a:pt x="939" y="430"/>
                  </a:cubicBezTo>
                  <a:cubicBezTo>
                    <a:pt x="1367" y="526"/>
                    <a:pt x="1695" y="743"/>
                    <a:pt x="2198" y="653"/>
                  </a:cubicBezTo>
                  <a:cubicBezTo>
                    <a:pt x="2314" y="632"/>
                    <a:pt x="2418" y="587"/>
                    <a:pt x="2516" y="543"/>
                  </a:cubicBezTo>
                  <a:cubicBezTo>
                    <a:pt x="2946" y="352"/>
                    <a:pt x="3115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Freeform 26"/>
            <p:cNvSpPr/>
            <p:nvPr/>
          </p:nvSpPr>
          <p:spPr bwMode="auto">
            <a:xfrm>
              <a:off x="-941" y="812"/>
              <a:ext cx="9147" cy="1862"/>
            </a:xfrm>
            <a:custGeom>
              <a:avLst/>
              <a:gdLst>
                <a:gd name="T0" fmla="*/ 0 w 3856"/>
                <a:gd name="T1" fmla="*/ 519 h 784"/>
                <a:gd name="T2" fmla="*/ 757 w 3856"/>
                <a:gd name="T3" fmla="*/ 402 h 784"/>
                <a:gd name="T4" fmla="*/ 943 w 3856"/>
                <a:gd name="T5" fmla="*/ 430 h 784"/>
                <a:gd name="T6" fmla="*/ 2205 w 3856"/>
                <a:gd name="T7" fmla="*/ 702 h 784"/>
                <a:gd name="T8" fmla="*/ 2525 w 3856"/>
                <a:gd name="T9" fmla="*/ 593 h 784"/>
                <a:gd name="T10" fmla="*/ 3856 w 3856"/>
                <a:gd name="T11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784">
                  <a:moveTo>
                    <a:pt x="0" y="519"/>
                  </a:moveTo>
                  <a:cubicBezTo>
                    <a:pt x="0" y="519"/>
                    <a:pt x="252" y="375"/>
                    <a:pt x="757" y="402"/>
                  </a:cubicBezTo>
                  <a:cubicBezTo>
                    <a:pt x="820" y="406"/>
                    <a:pt x="882" y="416"/>
                    <a:pt x="943" y="430"/>
                  </a:cubicBezTo>
                  <a:cubicBezTo>
                    <a:pt x="1370" y="531"/>
                    <a:pt x="1695" y="784"/>
                    <a:pt x="2205" y="702"/>
                  </a:cubicBezTo>
                  <a:cubicBezTo>
                    <a:pt x="2323" y="683"/>
                    <a:pt x="2427" y="639"/>
                    <a:pt x="2525" y="593"/>
                  </a:cubicBezTo>
                  <a:cubicBezTo>
                    <a:pt x="2953" y="393"/>
                    <a:pt x="3128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Freeform 27"/>
            <p:cNvSpPr/>
            <p:nvPr/>
          </p:nvSpPr>
          <p:spPr bwMode="auto">
            <a:xfrm>
              <a:off x="-941" y="724"/>
              <a:ext cx="9147" cy="1956"/>
            </a:xfrm>
            <a:custGeom>
              <a:avLst/>
              <a:gdLst>
                <a:gd name="T0" fmla="*/ 0 w 3856"/>
                <a:gd name="T1" fmla="*/ 546 h 823"/>
                <a:gd name="T2" fmla="*/ 761 w 3856"/>
                <a:gd name="T3" fmla="*/ 401 h 823"/>
                <a:gd name="T4" fmla="*/ 946 w 3856"/>
                <a:gd name="T5" fmla="*/ 430 h 823"/>
                <a:gd name="T6" fmla="*/ 2213 w 3856"/>
                <a:gd name="T7" fmla="*/ 750 h 823"/>
                <a:gd name="T8" fmla="*/ 2533 w 3856"/>
                <a:gd name="T9" fmla="*/ 642 h 823"/>
                <a:gd name="T10" fmla="*/ 3856 w 3856"/>
                <a:gd name="T11" fmla="*/ 0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23">
                  <a:moveTo>
                    <a:pt x="0" y="546"/>
                  </a:moveTo>
                  <a:cubicBezTo>
                    <a:pt x="0" y="546"/>
                    <a:pt x="253" y="377"/>
                    <a:pt x="761" y="401"/>
                  </a:cubicBezTo>
                  <a:cubicBezTo>
                    <a:pt x="824" y="405"/>
                    <a:pt x="886" y="415"/>
                    <a:pt x="946" y="430"/>
                  </a:cubicBezTo>
                  <a:cubicBezTo>
                    <a:pt x="1373" y="535"/>
                    <a:pt x="1696" y="823"/>
                    <a:pt x="2213" y="750"/>
                  </a:cubicBezTo>
                  <a:cubicBezTo>
                    <a:pt x="2331" y="734"/>
                    <a:pt x="2435" y="690"/>
                    <a:pt x="2533" y="642"/>
                  </a:cubicBezTo>
                  <a:cubicBezTo>
                    <a:pt x="2960" y="432"/>
                    <a:pt x="3142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Freeform 28"/>
            <p:cNvSpPr/>
            <p:nvPr/>
          </p:nvSpPr>
          <p:spPr bwMode="auto">
            <a:xfrm>
              <a:off x="-941" y="634"/>
              <a:ext cx="9147" cy="2052"/>
            </a:xfrm>
            <a:custGeom>
              <a:avLst/>
              <a:gdLst>
                <a:gd name="T0" fmla="*/ 0 w 3856"/>
                <a:gd name="T1" fmla="*/ 575 h 864"/>
                <a:gd name="T2" fmla="*/ 764 w 3856"/>
                <a:gd name="T3" fmla="*/ 402 h 864"/>
                <a:gd name="T4" fmla="*/ 950 w 3856"/>
                <a:gd name="T5" fmla="*/ 430 h 864"/>
                <a:gd name="T6" fmla="*/ 2221 w 3856"/>
                <a:gd name="T7" fmla="*/ 800 h 864"/>
                <a:gd name="T8" fmla="*/ 2541 w 3856"/>
                <a:gd name="T9" fmla="*/ 692 h 864"/>
                <a:gd name="T10" fmla="*/ 3856 w 3856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864">
                  <a:moveTo>
                    <a:pt x="0" y="575"/>
                  </a:moveTo>
                  <a:cubicBezTo>
                    <a:pt x="0" y="575"/>
                    <a:pt x="254" y="380"/>
                    <a:pt x="764" y="402"/>
                  </a:cubicBezTo>
                  <a:cubicBezTo>
                    <a:pt x="828" y="404"/>
                    <a:pt x="890" y="415"/>
                    <a:pt x="950" y="430"/>
                  </a:cubicBezTo>
                  <a:cubicBezTo>
                    <a:pt x="1376" y="540"/>
                    <a:pt x="1696" y="864"/>
                    <a:pt x="2221" y="800"/>
                  </a:cubicBezTo>
                  <a:cubicBezTo>
                    <a:pt x="2339" y="785"/>
                    <a:pt x="2444" y="742"/>
                    <a:pt x="2541" y="692"/>
                  </a:cubicBezTo>
                  <a:cubicBezTo>
                    <a:pt x="2967" y="473"/>
                    <a:pt x="3155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Freeform 29"/>
            <p:cNvSpPr/>
            <p:nvPr/>
          </p:nvSpPr>
          <p:spPr bwMode="auto">
            <a:xfrm>
              <a:off x="-941" y="544"/>
              <a:ext cx="9147" cy="2146"/>
            </a:xfrm>
            <a:custGeom>
              <a:avLst/>
              <a:gdLst>
                <a:gd name="T0" fmla="*/ 0 w 3856"/>
                <a:gd name="T1" fmla="*/ 604 h 904"/>
                <a:gd name="T2" fmla="*/ 768 w 3856"/>
                <a:gd name="T3" fmla="*/ 402 h 904"/>
                <a:gd name="T4" fmla="*/ 954 w 3856"/>
                <a:gd name="T5" fmla="*/ 431 h 904"/>
                <a:gd name="T6" fmla="*/ 2228 w 3856"/>
                <a:gd name="T7" fmla="*/ 849 h 904"/>
                <a:gd name="T8" fmla="*/ 2549 w 3856"/>
                <a:gd name="T9" fmla="*/ 742 h 904"/>
                <a:gd name="T10" fmla="*/ 3856 w 3856"/>
                <a:gd name="T1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904">
                  <a:moveTo>
                    <a:pt x="0" y="604"/>
                  </a:moveTo>
                  <a:cubicBezTo>
                    <a:pt x="0" y="604"/>
                    <a:pt x="256" y="383"/>
                    <a:pt x="768" y="402"/>
                  </a:cubicBezTo>
                  <a:cubicBezTo>
                    <a:pt x="832" y="404"/>
                    <a:pt x="894" y="414"/>
                    <a:pt x="954" y="431"/>
                  </a:cubicBezTo>
                  <a:cubicBezTo>
                    <a:pt x="1379" y="545"/>
                    <a:pt x="1697" y="904"/>
                    <a:pt x="2228" y="849"/>
                  </a:cubicBezTo>
                  <a:cubicBezTo>
                    <a:pt x="2347" y="837"/>
                    <a:pt x="2452" y="794"/>
                    <a:pt x="2549" y="742"/>
                  </a:cubicBezTo>
                  <a:cubicBezTo>
                    <a:pt x="2975" y="514"/>
                    <a:pt x="3169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Freeform 30"/>
            <p:cNvSpPr/>
            <p:nvPr/>
          </p:nvSpPr>
          <p:spPr bwMode="auto">
            <a:xfrm>
              <a:off x="-941" y="456"/>
              <a:ext cx="9147" cy="2242"/>
            </a:xfrm>
            <a:custGeom>
              <a:avLst/>
              <a:gdLst>
                <a:gd name="T0" fmla="*/ 0 w 3856"/>
                <a:gd name="T1" fmla="*/ 632 h 944"/>
                <a:gd name="T2" fmla="*/ 772 w 3856"/>
                <a:gd name="T3" fmla="*/ 401 h 944"/>
                <a:gd name="T4" fmla="*/ 958 w 3856"/>
                <a:gd name="T5" fmla="*/ 430 h 944"/>
                <a:gd name="T6" fmla="*/ 2236 w 3856"/>
                <a:gd name="T7" fmla="*/ 897 h 944"/>
                <a:gd name="T8" fmla="*/ 2558 w 3856"/>
                <a:gd name="T9" fmla="*/ 790 h 944"/>
                <a:gd name="T10" fmla="*/ 3856 w 3856"/>
                <a:gd name="T11" fmla="*/ 0 h 9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944">
                  <a:moveTo>
                    <a:pt x="0" y="632"/>
                  </a:moveTo>
                  <a:cubicBezTo>
                    <a:pt x="0" y="632"/>
                    <a:pt x="257" y="385"/>
                    <a:pt x="772" y="401"/>
                  </a:cubicBezTo>
                  <a:cubicBezTo>
                    <a:pt x="836" y="403"/>
                    <a:pt x="898" y="413"/>
                    <a:pt x="958" y="430"/>
                  </a:cubicBezTo>
                  <a:cubicBezTo>
                    <a:pt x="1382" y="549"/>
                    <a:pt x="1697" y="944"/>
                    <a:pt x="2236" y="897"/>
                  </a:cubicBezTo>
                  <a:cubicBezTo>
                    <a:pt x="2355" y="887"/>
                    <a:pt x="2461" y="845"/>
                    <a:pt x="2558" y="790"/>
                  </a:cubicBezTo>
                  <a:cubicBezTo>
                    <a:pt x="2982" y="554"/>
                    <a:pt x="3183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Freeform 31"/>
            <p:cNvSpPr/>
            <p:nvPr/>
          </p:nvSpPr>
          <p:spPr bwMode="auto">
            <a:xfrm>
              <a:off x="-941" y="366"/>
              <a:ext cx="9147" cy="2337"/>
            </a:xfrm>
            <a:custGeom>
              <a:avLst/>
              <a:gdLst>
                <a:gd name="T0" fmla="*/ 0 w 3856"/>
                <a:gd name="T1" fmla="*/ 661 h 984"/>
                <a:gd name="T2" fmla="*/ 775 w 3856"/>
                <a:gd name="T3" fmla="*/ 401 h 984"/>
                <a:gd name="T4" fmla="*/ 962 w 3856"/>
                <a:gd name="T5" fmla="*/ 431 h 984"/>
                <a:gd name="T6" fmla="*/ 2244 w 3856"/>
                <a:gd name="T7" fmla="*/ 947 h 984"/>
                <a:gd name="T8" fmla="*/ 2566 w 3856"/>
                <a:gd name="T9" fmla="*/ 840 h 984"/>
                <a:gd name="T10" fmla="*/ 3856 w 3856"/>
                <a:gd name="T11" fmla="*/ 0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984">
                  <a:moveTo>
                    <a:pt x="0" y="661"/>
                  </a:moveTo>
                  <a:cubicBezTo>
                    <a:pt x="0" y="661"/>
                    <a:pt x="258" y="389"/>
                    <a:pt x="775" y="401"/>
                  </a:cubicBezTo>
                  <a:cubicBezTo>
                    <a:pt x="840" y="402"/>
                    <a:pt x="902" y="413"/>
                    <a:pt x="962" y="431"/>
                  </a:cubicBezTo>
                  <a:cubicBezTo>
                    <a:pt x="1385" y="554"/>
                    <a:pt x="1698" y="984"/>
                    <a:pt x="2244" y="947"/>
                  </a:cubicBezTo>
                  <a:cubicBezTo>
                    <a:pt x="2364" y="939"/>
                    <a:pt x="2469" y="897"/>
                    <a:pt x="2566" y="840"/>
                  </a:cubicBezTo>
                  <a:cubicBezTo>
                    <a:pt x="2989" y="594"/>
                    <a:pt x="3196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Freeform 32"/>
            <p:cNvSpPr/>
            <p:nvPr/>
          </p:nvSpPr>
          <p:spPr bwMode="auto">
            <a:xfrm>
              <a:off x="-941" y="275"/>
              <a:ext cx="9147" cy="2432"/>
            </a:xfrm>
            <a:custGeom>
              <a:avLst/>
              <a:gdLst>
                <a:gd name="T0" fmla="*/ 0 w 3856"/>
                <a:gd name="T1" fmla="*/ 689 h 1024"/>
                <a:gd name="T2" fmla="*/ 779 w 3856"/>
                <a:gd name="T3" fmla="*/ 401 h 1024"/>
                <a:gd name="T4" fmla="*/ 966 w 3856"/>
                <a:gd name="T5" fmla="*/ 431 h 1024"/>
                <a:gd name="T6" fmla="*/ 2251 w 3856"/>
                <a:gd name="T7" fmla="*/ 996 h 1024"/>
                <a:gd name="T8" fmla="*/ 2574 w 3856"/>
                <a:gd name="T9" fmla="*/ 890 h 1024"/>
                <a:gd name="T10" fmla="*/ 3856 w 3856"/>
                <a:gd name="T11" fmla="*/ 0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1024">
                  <a:moveTo>
                    <a:pt x="0" y="689"/>
                  </a:moveTo>
                  <a:cubicBezTo>
                    <a:pt x="0" y="689"/>
                    <a:pt x="260" y="392"/>
                    <a:pt x="779" y="401"/>
                  </a:cubicBezTo>
                  <a:cubicBezTo>
                    <a:pt x="844" y="402"/>
                    <a:pt x="906" y="413"/>
                    <a:pt x="966" y="431"/>
                  </a:cubicBezTo>
                  <a:cubicBezTo>
                    <a:pt x="1388" y="559"/>
                    <a:pt x="1698" y="1024"/>
                    <a:pt x="2251" y="996"/>
                  </a:cubicBezTo>
                  <a:cubicBezTo>
                    <a:pt x="2372" y="990"/>
                    <a:pt x="2477" y="949"/>
                    <a:pt x="2574" y="890"/>
                  </a:cubicBezTo>
                  <a:cubicBezTo>
                    <a:pt x="2996" y="635"/>
                    <a:pt x="3210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-941" y="185"/>
              <a:ext cx="9147" cy="2527"/>
            </a:xfrm>
            <a:custGeom>
              <a:avLst/>
              <a:gdLst>
                <a:gd name="T0" fmla="*/ 0 w 3856"/>
                <a:gd name="T1" fmla="*/ 718 h 1064"/>
                <a:gd name="T2" fmla="*/ 783 w 3856"/>
                <a:gd name="T3" fmla="*/ 401 h 1064"/>
                <a:gd name="T4" fmla="*/ 970 w 3856"/>
                <a:gd name="T5" fmla="*/ 432 h 1064"/>
                <a:gd name="T6" fmla="*/ 2259 w 3856"/>
                <a:gd name="T7" fmla="*/ 1046 h 1064"/>
                <a:gd name="T8" fmla="*/ 2582 w 3856"/>
                <a:gd name="T9" fmla="*/ 940 h 1064"/>
                <a:gd name="T10" fmla="*/ 3856 w 3856"/>
                <a:gd name="T11" fmla="*/ 0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1064">
                  <a:moveTo>
                    <a:pt x="0" y="718"/>
                  </a:moveTo>
                  <a:cubicBezTo>
                    <a:pt x="0" y="718"/>
                    <a:pt x="261" y="395"/>
                    <a:pt x="783" y="401"/>
                  </a:cubicBezTo>
                  <a:cubicBezTo>
                    <a:pt x="848" y="402"/>
                    <a:pt x="910" y="413"/>
                    <a:pt x="970" y="432"/>
                  </a:cubicBezTo>
                  <a:cubicBezTo>
                    <a:pt x="1391" y="564"/>
                    <a:pt x="1699" y="1064"/>
                    <a:pt x="2259" y="1046"/>
                  </a:cubicBezTo>
                  <a:cubicBezTo>
                    <a:pt x="2380" y="1042"/>
                    <a:pt x="2486" y="1001"/>
                    <a:pt x="2582" y="940"/>
                  </a:cubicBezTo>
                  <a:cubicBezTo>
                    <a:pt x="3003" y="676"/>
                    <a:pt x="3223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Freeform 34"/>
            <p:cNvSpPr/>
            <p:nvPr/>
          </p:nvSpPr>
          <p:spPr bwMode="auto">
            <a:xfrm>
              <a:off x="-941" y="97"/>
              <a:ext cx="9147" cy="2620"/>
            </a:xfrm>
            <a:custGeom>
              <a:avLst/>
              <a:gdLst>
                <a:gd name="T0" fmla="*/ 0 w 3856"/>
                <a:gd name="T1" fmla="*/ 746 h 1103"/>
                <a:gd name="T2" fmla="*/ 787 w 3856"/>
                <a:gd name="T3" fmla="*/ 400 h 1103"/>
                <a:gd name="T4" fmla="*/ 974 w 3856"/>
                <a:gd name="T5" fmla="*/ 431 h 1103"/>
                <a:gd name="T6" fmla="*/ 2267 w 3856"/>
                <a:gd name="T7" fmla="*/ 1094 h 1103"/>
                <a:gd name="T8" fmla="*/ 2591 w 3856"/>
                <a:gd name="T9" fmla="*/ 989 h 1103"/>
                <a:gd name="T10" fmla="*/ 3856 w 3856"/>
                <a:gd name="T11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6" h="1103">
                  <a:moveTo>
                    <a:pt x="0" y="746"/>
                  </a:moveTo>
                  <a:cubicBezTo>
                    <a:pt x="0" y="746"/>
                    <a:pt x="262" y="397"/>
                    <a:pt x="787" y="400"/>
                  </a:cubicBezTo>
                  <a:cubicBezTo>
                    <a:pt x="852" y="400"/>
                    <a:pt x="914" y="412"/>
                    <a:pt x="974" y="431"/>
                  </a:cubicBezTo>
                  <a:cubicBezTo>
                    <a:pt x="1394" y="568"/>
                    <a:pt x="1699" y="1103"/>
                    <a:pt x="2267" y="1094"/>
                  </a:cubicBezTo>
                  <a:cubicBezTo>
                    <a:pt x="2389" y="1092"/>
                    <a:pt x="2494" y="1052"/>
                    <a:pt x="2591" y="989"/>
                  </a:cubicBezTo>
                  <a:cubicBezTo>
                    <a:pt x="3010" y="716"/>
                    <a:pt x="3237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Freeform 35"/>
            <p:cNvSpPr/>
            <p:nvPr/>
          </p:nvSpPr>
          <p:spPr bwMode="auto">
            <a:xfrm>
              <a:off x="-941" y="7"/>
              <a:ext cx="9147" cy="2714"/>
            </a:xfrm>
            <a:custGeom>
              <a:avLst/>
              <a:gdLst>
                <a:gd name="T0" fmla="*/ 0 w 3856"/>
                <a:gd name="T1" fmla="*/ 775 h 1143"/>
                <a:gd name="T2" fmla="*/ 790 w 3856"/>
                <a:gd name="T3" fmla="*/ 400 h 1143"/>
                <a:gd name="T4" fmla="*/ 2274 w 3856"/>
                <a:gd name="T5" fmla="*/ 1143 h 1143"/>
                <a:gd name="T6" fmla="*/ 3856 w 3856"/>
                <a:gd name="T7" fmla="*/ 0 h 1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56" h="1143">
                  <a:moveTo>
                    <a:pt x="0" y="775"/>
                  </a:moveTo>
                  <a:cubicBezTo>
                    <a:pt x="0" y="775"/>
                    <a:pt x="264" y="400"/>
                    <a:pt x="790" y="400"/>
                  </a:cubicBezTo>
                  <a:cubicBezTo>
                    <a:pt x="1317" y="400"/>
                    <a:pt x="1619" y="1143"/>
                    <a:pt x="2274" y="1143"/>
                  </a:cubicBezTo>
                  <a:cubicBezTo>
                    <a:pt x="2930" y="1143"/>
                    <a:pt x="3112" y="0"/>
                    <a:pt x="3856" y="0"/>
                  </a:cubicBezTo>
                </a:path>
              </a:pathLst>
            </a:custGeom>
            <a:noFill/>
            <a:ln w="9525" cap="flat">
              <a:solidFill>
                <a:schemeClr val="accent3">
                  <a:lumMod val="20000"/>
                  <a:lumOff val="80000"/>
                </a:schemeClr>
              </a:solidFill>
              <a:prstDash val="solid"/>
              <a:miter lim="800000"/>
            </a:ln>
          </p:spPr>
          <p:txBody>
            <a:bodyPr/>
            <a:lstStyle/>
            <a:p>
              <a:pPr marL="0" marR="0" lvl="0" indent="0" algn="l" defTabSz="107505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</p:sldLayoutIdLst>
  <p:hf sldNum="0" hdr="0" ftr="0" dt="0"/>
  <p:txStyles>
    <p:titleStyle>
      <a:lvl1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127952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1279525" rtl="0" fontAlgn="base">
        <a:lnSpc>
          <a:spcPct val="90000"/>
        </a:lnSpc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319405" indent="-319405" algn="l" defTabSz="1279525" rtl="0" eaLnBrk="0" fontAlgn="base" hangingPunct="0">
        <a:lnSpc>
          <a:spcPct val="90000"/>
        </a:lnSpc>
        <a:spcBef>
          <a:spcPts val="14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58850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indent="-319405" algn="l" defTabSz="1279525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53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jpe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Layout" Target="../slideLayouts/slideLayout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image" Target="../media/image21.png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image" Target="../media/image23.png"/><Relationship Id="rId2" Type="http://schemas.openxmlformats.org/officeDocument/2006/relationships/tags" Target="../tags/tag20.xml"/><Relationship Id="rId16" Type="http://schemas.openxmlformats.org/officeDocument/2006/relationships/image" Target="../media/image22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slideLayout" Target="../slideLayouts/slideLayout14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1046460" y="3288665"/>
            <a:ext cx="5552440" cy="3723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960" dirty="0"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48020" y="3288665"/>
            <a:ext cx="4648835" cy="3723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960" dirty="0"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1170" y="3288665"/>
            <a:ext cx="4625975" cy="3723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960" dirty="0"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29418" y="755144"/>
            <a:ext cx="8540675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2240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제품 전략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5574483" y="3735057"/>
            <a:ext cx="4985512" cy="4707891"/>
            <a:chOff x="8522335" y="2667898"/>
            <a:chExt cx="3561080" cy="3362779"/>
          </a:xfrm>
        </p:grpSpPr>
        <p:sp>
          <p:nvSpPr>
            <p:cNvPr id="6" name="矩形 5"/>
            <p:cNvSpPr/>
            <p:nvPr/>
          </p:nvSpPr>
          <p:spPr>
            <a:xfrm>
              <a:off x="8646160" y="5211527"/>
              <a:ext cx="3320143" cy="819150"/>
            </a:xfrm>
            <a:prstGeom prst="rect">
              <a:avLst/>
            </a:prstGeom>
            <a:solidFill>
              <a:srgbClr val="0070C0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60" dirty="0">
                  <a:latin typeface="思源黑体 CN Light" pitchFamily="34" charset="-122"/>
                  <a:ea typeface="思源黑体 CN Light" pitchFamily="34" charset="-122"/>
                </a:rPr>
                <a:t>M&amp;C 산학융합</a:t>
              </a:r>
            </a:p>
            <a:p>
              <a:pPr algn="ctr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40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Integration Between Industry &amp; Education</a:t>
              </a:r>
              <a:endParaRPr lang="en-US" altLang="zh-CN" sz="1960" dirty="0">
                <a:latin typeface="思源黑体 CN Light" pitchFamily="34" charset="-122"/>
                <a:ea typeface="思源黑体 CN Light" pitchFamily="34" charset="-122"/>
              </a:endParaRPr>
            </a:p>
          </p:txBody>
        </p:sp>
        <p:pic>
          <p:nvPicPr>
            <p:cNvPr id="12" name="图片 11" descr="产教融合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22335" y="2667898"/>
              <a:ext cx="3561080" cy="2418080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11045307" y="4128321"/>
            <a:ext cx="5578105" cy="4314881"/>
            <a:chOff x="4282069" y="2948800"/>
            <a:chExt cx="3984361" cy="3082058"/>
          </a:xfrm>
        </p:grpSpPr>
        <p:sp>
          <p:nvSpPr>
            <p:cNvPr id="11" name="矩形 10"/>
            <p:cNvSpPr/>
            <p:nvPr/>
          </p:nvSpPr>
          <p:spPr>
            <a:xfrm>
              <a:off x="4288765" y="5211708"/>
              <a:ext cx="3977665" cy="8191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M&amp;C 유연 제조 자동화 시스템 솔루션</a:t>
              </a:r>
              <a:r>
                <a:rPr lang="en-US" altLang="zh-CN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MFMS</a:t>
              </a:r>
            </a:p>
            <a:p>
              <a:pPr algn="ctr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40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Flexible Manufacturing Automation System Solution MFMS</a:t>
              </a:r>
            </a:p>
          </p:txBody>
        </p:sp>
        <p:pic>
          <p:nvPicPr>
            <p:cNvPr id="13" name="图片 12" descr="模德宝柔性制造自动化系统FM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2069" y="2948800"/>
              <a:ext cx="3948793" cy="1695903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445390" y="3102979"/>
            <a:ext cx="4652137" cy="5340223"/>
            <a:chOff x="318135" y="2216413"/>
            <a:chExt cx="3322955" cy="3814445"/>
          </a:xfrm>
        </p:grpSpPr>
        <p:sp>
          <p:nvSpPr>
            <p:cNvPr id="8" name="矩形 7"/>
            <p:cNvSpPr/>
            <p:nvPr/>
          </p:nvSpPr>
          <p:spPr>
            <a:xfrm>
              <a:off x="318135" y="5211708"/>
              <a:ext cx="3322955" cy="819150"/>
            </a:xfrm>
            <a:prstGeom prst="rect">
              <a:avLst/>
            </a:prstGeom>
            <a:solidFill>
              <a:srgbClr val="0070C0">
                <a:alpha val="59000"/>
              </a:srgb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M&amp;C 스마트 제조 클라우드 플랫폼(</a:t>
              </a:r>
              <a:r>
                <a:rPr lang="en-US" altLang="zh-CN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MES</a:t>
              </a:r>
              <a:r>
                <a:rPr lang="zh-CN" altLang="en-US" sz="196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시스템)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latin typeface="思源黑体 CN Light" pitchFamily="34" charset="-122"/>
                  <a:ea typeface="思源黑体 CN Light" pitchFamily="34" charset="-122"/>
                </a:rPr>
                <a:t>Moldyun Intelligent Manufacturing Cloud Platform</a:t>
              </a:r>
            </a:p>
          </p:txBody>
        </p:sp>
        <p:pic>
          <p:nvPicPr>
            <p:cNvPr id="15" name="图片 14" descr="模云智能制造云平台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610" y="2216413"/>
              <a:ext cx="2869565" cy="2869565"/>
            </a:xfrm>
            <a:prstGeom prst="rect">
              <a:avLst/>
            </a:prstGeom>
          </p:spPr>
        </p:pic>
      </p:grpSp>
      <p:sp>
        <p:nvSpPr>
          <p:cNvPr id="20" name="矩形: 圆角 19"/>
          <p:cNvSpPr/>
          <p:nvPr/>
        </p:nvSpPr>
        <p:spPr>
          <a:xfrm>
            <a:off x="5555823" y="1591325"/>
            <a:ext cx="5957154" cy="1411357"/>
          </a:xfrm>
          <a:prstGeom prst="roundRect">
            <a:avLst/>
          </a:prstGeom>
          <a:noFill/>
          <a:ln w="6350">
            <a:solidFill>
              <a:srgbClr val="0A6D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940" dirty="0"/>
          </a:p>
        </p:txBody>
      </p:sp>
      <p:cxnSp>
        <p:nvCxnSpPr>
          <p:cNvPr id="22" name="连接符: 肘形 21"/>
          <p:cNvCxnSpPr>
            <a:stCxn id="20" idx="1"/>
            <a:endCxn id="15" idx="0"/>
          </p:cNvCxnSpPr>
          <p:nvPr/>
        </p:nvCxnSpPr>
        <p:spPr>
          <a:xfrm rot="10800000" flipV="1">
            <a:off x="2618550" y="2297003"/>
            <a:ext cx="2937273" cy="520225"/>
          </a:xfrm>
          <a:prstGeom prst="bentConnector2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>
            <a:stCxn id="20" idx="3"/>
          </p:cNvCxnSpPr>
          <p:nvPr/>
        </p:nvCxnSpPr>
        <p:spPr>
          <a:xfrm>
            <a:off x="11512978" y="2297004"/>
            <a:ext cx="2717572" cy="683488"/>
          </a:xfrm>
          <a:prstGeom prst="bentConnector2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 descr="图片包含 游戏机&#10;&#10;描述已自动生成"/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1" b="12061"/>
          <a:stretch>
            <a:fillRect/>
          </a:stretch>
        </p:blipFill>
        <p:spPr>
          <a:xfrm>
            <a:off x="6109496" y="1700371"/>
            <a:ext cx="2049184" cy="1116857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2" name="图片 31" descr="卡通人物&#10;&#10;低可信度描述已自动生成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890" y="1756523"/>
            <a:ext cx="1869790" cy="1139403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1675974" y="403590"/>
            <a:ext cx="1255394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제품 범위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15"/>
              </a:spcBef>
            </a:pPr>
            <a:r>
              <a:rPr sz="1400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Product</a:t>
            </a:r>
            <a:r>
              <a:rPr sz="1400" kern="0" spc="19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2" name="path 292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" name="textbox 294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6" name="path 296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783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ip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29418" y="755144"/>
            <a:ext cx="8540675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2240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제품 전략</a:t>
            </a:r>
          </a:p>
        </p:txBody>
      </p:sp>
      <p:sp>
        <p:nvSpPr>
          <p:cNvPr id="290" name="textbox 290"/>
          <p:cNvSpPr/>
          <p:nvPr/>
        </p:nvSpPr>
        <p:spPr>
          <a:xfrm>
            <a:off x="1675973" y="403590"/>
            <a:ext cx="1850997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9000"/>
              </a:lnSpc>
            </a:pPr>
            <a:r>
              <a:rPr lang="ko-KR" sz="2200" b="1" kern="0" spc="3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연구개발센터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15"/>
              </a:spcBef>
            </a:pPr>
            <a:r>
              <a:rPr sz="1400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Product</a:t>
            </a:r>
            <a:r>
              <a:rPr sz="1400" kern="0" spc="19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2" name="path 292"/>
          <p:cNvSpPr/>
          <p:nvPr/>
        </p:nvSpPr>
        <p:spPr>
          <a:xfrm>
            <a:off x="470395" y="1051559"/>
            <a:ext cx="1612799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4" name="textbox 294"/>
          <p:cNvSpPr/>
          <p:nvPr/>
        </p:nvSpPr>
        <p:spPr>
          <a:xfrm>
            <a:off x="487577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001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6" name="path 296"/>
          <p:cNvSpPr/>
          <p:nvPr/>
        </p:nvSpPr>
        <p:spPr>
          <a:xfrm>
            <a:off x="1554523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0028" y="1305851"/>
            <a:ext cx="16128365" cy="8046085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2184400" y="6338054"/>
            <a:ext cx="12700000" cy="21510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315" algn="l" rtl="0" eaLnBrk="0">
              <a:lnSpc>
                <a:spcPct val="100000"/>
              </a:lnSpc>
            </a:pPr>
            <a:r>
              <a:rPr sz="2400" kern="0" spc="6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R&amp;D 중점  현장구현  서비스 중점  지속가능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2000"/>
              </a:lnSpc>
            </a:pP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7200" b="1" kern="0" spc="5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고품질 정밀제조 연구개발센터</a:t>
            </a:r>
            <a:endParaRPr sz="7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4882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ip dir="r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8" name="picture 15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284217" y="11172"/>
            <a:ext cx="12784582" cy="9590023"/>
          </a:xfrm>
          <a:prstGeom prst="rect">
            <a:avLst/>
          </a:prstGeom>
        </p:spPr>
      </p:pic>
      <p:sp>
        <p:nvSpPr>
          <p:cNvPr id="1510" name="rect 1510"/>
          <p:cNvSpPr/>
          <p:nvPr/>
        </p:nvSpPr>
        <p:spPr>
          <a:xfrm>
            <a:off x="0" y="0"/>
            <a:ext cx="4189475" cy="9601197"/>
          </a:xfrm>
          <a:prstGeom prst="rect">
            <a:avLst/>
          </a:prstGeom>
          <a:solidFill>
            <a:srgbClr val="000F3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12" name="textbox 1512"/>
          <p:cNvSpPr/>
          <p:nvPr/>
        </p:nvSpPr>
        <p:spPr>
          <a:xfrm>
            <a:off x="385521" y="1480184"/>
            <a:ext cx="3683000" cy="2392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" algn="l" rtl="0" eaLnBrk="0">
              <a:lnSpc>
                <a:spcPct val="98000"/>
              </a:lnSpc>
            </a:pP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금형 전체 생산 공정에 M&amp;C 스마트 제조 클라우드 플랫폼을 활용할 수 있으며, 다양한 업종·규모·발전 단계의 수요에 대응합니다.</a:t>
            </a:r>
            <a:endParaRPr sz="1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15570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C000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유연 자동화 가공 라인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ct val="93000"/>
              </a:lnSpc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위야오 징이 플라스틱 유한공사</a:t>
            </a:r>
            <a:endParaRPr sz="20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pic>
        <p:nvPicPr>
          <p:cNvPr id="1514" name="picture 15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91691" y="5318632"/>
            <a:ext cx="1934844" cy="1976755"/>
          </a:xfrm>
          <a:prstGeom prst="rect">
            <a:avLst/>
          </a:prstGeom>
        </p:spPr>
      </p:pic>
      <p:graphicFrame>
        <p:nvGraphicFramePr>
          <p:cNvPr id="1516" name="table 15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542902"/>
              </p:ext>
            </p:extLst>
          </p:nvPr>
        </p:nvGraphicFramePr>
        <p:xfrm>
          <a:off x="576262" y="8347075"/>
          <a:ext cx="2981325" cy="786194"/>
        </p:xfrm>
        <a:graphic>
          <a:graphicData uri="http://schemas.openxmlformats.org/drawingml/2006/table">
            <a:tbl>
              <a:tblPr/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4625" indent="0" algn="l" rtl="0" eaLnBrk="0">
                        <a:lnSpc>
                          <a:spcPct val="105000"/>
                        </a:lnSpc>
                        <a:spcBef>
                          <a:spcPts val="5"/>
                        </a:spcBef>
                        <a:tabLst>
                          <a:tab pos="538163" algn="l"/>
                        </a:tabLst>
                      </a:pPr>
                      <a:r>
                        <a:rPr lang="en-US"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Mold</a:t>
                      </a:r>
                      <a:r>
                        <a:rPr lang="ko-KR" altLang="en-US"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(MES)을 </a:t>
                      </a:r>
                      <a:r>
                        <a:rPr sz="1500" b="1" kern="0" spc="90" dirty="0" err="1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기반으로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ko-KR" altLang="en-US"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금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형 작업장 완전 디지털 생산 </a:t>
                      </a:r>
                      <a:r>
                        <a:rPr sz="1500" b="1" kern="0" spc="90" dirty="0" err="1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모델</a:t>
                      </a: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sz="1500" b="1" kern="0" spc="90" dirty="0" err="1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구축</a:t>
                      </a:r>
                      <a:endParaRPr sz="1500" b="1" kern="0" spc="90" dirty="0">
                        <a:solidFill>
                          <a:srgbClr val="FFC000">
                            <a:alpha val="100000"/>
                          </a:srgb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18" name="textbox 1518"/>
          <p:cNvSpPr/>
          <p:nvPr/>
        </p:nvSpPr>
        <p:spPr>
          <a:xfrm>
            <a:off x="362510" y="497847"/>
            <a:ext cx="3429000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M&amp;C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20955" algn="l" rtl="0" eaLnBrk="0">
              <a:lnSpc>
                <a:spcPct val="93000"/>
              </a:lnSpc>
              <a:spcBef>
                <a:spcPts val="19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스마트 제조 솔루션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sp>
        <p:nvSpPr>
          <p:cNvPr id="1520" name="rect 1520"/>
          <p:cNvSpPr/>
          <p:nvPr/>
        </p:nvSpPr>
        <p:spPr>
          <a:xfrm>
            <a:off x="4181475" y="0"/>
            <a:ext cx="107950" cy="9601197"/>
          </a:xfrm>
          <a:prstGeom prst="rect">
            <a:avLst/>
          </a:prstGeom>
          <a:solidFill>
            <a:srgbClr val="000F3D">
              <a:alpha val="6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22" name="picture 15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4420" y="5330316"/>
            <a:ext cx="930275" cy="1069213"/>
          </a:xfrm>
          <a:prstGeom prst="rect">
            <a:avLst/>
          </a:prstGeom>
        </p:spPr>
      </p:pic>
      <p:pic>
        <p:nvPicPr>
          <p:cNvPr id="1524" name="picture 15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1260" y="6226175"/>
            <a:ext cx="930199" cy="1069213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1091260" y="6226175"/>
            <a:ext cx="930199" cy="1069213"/>
            <a:chOff x="0" y="0"/>
            <a:chExt cx="930199" cy="1069213"/>
          </a:xfrm>
        </p:grpSpPr>
        <p:sp>
          <p:nvSpPr>
            <p:cNvPr id="1526" name="textbox 1526"/>
            <p:cNvSpPr/>
            <p:nvPr/>
          </p:nvSpPr>
          <p:spPr>
            <a:xfrm>
              <a:off x="-12700" y="-12700"/>
              <a:ext cx="955675" cy="1108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유연한 설정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aphicFrame>
        <p:nvGraphicFramePr>
          <p:cNvPr id="1528" name="table 1528"/>
          <p:cNvGraphicFramePr>
            <a:graphicFrameLocks noGrp="1"/>
          </p:cNvGraphicFramePr>
          <p:nvPr/>
        </p:nvGraphicFramePr>
        <p:xfrm>
          <a:off x="593037" y="7995537"/>
          <a:ext cx="1428750" cy="42379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7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언제 어디서나 시스템 접속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0" name="table 1530"/>
          <p:cNvGraphicFramePr>
            <a:graphicFrameLocks noGrp="1"/>
          </p:cNvGraphicFramePr>
          <p:nvPr/>
        </p:nvGraphicFramePr>
        <p:xfrm>
          <a:off x="2128901" y="7983537"/>
          <a:ext cx="1428750" cy="42379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높은 보안의 업무 데이터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2" name="table 1532"/>
          <p:cNvGraphicFramePr>
            <a:graphicFrameLocks noGrp="1"/>
          </p:cNvGraphicFramePr>
          <p:nvPr/>
        </p:nvGraphicFramePr>
        <p:xfrm>
          <a:off x="577850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더 짧은 구현 주기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4" name="table 1534"/>
          <p:cNvGraphicFramePr>
            <a:graphicFrameLocks noGrp="1"/>
          </p:cNvGraphicFramePr>
          <p:nvPr/>
        </p:nvGraphicFramePr>
        <p:xfrm>
          <a:off x="2128901" y="7621523"/>
          <a:ext cx="1428750" cy="42087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9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손쉬운 시스템 운영·유지보수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6" name="textbox 1536"/>
          <p:cNvSpPr/>
          <p:nvPr/>
        </p:nvSpPr>
        <p:spPr>
          <a:xfrm>
            <a:off x="1744141" y="5989701"/>
            <a:ext cx="163004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간편한 조작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전문 서비스</a:t>
            </a:r>
            <a:endParaRPr sz="1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sp>
        <p:nvSpPr>
          <p:cNvPr id="1538" name="path 1538"/>
          <p:cNvSpPr/>
          <p:nvPr/>
        </p:nvSpPr>
        <p:spPr>
          <a:xfrm>
            <a:off x="2883154" y="5551042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62" y="307"/>
                </a:moveTo>
                <a:cubicBezTo>
                  <a:pt x="33" y="307"/>
                  <a:pt x="0" y="285"/>
                  <a:pt x="0" y="258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169"/>
                  <a:pt x="33" y="147"/>
                  <a:pt x="62" y="147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54" y="133"/>
                  <a:pt x="175" y="142"/>
                  <a:pt x="175" y="173"/>
                </a:cubicBezTo>
                <a:cubicBezTo>
                  <a:pt x="175" y="258"/>
                  <a:pt x="175" y="258"/>
                  <a:pt x="175" y="258"/>
                </a:cubicBezTo>
                <a:cubicBezTo>
                  <a:pt x="175" y="285"/>
                  <a:pt x="154" y="307"/>
                  <a:pt x="129" y="307"/>
                </a:cubicBezTo>
                <a:lnTo>
                  <a:pt x="62" y="307"/>
                </a:lnTo>
                <a:close/>
                <a:moveTo>
                  <a:pt x="441" y="26"/>
                </a:moveTo>
                <a:cubicBezTo>
                  <a:pt x="404" y="26"/>
                  <a:pt x="375" y="57"/>
                  <a:pt x="375" y="97"/>
                </a:cubicBezTo>
                <a:cubicBezTo>
                  <a:pt x="375" y="138"/>
                  <a:pt x="404" y="169"/>
                  <a:pt x="441" y="169"/>
                </a:cubicBezTo>
                <a:cubicBezTo>
                  <a:pt x="475" y="169"/>
                  <a:pt x="508" y="138"/>
                  <a:pt x="508" y="97"/>
                </a:cubicBezTo>
                <a:cubicBezTo>
                  <a:pt x="508" y="57"/>
                  <a:pt x="475" y="26"/>
                  <a:pt x="441" y="26"/>
                </a:cubicBezTo>
                <a:moveTo>
                  <a:pt x="350" y="165"/>
                </a:moveTo>
                <a:cubicBezTo>
                  <a:pt x="379" y="182"/>
                  <a:pt x="379" y="182"/>
                  <a:pt x="379" y="182"/>
                </a:cubicBezTo>
                <a:cubicBezTo>
                  <a:pt x="387" y="187"/>
                  <a:pt x="396" y="182"/>
                  <a:pt x="396" y="178"/>
                </a:cubicBezTo>
                <a:cubicBezTo>
                  <a:pt x="400" y="169"/>
                  <a:pt x="396" y="165"/>
                  <a:pt x="387" y="160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62" y="138"/>
                  <a:pt x="358" y="120"/>
                  <a:pt x="358" y="97"/>
                </a:cubicBezTo>
                <a:cubicBezTo>
                  <a:pt x="358" y="49"/>
                  <a:pt x="396" y="9"/>
                  <a:pt x="441" y="9"/>
                </a:cubicBezTo>
                <a:cubicBezTo>
                  <a:pt x="487" y="9"/>
                  <a:pt x="521" y="49"/>
                  <a:pt x="521" y="97"/>
                </a:cubicBezTo>
                <a:cubicBezTo>
                  <a:pt x="521" y="102"/>
                  <a:pt x="521" y="107"/>
                  <a:pt x="521" y="107"/>
                </a:cubicBezTo>
                <a:cubicBezTo>
                  <a:pt x="529" y="107"/>
                  <a:pt x="529" y="107"/>
                  <a:pt x="529" y="107"/>
                </a:cubicBezTo>
                <a:cubicBezTo>
                  <a:pt x="529" y="107"/>
                  <a:pt x="529" y="102"/>
                  <a:pt x="529" y="97"/>
                </a:cubicBezTo>
                <a:cubicBezTo>
                  <a:pt x="529" y="44"/>
                  <a:pt x="491" y="0"/>
                  <a:pt x="441" y="0"/>
                </a:cubicBezTo>
                <a:cubicBezTo>
                  <a:pt x="391" y="0"/>
                  <a:pt x="350" y="44"/>
                  <a:pt x="350" y="97"/>
                </a:cubicBezTo>
                <a:cubicBezTo>
                  <a:pt x="350" y="115"/>
                  <a:pt x="354" y="133"/>
                  <a:pt x="362" y="147"/>
                </a:cubicBezTo>
                <a:cubicBezTo>
                  <a:pt x="358" y="147"/>
                  <a:pt x="358" y="147"/>
                  <a:pt x="358" y="147"/>
                </a:cubicBezTo>
                <a:cubicBezTo>
                  <a:pt x="354" y="142"/>
                  <a:pt x="345" y="142"/>
                  <a:pt x="341" y="151"/>
                </a:cubicBezTo>
                <a:cubicBezTo>
                  <a:pt x="337" y="155"/>
                  <a:pt x="341" y="165"/>
                  <a:pt x="350" y="165"/>
                </a:cubicBezTo>
                <a:moveTo>
                  <a:pt x="533" y="267"/>
                </a:moveTo>
                <a:cubicBezTo>
                  <a:pt x="529" y="258"/>
                  <a:pt x="529" y="253"/>
                  <a:pt x="525" y="245"/>
                </a:cubicBezTo>
                <a:cubicBezTo>
                  <a:pt x="525" y="231"/>
                  <a:pt x="525" y="231"/>
                  <a:pt x="525" y="231"/>
                </a:cubicBezTo>
                <a:cubicBezTo>
                  <a:pt x="521" y="222"/>
                  <a:pt x="508" y="182"/>
                  <a:pt x="441" y="182"/>
                </a:cubicBezTo>
                <a:cubicBezTo>
                  <a:pt x="383" y="182"/>
                  <a:pt x="362" y="222"/>
                  <a:pt x="362" y="231"/>
                </a:cubicBezTo>
                <a:cubicBezTo>
                  <a:pt x="358" y="245"/>
                  <a:pt x="358" y="245"/>
                  <a:pt x="358" y="245"/>
                </a:cubicBezTo>
                <a:cubicBezTo>
                  <a:pt x="354" y="253"/>
                  <a:pt x="354" y="258"/>
                  <a:pt x="354" y="267"/>
                </a:cubicBezTo>
                <a:cubicBezTo>
                  <a:pt x="337" y="334"/>
                  <a:pt x="337" y="334"/>
                  <a:pt x="337" y="334"/>
                </a:cubicBezTo>
                <a:cubicBezTo>
                  <a:pt x="550" y="334"/>
                  <a:pt x="550" y="334"/>
                  <a:pt x="550" y="334"/>
                </a:cubicBezTo>
                <a:lnTo>
                  <a:pt x="533" y="267"/>
                </a:lnTo>
                <a:close/>
                <a:moveTo>
                  <a:pt x="566" y="347"/>
                </a:moveTo>
                <a:cubicBezTo>
                  <a:pt x="566" y="347"/>
                  <a:pt x="566" y="347"/>
                  <a:pt x="566" y="347"/>
                </a:cubicBezTo>
                <a:cubicBezTo>
                  <a:pt x="29" y="347"/>
                  <a:pt x="29" y="347"/>
                  <a:pt x="29" y="347"/>
                </a:cubicBezTo>
                <a:cubicBezTo>
                  <a:pt x="29" y="396"/>
                  <a:pt x="29" y="396"/>
                  <a:pt x="29" y="396"/>
                </a:cubicBezTo>
                <a:cubicBezTo>
                  <a:pt x="521" y="396"/>
                  <a:pt x="521" y="396"/>
                  <a:pt x="521" y="396"/>
                </a:cubicBezTo>
                <a:cubicBezTo>
                  <a:pt x="521" y="623"/>
                  <a:pt x="521" y="623"/>
                  <a:pt x="521" y="623"/>
                </a:cubicBezTo>
                <a:cubicBezTo>
                  <a:pt x="566" y="623"/>
                  <a:pt x="566" y="623"/>
                  <a:pt x="566" y="623"/>
                </a:cubicBezTo>
                <a:cubicBezTo>
                  <a:pt x="566" y="347"/>
                  <a:pt x="566" y="347"/>
                  <a:pt x="566" y="347"/>
                </a:cubicBezTo>
                <a:moveTo>
                  <a:pt x="162" y="334"/>
                </a:moveTo>
                <a:cubicBezTo>
                  <a:pt x="262" y="343"/>
                  <a:pt x="262" y="343"/>
                  <a:pt x="262" y="343"/>
                </a:cubicBezTo>
                <a:cubicBezTo>
                  <a:pt x="262" y="325"/>
                  <a:pt x="262" y="325"/>
                  <a:pt x="262" y="325"/>
                </a:cubicBezTo>
                <a:cubicBezTo>
                  <a:pt x="162" y="316"/>
                  <a:pt x="162" y="316"/>
                  <a:pt x="162" y="316"/>
                </a:cubicBezTo>
                <a:lnTo>
                  <a:pt x="162" y="334"/>
                </a:lnTo>
                <a:close/>
                <a:moveTo>
                  <a:pt x="58" y="338"/>
                </a:moveTo>
                <a:cubicBezTo>
                  <a:pt x="133" y="338"/>
                  <a:pt x="133" y="338"/>
                  <a:pt x="133" y="338"/>
                </a:cubicBezTo>
                <a:cubicBezTo>
                  <a:pt x="133" y="320"/>
                  <a:pt x="133" y="320"/>
                  <a:pt x="133" y="320"/>
                </a:cubicBezTo>
                <a:cubicBezTo>
                  <a:pt x="58" y="320"/>
                  <a:pt x="58" y="320"/>
                  <a:pt x="58" y="320"/>
                </a:cubicBezTo>
                <a:lnTo>
                  <a:pt x="58" y="3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0" name="path 1540"/>
          <p:cNvSpPr/>
          <p:nvPr/>
        </p:nvSpPr>
        <p:spPr>
          <a:xfrm>
            <a:off x="2382139" y="6423659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283" y="245"/>
                </a:moveTo>
                <a:cubicBezTo>
                  <a:pt x="283" y="307"/>
                  <a:pt x="283" y="307"/>
                  <a:pt x="283" y="307"/>
                </a:cubicBezTo>
                <a:cubicBezTo>
                  <a:pt x="55" y="307"/>
                  <a:pt x="55" y="307"/>
                  <a:pt x="55" y="307"/>
                </a:cubicBezTo>
                <a:cubicBezTo>
                  <a:pt x="51" y="289"/>
                  <a:pt x="51" y="267"/>
                  <a:pt x="46" y="245"/>
                </a:cubicBezTo>
                <a:cubicBezTo>
                  <a:pt x="46" y="231"/>
                  <a:pt x="46" y="164"/>
                  <a:pt x="46" y="151"/>
                </a:cubicBezTo>
                <a:cubicBezTo>
                  <a:pt x="162" y="120"/>
                  <a:pt x="222" y="44"/>
                  <a:pt x="283" y="44"/>
                </a:cubicBezTo>
                <a:lnTo>
                  <a:pt x="283" y="245"/>
                </a:lnTo>
                <a:close/>
                <a:moveTo>
                  <a:pt x="283" y="574"/>
                </a:moveTo>
                <a:cubicBezTo>
                  <a:pt x="283" y="574"/>
                  <a:pt x="459" y="512"/>
                  <a:pt x="506" y="307"/>
                </a:cubicBezTo>
                <a:cubicBezTo>
                  <a:pt x="283" y="307"/>
                  <a:pt x="283" y="307"/>
                  <a:pt x="283" y="307"/>
                </a:cubicBezTo>
                <a:lnTo>
                  <a:pt x="283" y="574"/>
                </a:lnTo>
                <a:close/>
                <a:moveTo>
                  <a:pt x="566" y="124"/>
                </a:moveTo>
                <a:cubicBezTo>
                  <a:pt x="566" y="151"/>
                  <a:pt x="566" y="151"/>
                  <a:pt x="566" y="151"/>
                </a:cubicBezTo>
                <a:cubicBezTo>
                  <a:pt x="566" y="160"/>
                  <a:pt x="566" y="231"/>
                  <a:pt x="566" y="245"/>
                </a:cubicBezTo>
                <a:cubicBezTo>
                  <a:pt x="562" y="271"/>
                  <a:pt x="557" y="293"/>
                  <a:pt x="552" y="316"/>
                </a:cubicBezTo>
                <a:cubicBezTo>
                  <a:pt x="501" y="543"/>
                  <a:pt x="306" y="614"/>
                  <a:pt x="297" y="619"/>
                </a:cubicBezTo>
                <a:cubicBezTo>
                  <a:pt x="287" y="623"/>
                  <a:pt x="287" y="623"/>
                  <a:pt x="287" y="623"/>
                </a:cubicBezTo>
                <a:cubicBezTo>
                  <a:pt x="283" y="623"/>
                  <a:pt x="283" y="623"/>
                  <a:pt x="283" y="623"/>
                </a:cubicBezTo>
                <a:cubicBezTo>
                  <a:pt x="283" y="623"/>
                  <a:pt x="278" y="623"/>
                  <a:pt x="278" y="623"/>
                </a:cubicBezTo>
                <a:cubicBezTo>
                  <a:pt x="264" y="619"/>
                  <a:pt x="264" y="619"/>
                  <a:pt x="264" y="619"/>
                </a:cubicBezTo>
                <a:cubicBezTo>
                  <a:pt x="255" y="614"/>
                  <a:pt x="60" y="543"/>
                  <a:pt x="9" y="316"/>
                </a:cubicBezTo>
                <a:cubicBezTo>
                  <a:pt x="4" y="293"/>
                  <a:pt x="0" y="271"/>
                  <a:pt x="0" y="245"/>
                </a:cubicBezTo>
                <a:cubicBezTo>
                  <a:pt x="0" y="231"/>
                  <a:pt x="0" y="160"/>
                  <a:pt x="0" y="151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0"/>
                  <a:pt x="0" y="120"/>
                  <a:pt x="4" y="115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88" y="93"/>
                  <a:pt x="130" y="71"/>
                  <a:pt x="162" y="48"/>
                </a:cubicBezTo>
                <a:cubicBezTo>
                  <a:pt x="204" y="22"/>
                  <a:pt x="241" y="0"/>
                  <a:pt x="283" y="0"/>
                </a:cubicBezTo>
                <a:cubicBezTo>
                  <a:pt x="325" y="0"/>
                  <a:pt x="357" y="22"/>
                  <a:pt x="399" y="48"/>
                </a:cubicBezTo>
                <a:cubicBezTo>
                  <a:pt x="436" y="71"/>
                  <a:pt x="478" y="93"/>
                  <a:pt x="529" y="111"/>
                </a:cubicBezTo>
                <a:cubicBezTo>
                  <a:pt x="557" y="115"/>
                  <a:pt x="557" y="115"/>
                  <a:pt x="557" y="115"/>
                </a:cubicBezTo>
                <a:cubicBezTo>
                  <a:pt x="562" y="120"/>
                  <a:pt x="566" y="120"/>
                  <a:pt x="566" y="124"/>
                </a:cubicBezTo>
                <a:moveTo>
                  <a:pt x="543" y="133"/>
                </a:moveTo>
                <a:cubicBezTo>
                  <a:pt x="525" y="129"/>
                  <a:pt x="525" y="129"/>
                  <a:pt x="525" y="129"/>
                </a:cubicBezTo>
                <a:cubicBezTo>
                  <a:pt x="469" y="111"/>
                  <a:pt x="427" y="84"/>
                  <a:pt x="390" y="62"/>
                </a:cubicBezTo>
                <a:cubicBezTo>
                  <a:pt x="352" y="40"/>
                  <a:pt x="320" y="17"/>
                  <a:pt x="283" y="17"/>
                </a:cubicBezTo>
                <a:cubicBezTo>
                  <a:pt x="246" y="17"/>
                  <a:pt x="213" y="40"/>
                  <a:pt x="176" y="62"/>
                </a:cubicBezTo>
                <a:cubicBezTo>
                  <a:pt x="139" y="84"/>
                  <a:pt x="97" y="111"/>
                  <a:pt x="36" y="129"/>
                </a:cubicBezTo>
                <a:cubicBezTo>
                  <a:pt x="18" y="133"/>
                  <a:pt x="18" y="133"/>
                  <a:pt x="18" y="133"/>
                </a:cubicBezTo>
                <a:cubicBezTo>
                  <a:pt x="18" y="151"/>
                  <a:pt x="18" y="151"/>
                  <a:pt x="18" y="151"/>
                </a:cubicBezTo>
                <a:cubicBezTo>
                  <a:pt x="18" y="164"/>
                  <a:pt x="18" y="231"/>
                  <a:pt x="18" y="245"/>
                </a:cubicBezTo>
                <a:cubicBezTo>
                  <a:pt x="23" y="267"/>
                  <a:pt x="27" y="289"/>
                  <a:pt x="32" y="311"/>
                </a:cubicBezTo>
                <a:cubicBezTo>
                  <a:pt x="78" y="525"/>
                  <a:pt x="264" y="596"/>
                  <a:pt x="273" y="601"/>
                </a:cubicBezTo>
                <a:cubicBezTo>
                  <a:pt x="283" y="601"/>
                  <a:pt x="283" y="601"/>
                  <a:pt x="283" y="601"/>
                </a:cubicBezTo>
                <a:cubicBezTo>
                  <a:pt x="292" y="601"/>
                  <a:pt x="292" y="601"/>
                  <a:pt x="292" y="601"/>
                </a:cubicBezTo>
                <a:cubicBezTo>
                  <a:pt x="302" y="596"/>
                  <a:pt x="487" y="525"/>
                  <a:pt x="534" y="311"/>
                </a:cubicBezTo>
                <a:cubicBezTo>
                  <a:pt x="538" y="289"/>
                  <a:pt x="543" y="267"/>
                  <a:pt x="543" y="245"/>
                </a:cubicBezTo>
                <a:cubicBezTo>
                  <a:pt x="543" y="231"/>
                  <a:pt x="543" y="164"/>
                  <a:pt x="543" y="151"/>
                </a:cubicBezTo>
                <a:lnTo>
                  <a:pt x="543" y="1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2" name="textbox 1542"/>
          <p:cNvSpPr/>
          <p:nvPr/>
        </p:nvSpPr>
        <p:spPr>
          <a:xfrm>
            <a:off x="2217744" y="6840422"/>
            <a:ext cx="754056" cy="21645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안전 보장</a:t>
            </a:r>
            <a:endParaRPr sz="1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sp>
        <p:nvSpPr>
          <p:cNvPr id="1544" name="path 1544"/>
          <p:cNvSpPr/>
          <p:nvPr/>
        </p:nvSpPr>
        <p:spPr>
          <a:xfrm>
            <a:off x="1386687" y="6478073"/>
            <a:ext cx="352450" cy="352113"/>
          </a:xfrm>
          <a:custGeom>
            <a:avLst/>
            <a:gdLst/>
            <a:ahLst/>
            <a:cxnLst/>
            <a:rect l="0" t="0" r="0" b="0"/>
            <a:pathLst>
              <a:path w="555" h="554">
                <a:moveTo>
                  <a:pt x="542" y="351"/>
                </a:moveTo>
                <a:cubicBezTo>
                  <a:pt x="440" y="419"/>
                  <a:pt x="440" y="419"/>
                  <a:pt x="440" y="419"/>
                </a:cubicBezTo>
                <a:cubicBezTo>
                  <a:pt x="428" y="427"/>
                  <a:pt x="402" y="419"/>
                  <a:pt x="406" y="398"/>
                </a:cubicBezTo>
                <a:cubicBezTo>
                  <a:pt x="415" y="355"/>
                  <a:pt x="373" y="309"/>
                  <a:pt x="322" y="343"/>
                </a:cubicBezTo>
                <a:cubicBezTo>
                  <a:pt x="267" y="381"/>
                  <a:pt x="305" y="440"/>
                  <a:pt x="335" y="440"/>
                </a:cubicBezTo>
                <a:cubicBezTo>
                  <a:pt x="373" y="440"/>
                  <a:pt x="351" y="478"/>
                  <a:pt x="351" y="478"/>
                </a:cubicBezTo>
                <a:cubicBezTo>
                  <a:pt x="250" y="546"/>
                  <a:pt x="250" y="546"/>
                  <a:pt x="250" y="546"/>
                </a:cubicBezTo>
                <a:cubicBezTo>
                  <a:pt x="241" y="554"/>
                  <a:pt x="225" y="550"/>
                  <a:pt x="220" y="541"/>
                </a:cubicBezTo>
                <a:cubicBezTo>
                  <a:pt x="144" y="431"/>
                  <a:pt x="144" y="431"/>
                  <a:pt x="144" y="431"/>
                </a:cubicBezTo>
                <a:cubicBezTo>
                  <a:pt x="132" y="427"/>
                  <a:pt x="119" y="427"/>
                  <a:pt x="119" y="453"/>
                </a:cubicBezTo>
                <a:cubicBezTo>
                  <a:pt x="115" y="482"/>
                  <a:pt x="55" y="520"/>
                  <a:pt x="22" y="465"/>
                </a:cubicBezTo>
                <a:cubicBezTo>
                  <a:pt x="-11" y="414"/>
                  <a:pt x="30" y="372"/>
                  <a:pt x="72" y="381"/>
                </a:cubicBezTo>
                <a:cubicBezTo>
                  <a:pt x="89" y="385"/>
                  <a:pt x="98" y="376"/>
                  <a:pt x="102" y="364"/>
                </a:cubicBezTo>
                <a:cubicBezTo>
                  <a:pt x="22" y="249"/>
                  <a:pt x="22" y="249"/>
                  <a:pt x="22" y="249"/>
                </a:cubicBezTo>
                <a:cubicBezTo>
                  <a:pt x="17" y="241"/>
                  <a:pt x="17" y="228"/>
                  <a:pt x="26" y="220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4" y="135"/>
                  <a:pt x="140" y="118"/>
                  <a:pt x="119" y="118"/>
                </a:cubicBezTo>
                <a:cubicBezTo>
                  <a:pt x="89" y="118"/>
                  <a:pt x="51" y="59"/>
                  <a:pt x="106" y="21"/>
                </a:cubicBezTo>
                <a:cubicBezTo>
                  <a:pt x="153" y="-12"/>
                  <a:pt x="199" y="34"/>
                  <a:pt x="191" y="76"/>
                </a:cubicBezTo>
                <a:cubicBezTo>
                  <a:pt x="187" y="89"/>
                  <a:pt x="195" y="97"/>
                  <a:pt x="203" y="101"/>
                </a:cubicBezTo>
                <a:cubicBezTo>
                  <a:pt x="318" y="25"/>
                  <a:pt x="318" y="25"/>
                  <a:pt x="318" y="25"/>
                </a:cubicBezTo>
                <a:cubicBezTo>
                  <a:pt x="330" y="17"/>
                  <a:pt x="343" y="21"/>
                  <a:pt x="347" y="29"/>
                </a:cubicBezTo>
                <a:cubicBezTo>
                  <a:pt x="419" y="131"/>
                  <a:pt x="419" y="131"/>
                  <a:pt x="419" y="131"/>
                </a:cubicBezTo>
                <a:cubicBezTo>
                  <a:pt x="428" y="144"/>
                  <a:pt x="419" y="169"/>
                  <a:pt x="394" y="165"/>
                </a:cubicBezTo>
                <a:cubicBezTo>
                  <a:pt x="351" y="152"/>
                  <a:pt x="309" y="199"/>
                  <a:pt x="339" y="245"/>
                </a:cubicBezTo>
                <a:cubicBezTo>
                  <a:pt x="377" y="300"/>
                  <a:pt x="436" y="262"/>
                  <a:pt x="436" y="232"/>
                </a:cubicBezTo>
                <a:cubicBezTo>
                  <a:pt x="440" y="194"/>
                  <a:pt x="478" y="220"/>
                  <a:pt x="478" y="220"/>
                </a:cubicBezTo>
                <a:cubicBezTo>
                  <a:pt x="546" y="321"/>
                  <a:pt x="546" y="321"/>
                  <a:pt x="546" y="321"/>
                </a:cubicBezTo>
                <a:cubicBezTo>
                  <a:pt x="555" y="330"/>
                  <a:pt x="550" y="343"/>
                  <a:pt x="542" y="351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6" name="path 1546"/>
          <p:cNvSpPr/>
          <p:nvPr/>
        </p:nvSpPr>
        <p:spPr>
          <a:xfrm>
            <a:off x="862838" y="5587619"/>
            <a:ext cx="323938" cy="324103"/>
          </a:xfrm>
          <a:custGeom>
            <a:avLst/>
            <a:gdLst/>
            <a:ahLst/>
            <a:cxnLst/>
            <a:rect l="0" t="0" r="0" b="0"/>
            <a:pathLst>
              <a:path w="510" h="510">
                <a:moveTo>
                  <a:pt x="491" y="79"/>
                </a:moveTo>
                <a:cubicBezTo>
                  <a:pt x="389" y="79"/>
                  <a:pt x="389" y="79"/>
                  <a:pt x="389" y="79"/>
                </a:cubicBezTo>
                <a:cubicBezTo>
                  <a:pt x="389" y="510"/>
                  <a:pt x="389" y="510"/>
                  <a:pt x="389" y="510"/>
                </a:cubicBezTo>
                <a:cubicBezTo>
                  <a:pt x="491" y="510"/>
                  <a:pt x="491" y="510"/>
                  <a:pt x="491" y="510"/>
                </a:cubicBezTo>
                <a:cubicBezTo>
                  <a:pt x="502" y="510"/>
                  <a:pt x="510" y="502"/>
                  <a:pt x="510" y="490"/>
                </a:cubicBezTo>
                <a:cubicBezTo>
                  <a:pt x="510" y="99"/>
                  <a:pt x="510" y="99"/>
                  <a:pt x="510" y="99"/>
                </a:cubicBezTo>
                <a:cubicBezTo>
                  <a:pt x="510" y="87"/>
                  <a:pt x="502" y="79"/>
                  <a:pt x="491" y="79"/>
                </a:cubicBezTo>
                <a:moveTo>
                  <a:pt x="444" y="466"/>
                </a:moveTo>
                <a:cubicBezTo>
                  <a:pt x="444" y="470"/>
                  <a:pt x="440" y="474"/>
                  <a:pt x="437" y="474"/>
                </a:cubicBezTo>
                <a:cubicBezTo>
                  <a:pt x="415" y="474"/>
                  <a:pt x="415" y="474"/>
                  <a:pt x="415" y="474"/>
                </a:cubicBezTo>
                <a:cubicBezTo>
                  <a:pt x="411" y="474"/>
                  <a:pt x="408" y="470"/>
                  <a:pt x="408" y="466"/>
                </a:cubicBezTo>
                <a:cubicBezTo>
                  <a:pt x="408" y="118"/>
                  <a:pt x="408" y="118"/>
                  <a:pt x="408" y="118"/>
                </a:cubicBezTo>
                <a:cubicBezTo>
                  <a:pt x="408" y="114"/>
                  <a:pt x="411" y="110"/>
                  <a:pt x="415" y="110"/>
                </a:cubicBezTo>
                <a:cubicBezTo>
                  <a:pt x="437" y="110"/>
                  <a:pt x="437" y="110"/>
                  <a:pt x="437" y="110"/>
                </a:cubicBezTo>
                <a:cubicBezTo>
                  <a:pt x="440" y="110"/>
                  <a:pt x="444" y="114"/>
                  <a:pt x="444" y="118"/>
                </a:cubicBezTo>
                <a:lnTo>
                  <a:pt x="444" y="466"/>
                </a:lnTo>
                <a:close/>
                <a:moveTo>
                  <a:pt x="491" y="466"/>
                </a:moveTo>
                <a:cubicBezTo>
                  <a:pt x="491" y="470"/>
                  <a:pt x="488" y="474"/>
                  <a:pt x="484" y="474"/>
                </a:cubicBezTo>
                <a:cubicBezTo>
                  <a:pt x="466" y="474"/>
                  <a:pt x="466" y="474"/>
                  <a:pt x="466" y="474"/>
                </a:cubicBezTo>
                <a:cubicBezTo>
                  <a:pt x="462" y="474"/>
                  <a:pt x="459" y="470"/>
                  <a:pt x="459" y="466"/>
                </a:cubicBezTo>
                <a:cubicBezTo>
                  <a:pt x="459" y="118"/>
                  <a:pt x="459" y="118"/>
                  <a:pt x="459" y="118"/>
                </a:cubicBezTo>
                <a:cubicBezTo>
                  <a:pt x="459" y="114"/>
                  <a:pt x="462" y="110"/>
                  <a:pt x="466" y="110"/>
                </a:cubicBezTo>
                <a:cubicBezTo>
                  <a:pt x="484" y="110"/>
                  <a:pt x="484" y="110"/>
                  <a:pt x="484" y="110"/>
                </a:cubicBezTo>
                <a:cubicBezTo>
                  <a:pt x="488" y="110"/>
                  <a:pt x="491" y="114"/>
                  <a:pt x="491" y="118"/>
                </a:cubicBezTo>
                <a:lnTo>
                  <a:pt x="491" y="466"/>
                </a:lnTo>
                <a:close/>
                <a:moveTo>
                  <a:pt x="0" y="67"/>
                </a:moveTo>
                <a:cubicBezTo>
                  <a:pt x="0" y="490"/>
                  <a:pt x="0" y="490"/>
                  <a:pt x="0" y="490"/>
                </a:cubicBezTo>
                <a:cubicBezTo>
                  <a:pt x="0" y="502"/>
                  <a:pt x="7" y="510"/>
                  <a:pt x="18" y="510"/>
                </a:cubicBezTo>
                <a:cubicBezTo>
                  <a:pt x="123" y="510"/>
                  <a:pt x="123" y="510"/>
                  <a:pt x="123" y="510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7" y="47"/>
                  <a:pt x="0" y="55"/>
                  <a:pt x="0" y="67"/>
                </a:cubicBezTo>
                <a:moveTo>
                  <a:pt x="69" y="87"/>
                </a:moveTo>
                <a:cubicBezTo>
                  <a:pt x="69" y="83"/>
                  <a:pt x="72" y="79"/>
                  <a:pt x="76" y="79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102" y="83"/>
                  <a:pt x="102" y="87"/>
                </a:cubicBezTo>
                <a:cubicBezTo>
                  <a:pt x="102" y="466"/>
                  <a:pt x="102" y="466"/>
                  <a:pt x="102" y="466"/>
                </a:cubicBezTo>
                <a:cubicBezTo>
                  <a:pt x="102" y="470"/>
                  <a:pt x="98" y="474"/>
                  <a:pt x="94" y="474"/>
                </a:cubicBezTo>
                <a:cubicBezTo>
                  <a:pt x="76" y="474"/>
                  <a:pt x="76" y="474"/>
                  <a:pt x="76" y="474"/>
                </a:cubicBezTo>
                <a:cubicBezTo>
                  <a:pt x="72" y="474"/>
                  <a:pt x="69" y="470"/>
                  <a:pt x="69" y="466"/>
                </a:cubicBezTo>
                <a:lnTo>
                  <a:pt x="69" y="87"/>
                </a:lnTo>
                <a:close/>
                <a:moveTo>
                  <a:pt x="25" y="79"/>
                </a:moveTo>
                <a:cubicBezTo>
                  <a:pt x="47" y="79"/>
                  <a:pt x="47" y="79"/>
                  <a:pt x="47" y="79"/>
                </a:cubicBezTo>
                <a:cubicBezTo>
                  <a:pt x="51" y="79"/>
                  <a:pt x="54" y="83"/>
                  <a:pt x="54" y="87"/>
                </a:cubicBezTo>
                <a:cubicBezTo>
                  <a:pt x="54" y="466"/>
                  <a:pt x="54" y="466"/>
                  <a:pt x="54" y="466"/>
                </a:cubicBezTo>
                <a:cubicBezTo>
                  <a:pt x="54" y="470"/>
                  <a:pt x="51" y="474"/>
                  <a:pt x="47" y="474"/>
                </a:cubicBezTo>
                <a:cubicBezTo>
                  <a:pt x="25" y="474"/>
                  <a:pt x="25" y="474"/>
                  <a:pt x="25" y="474"/>
                </a:cubicBezTo>
                <a:cubicBezTo>
                  <a:pt x="21" y="474"/>
                  <a:pt x="18" y="470"/>
                  <a:pt x="18" y="466"/>
                </a:cubicBezTo>
                <a:cubicBezTo>
                  <a:pt x="18" y="87"/>
                  <a:pt x="18" y="87"/>
                  <a:pt x="18" y="87"/>
                </a:cubicBezTo>
                <a:cubicBezTo>
                  <a:pt x="18" y="83"/>
                  <a:pt x="21" y="79"/>
                  <a:pt x="25" y="79"/>
                </a:cubicBezTo>
                <a:moveTo>
                  <a:pt x="360" y="0"/>
                </a:moveTo>
                <a:cubicBezTo>
                  <a:pt x="149" y="0"/>
                  <a:pt x="149" y="0"/>
                  <a:pt x="149" y="0"/>
                </a:cubicBezTo>
                <a:cubicBezTo>
                  <a:pt x="138" y="0"/>
                  <a:pt x="131" y="7"/>
                  <a:pt x="131" y="19"/>
                </a:cubicBezTo>
                <a:cubicBezTo>
                  <a:pt x="131" y="490"/>
                  <a:pt x="131" y="490"/>
                  <a:pt x="131" y="490"/>
                </a:cubicBezTo>
                <a:cubicBezTo>
                  <a:pt x="131" y="502"/>
                  <a:pt x="138" y="510"/>
                  <a:pt x="149" y="510"/>
                </a:cubicBezTo>
                <a:cubicBezTo>
                  <a:pt x="214" y="510"/>
                  <a:pt x="214" y="510"/>
                  <a:pt x="214" y="510"/>
                </a:cubicBezTo>
                <a:cubicBezTo>
                  <a:pt x="214" y="435"/>
                  <a:pt x="214" y="435"/>
                  <a:pt x="214" y="435"/>
                </a:cubicBezTo>
                <a:cubicBezTo>
                  <a:pt x="214" y="435"/>
                  <a:pt x="218" y="431"/>
                  <a:pt x="218" y="431"/>
                </a:cubicBezTo>
                <a:cubicBezTo>
                  <a:pt x="291" y="431"/>
                  <a:pt x="291" y="431"/>
                  <a:pt x="291" y="431"/>
                </a:cubicBezTo>
                <a:cubicBezTo>
                  <a:pt x="295" y="431"/>
                  <a:pt x="295" y="435"/>
                  <a:pt x="295" y="435"/>
                </a:cubicBezTo>
                <a:cubicBezTo>
                  <a:pt x="295" y="510"/>
                  <a:pt x="295" y="510"/>
                  <a:pt x="295" y="510"/>
                </a:cubicBezTo>
                <a:cubicBezTo>
                  <a:pt x="360" y="510"/>
                  <a:pt x="360" y="510"/>
                  <a:pt x="360" y="510"/>
                </a:cubicBezTo>
                <a:cubicBezTo>
                  <a:pt x="371" y="510"/>
                  <a:pt x="378" y="502"/>
                  <a:pt x="378" y="490"/>
                </a:cubicBezTo>
                <a:cubicBezTo>
                  <a:pt x="378" y="19"/>
                  <a:pt x="378" y="19"/>
                  <a:pt x="378" y="19"/>
                </a:cubicBezTo>
                <a:cubicBezTo>
                  <a:pt x="378" y="7"/>
                  <a:pt x="371" y="0"/>
                  <a:pt x="360" y="0"/>
                </a:cubicBezTo>
                <a:moveTo>
                  <a:pt x="189" y="407"/>
                </a:moveTo>
                <a:cubicBezTo>
                  <a:pt x="189" y="411"/>
                  <a:pt x="185" y="415"/>
                  <a:pt x="182" y="415"/>
                </a:cubicBezTo>
                <a:cubicBezTo>
                  <a:pt x="160" y="415"/>
                  <a:pt x="160" y="415"/>
                  <a:pt x="160" y="415"/>
                </a:cubicBezTo>
                <a:cubicBezTo>
                  <a:pt x="156" y="415"/>
                  <a:pt x="153" y="411"/>
                  <a:pt x="153" y="407"/>
                </a:cubicBezTo>
                <a:cubicBezTo>
                  <a:pt x="153" y="59"/>
                  <a:pt x="153" y="59"/>
                  <a:pt x="153" y="59"/>
                </a:cubicBezTo>
                <a:cubicBezTo>
                  <a:pt x="153" y="55"/>
                  <a:pt x="156" y="51"/>
                  <a:pt x="160" y="51"/>
                </a:cubicBezTo>
                <a:cubicBezTo>
                  <a:pt x="182" y="51"/>
                  <a:pt x="182" y="51"/>
                  <a:pt x="182" y="51"/>
                </a:cubicBezTo>
                <a:cubicBezTo>
                  <a:pt x="185" y="51"/>
                  <a:pt x="189" y="55"/>
                  <a:pt x="189" y="59"/>
                </a:cubicBezTo>
                <a:lnTo>
                  <a:pt x="189" y="407"/>
                </a:lnTo>
                <a:close/>
                <a:moveTo>
                  <a:pt x="244" y="407"/>
                </a:moveTo>
                <a:cubicBezTo>
                  <a:pt x="244" y="411"/>
                  <a:pt x="240" y="415"/>
                  <a:pt x="236" y="415"/>
                </a:cubicBezTo>
                <a:cubicBezTo>
                  <a:pt x="218" y="415"/>
                  <a:pt x="218" y="415"/>
                  <a:pt x="218" y="415"/>
                </a:cubicBezTo>
                <a:cubicBezTo>
                  <a:pt x="214" y="415"/>
                  <a:pt x="211" y="411"/>
                  <a:pt x="211" y="407"/>
                </a:cubicBezTo>
                <a:cubicBezTo>
                  <a:pt x="211" y="59"/>
                  <a:pt x="211" y="59"/>
                  <a:pt x="211" y="59"/>
                </a:cubicBezTo>
                <a:cubicBezTo>
                  <a:pt x="211" y="55"/>
                  <a:pt x="214" y="51"/>
                  <a:pt x="218" y="51"/>
                </a:cubicBezTo>
                <a:cubicBezTo>
                  <a:pt x="236" y="51"/>
                  <a:pt x="236" y="51"/>
                  <a:pt x="236" y="51"/>
                </a:cubicBezTo>
                <a:cubicBezTo>
                  <a:pt x="240" y="51"/>
                  <a:pt x="244" y="55"/>
                  <a:pt x="244" y="59"/>
                </a:cubicBezTo>
                <a:lnTo>
                  <a:pt x="244" y="407"/>
                </a:lnTo>
                <a:close/>
                <a:moveTo>
                  <a:pt x="302" y="407"/>
                </a:moveTo>
                <a:cubicBezTo>
                  <a:pt x="302" y="411"/>
                  <a:pt x="298" y="415"/>
                  <a:pt x="291" y="415"/>
                </a:cubicBezTo>
                <a:cubicBezTo>
                  <a:pt x="273" y="415"/>
                  <a:pt x="273" y="415"/>
                  <a:pt x="273" y="415"/>
                </a:cubicBezTo>
                <a:cubicBezTo>
                  <a:pt x="269" y="415"/>
                  <a:pt x="265" y="411"/>
                  <a:pt x="265" y="407"/>
                </a:cubicBezTo>
                <a:cubicBezTo>
                  <a:pt x="265" y="59"/>
                  <a:pt x="265" y="59"/>
                  <a:pt x="265" y="59"/>
                </a:cubicBezTo>
                <a:cubicBezTo>
                  <a:pt x="265" y="55"/>
                  <a:pt x="269" y="51"/>
                  <a:pt x="273" y="51"/>
                </a:cubicBezTo>
                <a:cubicBezTo>
                  <a:pt x="291" y="51"/>
                  <a:pt x="291" y="51"/>
                  <a:pt x="291" y="51"/>
                </a:cubicBezTo>
                <a:cubicBezTo>
                  <a:pt x="298" y="51"/>
                  <a:pt x="302" y="55"/>
                  <a:pt x="302" y="59"/>
                </a:cubicBezTo>
                <a:lnTo>
                  <a:pt x="302" y="407"/>
                </a:lnTo>
                <a:close/>
                <a:moveTo>
                  <a:pt x="357" y="407"/>
                </a:moveTo>
                <a:cubicBezTo>
                  <a:pt x="357" y="411"/>
                  <a:pt x="353" y="415"/>
                  <a:pt x="349" y="415"/>
                </a:cubicBezTo>
                <a:cubicBezTo>
                  <a:pt x="331" y="415"/>
                  <a:pt x="331" y="415"/>
                  <a:pt x="331" y="415"/>
                </a:cubicBezTo>
                <a:cubicBezTo>
                  <a:pt x="324" y="415"/>
                  <a:pt x="320" y="411"/>
                  <a:pt x="320" y="407"/>
                </a:cubicBezTo>
                <a:cubicBezTo>
                  <a:pt x="320" y="59"/>
                  <a:pt x="320" y="59"/>
                  <a:pt x="320" y="59"/>
                </a:cubicBezTo>
                <a:cubicBezTo>
                  <a:pt x="320" y="55"/>
                  <a:pt x="324" y="51"/>
                  <a:pt x="331" y="51"/>
                </a:cubicBezTo>
                <a:cubicBezTo>
                  <a:pt x="349" y="51"/>
                  <a:pt x="349" y="51"/>
                  <a:pt x="349" y="51"/>
                </a:cubicBezTo>
                <a:cubicBezTo>
                  <a:pt x="353" y="51"/>
                  <a:pt x="357" y="55"/>
                  <a:pt x="357" y="59"/>
                </a:cubicBezTo>
                <a:lnTo>
                  <a:pt x="357" y="40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8" name="textbox 1548"/>
          <p:cNvSpPr/>
          <p:nvPr/>
        </p:nvSpPr>
        <p:spPr>
          <a:xfrm>
            <a:off x="684153" y="5989701"/>
            <a:ext cx="697135" cy="23647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모듈 완비</a:t>
            </a:r>
            <a:endParaRPr sz="1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sp>
        <p:nvSpPr>
          <p:cNvPr id="1550" name="path 1550"/>
          <p:cNvSpPr/>
          <p:nvPr/>
        </p:nvSpPr>
        <p:spPr>
          <a:xfrm>
            <a:off x="1956942" y="5569330"/>
            <a:ext cx="251967" cy="360171"/>
          </a:xfrm>
          <a:custGeom>
            <a:avLst/>
            <a:gdLst/>
            <a:ahLst/>
            <a:cxnLst/>
            <a:rect l="0" t="0" r="0" b="0"/>
            <a:pathLst>
              <a:path w="396" h="567">
                <a:moveTo>
                  <a:pt x="396" y="371"/>
                </a:moveTo>
                <a:cubicBezTo>
                  <a:pt x="396" y="500"/>
                  <a:pt x="396" y="500"/>
                  <a:pt x="396" y="500"/>
                </a:cubicBezTo>
                <a:cubicBezTo>
                  <a:pt x="396" y="537"/>
                  <a:pt x="366" y="567"/>
                  <a:pt x="328" y="567"/>
                </a:cubicBezTo>
                <a:cubicBezTo>
                  <a:pt x="204" y="567"/>
                  <a:pt x="204" y="567"/>
                  <a:pt x="204" y="567"/>
                </a:cubicBezTo>
                <a:cubicBezTo>
                  <a:pt x="183" y="567"/>
                  <a:pt x="166" y="558"/>
                  <a:pt x="153" y="546"/>
                </a:cubicBezTo>
                <a:cubicBezTo>
                  <a:pt x="21" y="417"/>
                  <a:pt x="21" y="417"/>
                  <a:pt x="21" y="417"/>
                </a:cubicBezTo>
                <a:cubicBezTo>
                  <a:pt x="8" y="404"/>
                  <a:pt x="8" y="392"/>
                  <a:pt x="21" y="379"/>
                </a:cubicBezTo>
                <a:cubicBezTo>
                  <a:pt x="29" y="371"/>
                  <a:pt x="29" y="371"/>
                  <a:pt x="29" y="371"/>
                </a:cubicBezTo>
                <a:cubicBezTo>
                  <a:pt x="34" y="367"/>
                  <a:pt x="42" y="362"/>
                  <a:pt x="46" y="362"/>
                </a:cubicBezTo>
                <a:cubicBezTo>
                  <a:pt x="55" y="362"/>
                  <a:pt x="59" y="367"/>
                  <a:pt x="63" y="371"/>
                </a:cubicBezTo>
                <a:cubicBezTo>
                  <a:pt x="136" y="437"/>
                  <a:pt x="136" y="437"/>
                  <a:pt x="136" y="437"/>
                </a:cubicBezTo>
                <a:cubicBezTo>
                  <a:pt x="136" y="183"/>
                  <a:pt x="136" y="183"/>
                  <a:pt x="136" y="183"/>
                </a:cubicBezTo>
                <a:cubicBezTo>
                  <a:pt x="136" y="166"/>
                  <a:pt x="145" y="158"/>
                  <a:pt x="162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83" y="158"/>
                  <a:pt x="196" y="166"/>
                  <a:pt x="196" y="183"/>
                </a:cubicBezTo>
                <a:cubicBezTo>
                  <a:pt x="196" y="325"/>
                  <a:pt x="196" y="325"/>
                  <a:pt x="196" y="325"/>
                </a:cubicBezTo>
                <a:cubicBezTo>
                  <a:pt x="204" y="321"/>
                  <a:pt x="204" y="321"/>
                  <a:pt x="204" y="321"/>
                </a:cubicBezTo>
                <a:cubicBezTo>
                  <a:pt x="213" y="321"/>
                  <a:pt x="217" y="321"/>
                  <a:pt x="221" y="321"/>
                </a:cubicBezTo>
                <a:cubicBezTo>
                  <a:pt x="243" y="321"/>
                  <a:pt x="251" y="325"/>
                  <a:pt x="251" y="325"/>
                </a:cubicBezTo>
                <a:cubicBezTo>
                  <a:pt x="256" y="325"/>
                  <a:pt x="256" y="325"/>
                  <a:pt x="256" y="325"/>
                </a:cubicBezTo>
                <a:cubicBezTo>
                  <a:pt x="256" y="346"/>
                  <a:pt x="256" y="346"/>
                  <a:pt x="256" y="346"/>
                </a:cubicBezTo>
                <a:cubicBezTo>
                  <a:pt x="256" y="346"/>
                  <a:pt x="256" y="350"/>
                  <a:pt x="260" y="350"/>
                </a:cubicBezTo>
                <a:cubicBezTo>
                  <a:pt x="260" y="350"/>
                  <a:pt x="264" y="346"/>
                  <a:pt x="264" y="346"/>
                </a:cubicBezTo>
                <a:cubicBezTo>
                  <a:pt x="264" y="325"/>
                  <a:pt x="264" y="325"/>
                  <a:pt x="264" y="325"/>
                </a:cubicBezTo>
                <a:cubicBezTo>
                  <a:pt x="264" y="325"/>
                  <a:pt x="268" y="325"/>
                  <a:pt x="277" y="325"/>
                </a:cubicBezTo>
                <a:cubicBezTo>
                  <a:pt x="285" y="325"/>
                  <a:pt x="298" y="329"/>
                  <a:pt x="307" y="333"/>
                </a:cubicBezTo>
                <a:cubicBezTo>
                  <a:pt x="307" y="333"/>
                  <a:pt x="307" y="333"/>
                  <a:pt x="307" y="333"/>
                </a:cubicBezTo>
                <a:cubicBezTo>
                  <a:pt x="307" y="354"/>
                  <a:pt x="307" y="354"/>
                  <a:pt x="307" y="354"/>
                </a:cubicBezTo>
                <a:cubicBezTo>
                  <a:pt x="307" y="354"/>
                  <a:pt x="311" y="358"/>
                  <a:pt x="311" y="358"/>
                </a:cubicBezTo>
                <a:cubicBezTo>
                  <a:pt x="315" y="358"/>
                  <a:pt x="320" y="354"/>
                  <a:pt x="320" y="354"/>
                </a:cubicBezTo>
                <a:cubicBezTo>
                  <a:pt x="320" y="329"/>
                  <a:pt x="320" y="329"/>
                  <a:pt x="320" y="329"/>
                </a:cubicBezTo>
                <a:cubicBezTo>
                  <a:pt x="320" y="329"/>
                  <a:pt x="324" y="329"/>
                  <a:pt x="328" y="329"/>
                </a:cubicBezTo>
                <a:cubicBezTo>
                  <a:pt x="345" y="329"/>
                  <a:pt x="358" y="337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58"/>
                  <a:pt x="362" y="358"/>
                  <a:pt x="362" y="358"/>
                </a:cubicBezTo>
                <a:cubicBezTo>
                  <a:pt x="362" y="362"/>
                  <a:pt x="362" y="362"/>
                  <a:pt x="366" y="362"/>
                </a:cubicBezTo>
                <a:cubicBezTo>
                  <a:pt x="371" y="362"/>
                  <a:pt x="371" y="362"/>
                  <a:pt x="371" y="358"/>
                </a:cubicBezTo>
                <a:cubicBezTo>
                  <a:pt x="371" y="337"/>
                  <a:pt x="371" y="337"/>
                  <a:pt x="371" y="337"/>
                </a:cubicBezTo>
                <a:cubicBezTo>
                  <a:pt x="392" y="346"/>
                  <a:pt x="396" y="358"/>
                  <a:pt x="396" y="371"/>
                </a:cubicBezTo>
                <a:moveTo>
                  <a:pt x="243" y="162"/>
                </a:moveTo>
                <a:cubicBezTo>
                  <a:pt x="243" y="116"/>
                  <a:pt x="208" y="79"/>
                  <a:pt x="162" y="79"/>
                </a:cubicBezTo>
                <a:cubicBezTo>
                  <a:pt x="115" y="79"/>
                  <a:pt x="76" y="116"/>
                  <a:pt x="76" y="162"/>
                </a:cubicBezTo>
                <a:cubicBezTo>
                  <a:pt x="76" y="183"/>
                  <a:pt x="89" y="204"/>
                  <a:pt x="106" y="221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06" y="154"/>
                  <a:pt x="127" y="129"/>
                  <a:pt x="162" y="129"/>
                </a:cubicBezTo>
                <a:cubicBezTo>
                  <a:pt x="170" y="129"/>
                  <a:pt x="170" y="129"/>
                  <a:pt x="170" y="129"/>
                </a:cubicBezTo>
                <a:cubicBezTo>
                  <a:pt x="200" y="129"/>
                  <a:pt x="226" y="154"/>
                  <a:pt x="226" y="183"/>
                </a:cubicBezTo>
                <a:cubicBezTo>
                  <a:pt x="226" y="212"/>
                  <a:pt x="226" y="212"/>
                  <a:pt x="226" y="212"/>
                </a:cubicBezTo>
                <a:cubicBezTo>
                  <a:pt x="238" y="200"/>
                  <a:pt x="243" y="179"/>
                  <a:pt x="243" y="162"/>
                </a:cubicBezTo>
                <a:moveTo>
                  <a:pt x="106" y="308"/>
                </a:moveTo>
                <a:cubicBezTo>
                  <a:pt x="106" y="271"/>
                  <a:pt x="106" y="271"/>
                  <a:pt x="106" y="271"/>
                </a:cubicBezTo>
                <a:cubicBezTo>
                  <a:pt x="63" y="250"/>
                  <a:pt x="38" y="208"/>
                  <a:pt x="38" y="162"/>
                </a:cubicBezTo>
                <a:cubicBezTo>
                  <a:pt x="38" y="91"/>
                  <a:pt x="93" y="37"/>
                  <a:pt x="162" y="37"/>
                </a:cubicBezTo>
                <a:cubicBezTo>
                  <a:pt x="230" y="37"/>
                  <a:pt x="285" y="91"/>
                  <a:pt x="285" y="162"/>
                </a:cubicBezTo>
                <a:cubicBezTo>
                  <a:pt x="285" y="204"/>
                  <a:pt x="260" y="241"/>
                  <a:pt x="226" y="267"/>
                </a:cubicBezTo>
                <a:cubicBezTo>
                  <a:pt x="226" y="292"/>
                  <a:pt x="226" y="292"/>
                  <a:pt x="226" y="292"/>
                </a:cubicBezTo>
                <a:cubicBezTo>
                  <a:pt x="234" y="292"/>
                  <a:pt x="243" y="292"/>
                  <a:pt x="247" y="295"/>
                </a:cubicBezTo>
                <a:cubicBezTo>
                  <a:pt x="294" y="267"/>
                  <a:pt x="324" y="216"/>
                  <a:pt x="324" y="162"/>
                </a:cubicBezTo>
                <a:cubicBezTo>
                  <a:pt x="324" y="71"/>
                  <a:pt x="251" y="0"/>
                  <a:pt x="162" y="0"/>
                </a:cubicBezTo>
                <a:cubicBezTo>
                  <a:pt x="72" y="0"/>
                  <a:pt x="0" y="71"/>
                  <a:pt x="0" y="162"/>
                </a:cubicBezTo>
                <a:cubicBezTo>
                  <a:pt x="0" y="229"/>
                  <a:pt x="42" y="287"/>
                  <a:pt x="106" y="308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52" name="path 1552"/>
          <p:cNvSpPr/>
          <p:nvPr/>
        </p:nvSpPr>
        <p:spPr>
          <a:xfrm>
            <a:off x="393700" y="1296987"/>
            <a:ext cx="3170301" cy="9525"/>
          </a:xfrm>
          <a:custGeom>
            <a:avLst/>
            <a:gdLst/>
            <a:ahLst/>
            <a:cxnLst/>
            <a:rect l="0" t="0" r="0" b="0"/>
            <a:pathLst>
              <a:path w="4992" h="15">
                <a:moveTo>
                  <a:pt x="0" y="7"/>
                </a:moveTo>
                <a:lnTo>
                  <a:pt x="4992" y="7"/>
                </a:lnTo>
              </a:path>
            </a:pathLst>
          </a:custGeom>
          <a:noFill/>
          <a:ln w="9525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58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picture 1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068800" cy="9601197"/>
          </a:xfrm>
          <a:prstGeom prst="rect">
            <a:avLst/>
          </a:prstGeom>
        </p:spPr>
      </p:pic>
      <p:sp>
        <p:nvSpPr>
          <p:cNvPr id="1556" name="textbox 1556"/>
          <p:cNvSpPr/>
          <p:nvPr/>
        </p:nvSpPr>
        <p:spPr>
          <a:xfrm>
            <a:off x="385521" y="1480184"/>
            <a:ext cx="3683000" cy="2393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98000"/>
              </a:lnSpc>
            </a:pP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금형 전체 생산 공정에 M&amp;C 스마트 제조 클라우드 플랫폼을 활용할 수 있으며, 다양한 업종·규모·발전 단계의 수요에 대응합니다.</a:t>
            </a:r>
            <a:endParaRPr sz="1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15570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C000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유연 자동화 가공 라인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5000"/>
              </a:lnSpc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저장 라이언 필터 시스템 유한공사</a:t>
            </a:r>
            <a:endParaRPr sz="18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91691" y="5318632"/>
            <a:ext cx="1934844" cy="1976755"/>
          </a:xfrm>
          <a:prstGeom prst="rect">
            <a:avLst/>
          </a:prstGeom>
        </p:spPr>
      </p:pic>
      <p:graphicFrame>
        <p:nvGraphicFramePr>
          <p:cNvPr id="1560" name="table 1560"/>
          <p:cNvGraphicFramePr>
            <a:graphicFrameLocks noGrp="1"/>
          </p:cNvGraphicFramePr>
          <p:nvPr/>
        </p:nvGraphicFramePr>
        <p:xfrm>
          <a:off x="576262" y="8347075"/>
          <a:ext cx="2981325" cy="786194"/>
        </p:xfrm>
        <a:graphic>
          <a:graphicData uri="http://schemas.openxmlformats.org/drawingml/2006/table">
            <a:tbl>
              <a:tblPr/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330" indent="-287655" algn="l" rtl="0" eaLnBrk="0">
                        <a:lnSpc>
                          <a:spcPct val="105000"/>
                        </a:lnSpc>
                        <a:spcBef>
                          <a:spcPts val="5"/>
                        </a:spcBef>
                      </a:pP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모운(MES)을 기반으로 금형 작업장 완전 디지털 생산 모델 구축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62" name="textbox 1562"/>
          <p:cNvSpPr/>
          <p:nvPr/>
        </p:nvSpPr>
        <p:spPr>
          <a:xfrm>
            <a:off x="362510" y="497847"/>
            <a:ext cx="3429000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M&amp;C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20955" algn="l" rtl="0" eaLnBrk="0">
              <a:lnSpc>
                <a:spcPct val="93000"/>
              </a:lnSpc>
              <a:spcBef>
                <a:spcPts val="19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스마트 제조 솔루션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sp>
        <p:nvSpPr>
          <p:cNvPr id="1564" name="rect 1564"/>
          <p:cNvSpPr/>
          <p:nvPr/>
        </p:nvSpPr>
        <p:spPr>
          <a:xfrm>
            <a:off x="4181475" y="0"/>
            <a:ext cx="107950" cy="9601197"/>
          </a:xfrm>
          <a:prstGeom prst="rect">
            <a:avLst/>
          </a:prstGeom>
          <a:solidFill>
            <a:srgbClr val="000F3D">
              <a:alpha val="6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66" name="picture 15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4420" y="5330316"/>
            <a:ext cx="930275" cy="1069213"/>
          </a:xfrm>
          <a:prstGeom prst="rect">
            <a:avLst/>
          </a:prstGeom>
        </p:spPr>
      </p:pic>
      <p:pic>
        <p:nvPicPr>
          <p:cNvPr id="1568" name="picture 15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91260" y="6226175"/>
            <a:ext cx="930199" cy="1069213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 rot="21600000">
            <a:off x="1091260" y="6226175"/>
            <a:ext cx="930199" cy="1069213"/>
            <a:chOff x="0" y="0"/>
            <a:chExt cx="930199" cy="1069213"/>
          </a:xfrm>
        </p:grpSpPr>
        <p:sp>
          <p:nvSpPr>
            <p:cNvPr id="1570" name="textbox 1570"/>
            <p:cNvSpPr/>
            <p:nvPr/>
          </p:nvSpPr>
          <p:spPr>
            <a:xfrm>
              <a:off x="-12700" y="-12700"/>
              <a:ext cx="955675" cy="1108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유연한 설정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aphicFrame>
        <p:nvGraphicFramePr>
          <p:cNvPr id="1572" name="table 1572"/>
          <p:cNvGraphicFramePr>
            <a:graphicFrameLocks noGrp="1"/>
          </p:cNvGraphicFramePr>
          <p:nvPr/>
        </p:nvGraphicFramePr>
        <p:xfrm>
          <a:off x="577850" y="7983537"/>
          <a:ext cx="1428750" cy="42379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7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언제 어디서나 시스템 접속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4" name="table 1574"/>
          <p:cNvGraphicFramePr>
            <a:graphicFrameLocks noGrp="1"/>
          </p:cNvGraphicFramePr>
          <p:nvPr/>
        </p:nvGraphicFramePr>
        <p:xfrm>
          <a:off x="2128901" y="7983537"/>
          <a:ext cx="1428750" cy="42379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높은 보안의 업무 데이터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6" name="table 1576"/>
          <p:cNvGraphicFramePr>
            <a:graphicFrameLocks noGrp="1"/>
          </p:cNvGraphicFramePr>
          <p:nvPr/>
        </p:nvGraphicFramePr>
        <p:xfrm>
          <a:off x="577850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더 짧은 구현 주기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78" name="table 1578"/>
          <p:cNvGraphicFramePr>
            <a:graphicFrameLocks noGrp="1"/>
          </p:cNvGraphicFramePr>
          <p:nvPr/>
        </p:nvGraphicFramePr>
        <p:xfrm>
          <a:off x="2128901" y="7621523"/>
          <a:ext cx="1428750" cy="42087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9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손쉬운 시스템 운영·유지보수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80" name="textbox 1580"/>
          <p:cNvSpPr/>
          <p:nvPr/>
        </p:nvSpPr>
        <p:spPr>
          <a:xfrm>
            <a:off x="1744141" y="5989701"/>
            <a:ext cx="163004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간편한 조작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전문 서비스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82" name="path 1582"/>
          <p:cNvSpPr/>
          <p:nvPr/>
        </p:nvSpPr>
        <p:spPr>
          <a:xfrm>
            <a:off x="2883154" y="5551042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62" y="307"/>
                </a:moveTo>
                <a:cubicBezTo>
                  <a:pt x="33" y="307"/>
                  <a:pt x="0" y="285"/>
                  <a:pt x="0" y="258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169"/>
                  <a:pt x="33" y="147"/>
                  <a:pt x="62" y="147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54" y="133"/>
                  <a:pt x="175" y="142"/>
                  <a:pt x="175" y="173"/>
                </a:cubicBezTo>
                <a:cubicBezTo>
                  <a:pt x="175" y="258"/>
                  <a:pt x="175" y="258"/>
                  <a:pt x="175" y="258"/>
                </a:cubicBezTo>
                <a:cubicBezTo>
                  <a:pt x="175" y="285"/>
                  <a:pt x="154" y="307"/>
                  <a:pt x="129" y="307"/>
                </a:cubicBezTo>
                <a:lnTo>
                  <a:pt x="62" y="307"/>
                </a:lnTo>
                <a:close/>
                <a:moveTo>
                  <a:pt x="441" y="26"/>
                </a:moveTo>
                <a:cubicBezTo>
                  <a:pt x="404" y="26"/>
                  <a:pt x="375" y="57"/>
                  <a:pt x="375" y="97"/>
                </a:cubicBezTo>
                <a:cubicBezTo>
                  <a:pt x="375" y="138"/>
                  <a:pt x="404" y="169"/>
                  <a:pt x="441" y="169"/>
                </a:cubicBezTo>
                <a:cubicBezTo>
                  <a:pt x="475" y="169"/>
                  <a:pt x="508" y="138"/>
                  <a:pt x="508" y="97"/>
                </a:cubicBezTo>
                <a:cubicBezTo>
                  <a:pt x="508" y="57"/>
                  <a:pt x="475" y="26"/>
                  <a:pt x="441" y="26"/>
                </a:cubicBezTo>
                <a:moveTo>
                  <a:pt x="350" y="165"/>
                </a:moveTo>
                <a:cubicBezTo>
                  <a:pt x="379" y="182"/>
                  <a:pt x="379" y="182"/>
                  <a:pt x="379" y="182"/>
                </a:cubicBezTo>
                <a:cubicBezTo>
                  <a:pt x="387" y="187"/>
                  <a:pt x="396" y="182"/>
                  <a:pt x="396" y="178"/>
                </a:cubicBezTo>
                <a:cubicBezTo>
                  <a:pt x="400" y="169"/>
                  <a:pt x="396" y="165"/>
                  <a:pt x="387" y="160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62" y="138"/>
                  <a:pt x="358" y="120"/>
                  <a:pt x="358" y="97"/>
                </a:cubicBezTo>
                <a:cubicBezTo>
                  <a:pt x="358" y="49"/>
                  <a:pt x="396" y="9"/>
                  <a:pt x="441" y="9"/>
                </a:cubicBezTo>
                <a:cubicBezTo>
                  <a:pt x="487" y="9"/>
                  <a:pt x="521" y="49"/>
                  <a:pt x="521" y="97"/>
                </a:cubicBezTo>
                <a:cubicBezTo>
                  <a:pt x="521" y="102"/>
                  <a:pt x="521" y="107"/>
                  <a:pt x="521" y="107"/>
                </a:cubicBezTo>
                <a:cubicBezTo>
                  <a:pt x="529" y="107"/>
                  <a:pt x="529" y="107"/>
                  <a:pt x="529" y="107"/>
                </a:cubicBezTo>
                <a:cubicBezTo>
                  <a:pt x="529" y="107"/>
                  <a:pt x="529" y="102"/>
                  <a:pt x="529" y="97"/>
                </a:cubicBezTo>
                <a:cubicBezTo>
                  <a:pt x="529" y="44"/>
                  <a:pt x="491" y="0"/>
                  <a:pt x="441" y="0"/>
                </a:cubicBezTo>
                <a:cubicBezTo>
                  <a:pt x="391" y="0"/>
                  <a:pt x="350" y="44"/>
                  <a:pt x="350" y="97"/>
                </a:cubicBezTo>
                <a:cubicBezTo>
                  <a:pt x="350" y="115"/>
                  <a:pt x="354" y="133"/>
                  <a:pt x="362" y="147"/>
                </a:cubicBezTo>
                <a:cubicBezTo>
                  <a:pt x="358" y="147"/>
                  <a:pt x="358" y="147"/>
                  <a:pt x="358" y="147"/>
                </a:cubicBezTo>
                <a:cubicBezTo>
                  <a:pt x="354" y="142"/>
                  <a:pt x="345" y="142"/>
                  <a:pt x="341" y="151"/>
                </a:cubicBezTo>
                <a:cubicBezTo>
                  <a:pt x="337" y="155"/>
                  <a:pt x="341" y="165"/>
                  <a:pt x="350" y="165"/>
                </a:cubicBezTo>
                <a:moveTo>
                  <a:pt x="533" y="267"/>
                </a:moveTo>
                <a:cubicBezTo>
                  <a:pt x="529" y="258"/>
                  <a:pt x="529" y="253"/>
                  <a:pt x="525" y="245"/>
                </a:cubicBezTo>
                <a:cubicBezTo>
                  <a:pt x="525" y="231"/>
                  <a:pt x="525" y="231"/>
                  <a:pt x="525" y="231"/>
                </a:cubicBezTo>
                <a:cubicBezTo>
                  <a:pt x="521" y="222"/>
                  <a:pt x="508" y="182"/>
                  <a:pt x="441" y="182"/>
                </a:cubicBezTo>
                <a:cubicBezTo>
                  <a:pt x="383" y="182"/>
                  <a:pt x="362" y="222"/>
                  <a:pt x="362" y="231"/>
                </a:cubicBezTo>
                <a:cubicBezTo>
                  <a:pt x="358" y="245"/>
                  <a:pt x="358" y="245"/>
                  <a:pt x="358" y="245"/>
                </a:cubicBezTo>
                <a:cubicBezTo>
                  <a:pt x="354" y="253"/>
                  <a:pt x="354" y="258"/>
                  <a:pt x="354" y="267"/>
                </a:cubicBezTo>
                <a:cubicBezTo>
                  <a:pt x="337" y="334"/>
                  <a:pt x="337" y="334"/>
                  <a:pt x="337" y="334"/>
                </a:cubicBezTo>
                <a:cubicBezTo>
                  <a:pt x="550" y="334"/>
                  <a:pt x="550" y="334"/>
                  <a:pt x="550" y="334"/>
                </a:cubicBezTo>
                <a:lnTo>
                  <a:pt x="533" y="267"/>
                </a:lnTo>
                <a:close/>
                <a:moveTo>
                  <a:pt x="566" y="347"/>
                </a:moveTo>
                <a:cubicBezTo>
                  <a:pt x="566" y="347"/>
                  <a:pt x="566" y="347"/>
                  <a:pt x="566" y="347"/>
                </a:cubicBezTo>
                <a:cubicBezTo>
                  <a:pt x="29" y="347"/>
                  <a:pt x="29" y="347"/>
                  <a:pt x="29" y="347"/>
                </a:cubicBezTo>
                <a:cubicBezTo>
                  <a:pt x="29" y="396"/>
                  <a:pt x="29" y="396"/>
                  <a:pt x="29" y="396"/>
                </a:cubicBezTo>
                <a:cubicBezTo>
                  <a:pt x="521" y="396"/>
                  <a:pt x="521" y="396"/>
                  <a:pt x="521" y="396"/>
                </a:cubicBezTo>
                <a:cubicBezTo>
                  <a:pt x="521" y="623"/>
                  <a:pt x="521" y="623"/>
                  <a:pt x="521" y="623"/>
                </a:cubicBezTo>
                <a:cubicBezTo>
                  <a:pt x="566" y="623"/>
                  <a:pt x="566" y="623"/>
                  <a:pt x="566" y="623"/>
                </a:cubicBezTo>
                <a:cubicBezTo>
                  <a:pt x="566" y="347"/>
                  <a:pt x="566" y="347"/>
                  <a:pt x="566" y="347"/>
                </a:cubicBezTo>
                <a:moveTo>
                  <a:pt x="162" y="334"/>
                </a:moveTo>
                <a:cubicBezTo>
                  <a:pt x="262" y="343"/>
                  <a:pt x="262" y="343"/>
                  <a:pt x="262" y="343"/>
                </a:cubicBezTo>
                <a:cubicBezTo>
                  <a:pt x="262" y="325"/>
                  <a:pt x="262" y="325"/>
                  <a:pt x="262" y="325"/>
                </a:cubicBezTo>
                <a:cubicBezTo>
                  <a:pt x="162" y="316"/>
                  <a:pt x="162" y="316"/>
                  <a:pt x="162" y="316"/>
                </a:cubicBezTo>
                <a:lnTo>
                  <a:pt x="162" y="334"/>
                </a:lnTo>
                <a:close/>
                <a:moveTo>
                  <a:pt x="58" y="338"/>
                </a:moveTo>
                <a:cubicBezTo>
                  <a:pt x="133" y="338"/>
                  <a:pt x="133" y="338"/>
                  <a:pt x="133" y="338"/>
                </a:cubicBezTo>
                <a:cubicBezTo>
                  <a:pt x="133" y="320"/>
                  <a:pt x="133" y="320"/>
                  <a:pt x="133" y="320"/>
                </a:cubicBezTo>
                <a:cubicBezTo>
                  <a:pt x="58" y="320"/>
                  <a:pt x="58" y="320"/>
                  <a:pt x="58" y="320"/>
                </a:cubicBezTo>
                <a:lnTo>
                  <a:pt x="58" y="3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4" name="path 1584"/>
          <p:cNvSpPr/>
          <p:nvPr/>
        </p:nvSpPr>
        <p:spPr>
          <a:xfrm>
            <a:off x="2382139" y="6423659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283" y="245"/>
                </a:moveTo>
                <a:cubicBezTo>
                  <a:pt x="283" y="307"/>
                  <a:pt x="283" y="307"/>
                  <a:pt x="283" y="307"/>
                </a:cubicBezTo>
                <a:cubicBezTo>
                  <a:pt x="55" y="307"/>
                  <a:pt x="55" y="307"/>
                  <a:pt x="55" y="307"/>
                </a:cubicBezTo>
                <a:cubicBezTo>
                  <a:pt x="51" y="289"/>
                  <a:pt x="51" y="267"/>
                  <a:pt x="46" y="245"/>
                </a:cubicBezTo>
                <a:cubicBezTo>
                  <a:pt x="46" y="231"/>
                  <a:pt x="46" y="164"/>
                  <a:pt x="46" y="151"/>
                </a:cubicBezTo>
                <a:cubicBezTo>
                  <a:pt x="162" y="120"/>
                  <a:pt x="222" y="44"/>
                  <a:pt x="283" y="44"/>
                </a:cubicBezTo>
                <a:lnTo>
                  <a:pt x="283" y="245"/>
                </a:lnTo>
                <a:close/>
                <a:moveTo>
                  <a:pt x="283" y="574"/>
                </a:moveTo>
                <a:cubicBezTo>
                  <a:pt x="283" y="574"/>
                  <a:pt x="459" y="512"/>
                  <a:pt x="506" y="307"/>
                </a:cubicBezTo>
                <a:cubicBezTo>
                  <a:pt x="283" y="307"/>
                  <a:pt x="283" y="307"/>
                  <a:pt x="283" y="307"/>
                </a:cubicBezTo>
                <a:lnTo>
                  <a:pt x="283" y="574"/>
                </a:lnTo>
                <a:close/>
                <a:moveTo>
                  <a:pt x="566" y="124"/>
                </a:moveTo>
                <a:cubicBezTo>
                  <a:pt x="566" y="151"/>
                  <a:pt x="566" y="151"/>
                  <a:pt x="566" y="151"/>
                </a:cubicBezTo>
                <a:cubicBezTo>
                  <a:pt x="566" y="160"/>
                  <a:pt x="566" y="231"/>
                  <a:pt x="566" y="245"/>
                </a:cubicBezTo>
                <a:cubicBezTo>
                  <a:pt x="562" y="271"/>
                  <a:pt x="557" y="293"/>
                  <a:pt x="552" y="316"/>
                </a:cubicBezTo>
                <a:cubicBezTo>
                  <a:pt x="501" y="543"/>
                  <a:pt x="306" y="614"/>
                  <a:pt x="297" y="619"/>
                </a:cubicBezTo>
                <a:cubicBezTo>
                  <a:pt x="287" y="623"/>
                  <a:pt x="287" y="623"/>
                  <a:pt x="287" y="623"/>
                </a:cubicBezTo>
                <a:cubicBezTo>
                  <a:pt x="283" y="623"/>
                  <a:pt x="283" y="623"/>
                  <a:pt x="283" y="623"/>
                </a:cubicBezTo>
                <a:cubicBezTo>
                  <a:pt x="283" y="623"/>
                  <a:pt x="278" y="623"/>
                  <a:pt x="278" y="623"/>
                </a:cubicBezTo>
                <a:cubicBezTo>
                  <a:pt x="264" y="619"/>
                  <a:pt x="264" y="619"/>
                  <a:pt x="264" y="619"/>
                </a:cubicBezTo>
                <a:cubicBezTo>
                  <a:pt x="255" y="614"/>
                  <a:pt x="60" y="543"/>
                  <a:pt x="9" y="316"/>
                </a:cubicBezTo>
                <a:cubicBezTo>
                  <a:pt x="4" y="293"/>
                  <a:pt x="0" y="271"/>
                  <a:pt x="0" y="245"/>
                </a:cubicBezTo>
                <a:cubicBezTo>
                  <a:pt x="0" y="231"/>
                  <a:pt x="0" y="160"/>
                  <a:pt x="0" y="151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0"/>
                  <a:pt x="0" y="120"/>
                  <a:pt x="4" y="115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88" y="93"/>
                  <a:pt x="130" y="71"/>
                  <a:pt x="162" y="48"/>
                </a:cubicBezTo>
                <a:cubicBezTo>
                  <a:pt x="204" y="22"/>
                  <a:pt x="241" y="0"/>
                  <a:pt x="283" y="0"/>
                </a:cubicBezTo>
                <a:cubicBezTo>
                  <a:pt x="325" y="0"/>
                  <a:pt x="357" y="22"/>
                  <a:pt x="399" y="48"/>
                </a:cubicBezTo>
                <a:cubicBezTo>
                  <a:pt x="436" y="71"/>
                  <a:pt x="478" y="93"/>
                  <a:pt x="529" y="111"/>
                </a:cubicBezTo>
                <a:cubicBezTo>
                  <a:pt x="557" y="115"/>
                  <a:pt x="557" y="115"/>
                  <a:pt x="557" y="115"/>
                </a:cubicBezTo>
                <a:cubicBezTo>
                  <a:pt x="562" y="120"/>
                  <a:pt x="566" y="120"/>
                  <a:pt x="566" y="124"/>
                </a:cubicBezTo>
                <a:moveTo>
                  <a:pt x="543" y="133"/>
                </a:moveTo>
                <a:cubicBezTo>
                  <a:pt x="525" y="129"/>
                  <a:pt x="525" y="129"/>
                  <a:pt x="525" y="129"/>
                </a:cubicBezTo>
                <a:cubicBezTo>
                  <a:pt x="469" y="111"/>
                  <a:pt x="427" y="84"/>
                  <a:pt x="390" y="62"/>
                </a:cubicBezTo>
                <a:cubicBezTo>
                  <a:pt x="352" y="40"/>
                  <a:pt x="320" y="17"/>
                  <a:pt x="283" y="17"/>
                </a:cubicBezTo>
                <a:cubicBezTo>
                  <a:pt x="246" y="17"/>
                  <a:pt x="213" y="40"/>
                  <a:pt x="176" y="62"/>
                </a:cubicBezTo>
                <a:cubicBezTo>
                  <a:pt x="139" y="84"/>
                  <a:pt x="97" y="111"/>
                  <a:pt x="36" y="129"/>
                </a:cubicBezTo>
                <a:cubicBezTo>
                  <a:pt x="18" y="133"/>
                  <a:pt x="18" y="133"/>
                  <a:pt x="18" y="133"/>
                </a:cubicBezTo>
                <a:cubicBezTo>
                  <a:pt x="18" y="151"/>
                  <a:pt x="18" y="151"/>
                  <a:pt x="18" y="151"/>
                </a:cubicBezTo>
                <a:cubicBezTo>
                  <a:pt x="18" y="164"/>
                  <a:pt x="18" y="231"/>
                  <a:pt x="18" y="245"/>
                </a:cubicBezTo>
                <a:cubicBezTo>
                  <a:pt x="23" y="267"/>
                  <a:pt x="27" y="289"/>
                  <a:pt x="32" y="311"/>
                </a:cubicBezTo>
                <a:cubicBezTo>
                  <a:pt x="78" y="525"/>
                  <a:pt x="264" y="596"/>
                  <a:pt x="273" y="601"/>
                </a:cubicBezTo>
                <a:cubicBezTo>
                  <a:pt x="283" y="601"/>
                  <a:pt x="283" y="601"/>
                  <a:pt x="283" y="601"/>
                </a:cubicBezTo>
                <a:cubicBezTo>
                  <a:pt x="292" y="601"/>
                  <a:pt x="292" y="601"/>
                  <a:pt x="292" y="601"/>
                </a:cubicBezTo>
                <a:cubicBezTo>
                  <a:pt x="302" y="596"/>
                  <a:pt x="487" y="525"/>
                  <a:pt x="534" y="311"/>
                </a:cubicBezTo>
                <a:cubicBezTo>
                  <a:pt x="538" y="289"/>
                  <a:pt x="543" y="267"/>
                  <a:pt x="543" y="245"/>
                </a:cubicBezTo>
                <a:cubicBezTo>
                  <a:pt x="543" y="231"/>
                  <a:pt x="543" y="164"/>
                  <a:pt x="543" y="151"/>
                </a:cubicBezTo>
                <a:lnTo>
                  <a:pt x="543" y="1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6" name="textbox 1586"/>
          <p:cNvSpPr/>
          <p:nvPr/>
        </p:nvSpPr>
        <p:spPr>
          <a:xfrm>
            <a:off x="2258085" y="6840422"/>
            <a:ext cx="62547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305" algn="l" rtl="0" eaLnBrk="0">
              <a:lnSpc>
                <a:spcPts val="385"/>
              </a:lnSpc>
            </a:pPr>
            <a:r>
              <a:rPr sz="300" kern="0" spc="5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안전 보장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88" name="path 1588"/>
          <p:cNvSpPr/>
          <p:nvPr/>
        </p:nvSpPr>
        <p:spPr>
          <a:xfrm>
            <a:off x="1386687" y="6478073"/>
            <a:ext cx="352450" cy="352113"/>
          </a:xfrm>
          <a:custGeom>
            <a:avLst/>
            <a:gdLst/>
            <a:ahLst/>
            <a:cxnLst/>
            <a:rect l="0" t="0" r="0" b="0"/>
            <a:pathLst>
              <a:path w="555" h="554">
                <a:moveTo>
                  <a:pt x="542" y="351"/>
                </a:moveTo>
                <a:cubicBezTo>
                  <a:pt x="440" y="419"/>
                  <a:pt x="440" y="419"/>
                  <a:pt x="440" y="419"/>
                </a:cubicBezTo>
                <a:cubicBezTo>
                  <a:pt x="428" y="427"/>
                  <a:pt x="402" y="419"/>
                  <a:pt x="406" y="398"/>
                </a:cubicBezTo>
                <a:cubicBezTo>
                  <a:pt x="415" y="355"/>
                  <a:pt x="373" y="309"/>
                  <a:pt x="322" y="343"/>
                </a:cubicBezTo>
                <a:cubicBezTo>
                  <a:pt x="267" y="381"/>
                  <a:pt x="305" y="440"/>
                  <a:pt x="335" y="440"/>
                </a:cubicBezTo>
                <a:cubicBezTo>
                  <a:pt x="373" y="440"/>
                  <a:pt x="351" y="478"/>
                  <a:pt x="351" y="478"/>
                </a:cubicBezTo>
                <a:cubicBezTo>
                  <a:pt x="250" y="546"/>
                  <a:pt x="250" y="546"/>
                  <a:pt x="250" y="546"/>
                </a:cubicBezTo>
                <a:cubicBezTo>
                  <a:pt x="241" y="554"/>
                  <a:pt x="225" y="550"/>
                  <a:pt x="220" y="541"/>
                </a:cubicBezTo>
                <a:cubicBezTo>
                  <a:pt x="144" y="431"/>
                  <a:pt x="144" y="431"/>
                  <a:pt x="144" y="431"/>
                </a:cubicBezTo>
                <a:cubicBezTo>
                  <a:pt x="132" y="427"/>
                  <a:pt x="119" y="427"/>
                  <a:pt x="119" y="453"/>
                </a:cubicBezTo>
                <a:cubicBezTo>
                  <a:pt x="115" y="482"/>
                  <a:pt x="55" y="520"/>
                  <a:pt x="22" y="465"/>
                </a:cubicBezTo>
                <a:cubicBezTo>
                  <a:pt x="-11" y="414"/>
                  <a:pt x="30" y="372"/>
                  <a:pt x="72" y="381"/>
                </a:cubicBezTo>
                <a:cubicBezTo>
                  <a:pt x="89" y="385"/>
                  <a:pt x="98" y="376"/>
                  <a:pt x="102" y="364"/>
                </a:cubicBezTo>
                <a:cubicBezTo>
                  <a:pt x="22" y="249"/>
                  <a:pt x="22" y="249"/>
                  <a:pt x="22" y="249"/>
                </a:cubicBezTo>
                <a:cubicBezTo>
                  <a:pt x="17" y="241"/>
                  <a:pt x="17" y="228"/>
                  <a:pt x="26" y="220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4" y="135"/>
                  <a:pt x="140" y="118"/>
                  <a:pt x="119" y="118"/>
                </a:cubicBezTo>
                <a:cubicBezTo>
                  <a:pt x="89" y="118"/>
                  <a:pt x="51" y="59"/>
                  <a:pt x="106" y="21"/>
                </a:cubicBezTo>
                <a:cubicBezTo>
                  <a:pt x="153" y="-12"/>
                  <a:pt x="199" y="34"/>
                  <a:pt x="191" y="76"/>
                </a:cubicBezTo>
                <a:cubicBezTo>
                  <a:pt x="187" y="89"/>
                  <a:pt x="195" y="97"/>
                  <a:pt x="203" y="101"/>
                </a:cubicBezTo>
                <a:cubicBezTo>
                  <a:pt x="318" y="25"/>
                  <a:pt x="318" y="25"/>
                  <a:pt x="318" y="25"/>
                </a:cubicBezTo>
                <a:cubicBezTo>
                  <a:pt x="330" y="17"/>
                  <a:pt x="343" y="21"/>
                  <a:pt x="347" y="29"/>
                </a:cubicBezTo>
                <a:cubicBezTo>
                  <a:pt x="419" y="131"/>
                  <a:pt x="419" y="131"/>
                  <a:pt x="419" y="131"/>
                </a:cubicBezTo>
                <a:cubicBezTo>
                  <a:pt x="428" y="144"/>
                  <a:pt x="419" y="169"/>
                  <a:pt x="394" y="165"/>
                </a:cubicBezTo>
                <a:cubicBezTo>
                  <a:pt x="351" y="152"/>
                  <a:pt x="309" y="199"/>
                  <a:pt x="339" y="245"/>
                </a:cubicBezTo>
                <a:cubicBezTo>
                  <a:pt x="377" y="300"/>
                  <a:pt x="436" y="262"/>
                  <a:pt x="436" y="232"/>
                </a:cubicBezTo>
                <a:cubicBezTo>
                  <a:pt x="440" y="194"/>
                  <a:pt x="478" y="220"/>
                  <a:pt x="478" y="220"/>
                </a:cubicBezTo>
                <a:cubicBezTo>
                  <a:pt x="546" y="321"/>
                  <a:pt x="546" y="321"/>
                  <a:pt x="546" y="321"/>
                </a:cubicBezTo>
                <a:cubicBezTo>
                  <a:pt x="555" y="330"/>
                  <a:pt x="550" y="343"/>
                  <a:pt x="542" y="351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0" name="path 1590"/>
          <p:cNvSpPr/>
          <p:nvPr/>
        </p:nvSpPr>
        <p:spPr>
          <a:xfrm>
            <a:off x="862838" y="5587619"/>
            <a:ext cx="323938" cy="324103"/>
          </a:xfrm>
          <a:custGeom>
            <a:avLst/>
            <a:gdLst/>
            <a:ahLst/>
            <a:cxnLst/>
            <a:rect l="0" t="0" r="0" b="0"/>
            <a:pathLst>
              <a:path w="510" h="510">
                <a:moveTo>
                  <a:pt x="491" y="79"/>
                </a:moveTo>
                <a:cubicBezTo>
                  <a:pt x="389" y="79"/>
                  <a:pt x="389" y="79"/>
                  <a:pt x="389" y="79"/>
                </a:cubicBezTo>
                <a:cubicBezTo>
                  <a:pt x="389" y="510"/>
                  <a:pt x="389" y="510"/>
                  <a:pt x="389" y="510"/>
                </a:cubicBezTo>
                <a:cubicBezTo>
                  <a:pt x="491" y="510"/>
                  <a:pt x="491" y="510"/>
                  <a:pt x="491" y="510"/>
                </a:cubicBezTo>
                <a:cubicBezTo>
                  <a:pt x="502" y="510"/>
                  <a:pt x="510" y="502"/>
                  <a:pt x="510" y="490"/>
                </a:cubicBezTo>
                <a:cubicBezTo>
                  <a:pt x="510" y="99"/>
                  <a:pt x="510" y="99"/>
                  <a:pt x="510" y="99"/>
                </a:cubicBezTo>
                <a:cubicBezTo>
                  <a:pt x="510" y="87"/>
                  <a:pt x="502" y="79"/>
                  <a:pt x="491" y="79"/>
                </a:cubicBezTo>
                <a:moveTo>
                  <a:pt x="444" y="466"/>
                </a:moveTo>
                <a:cubicBezTo>
                  <a:pt x="444" y="470"/>
                  <a:pt x="440" y="474"/>
                  <a:pt x="437" y="474"/>
                </a:cubicBezTo>
                <a:cubicBezTo>
                  <a:pt x="415" y="474"/>
                  <a:pt x="415" y="474"/>
                  <a:pt x="415" y="474"/>
                </a:cubicBezTo>
                <a:cubicBezTo>
                  <a:pt x="411" y="474"/>
                  <a:pt x="408" y="470"/>
                  <a:pt x="408" y="466"/>
                </a:cubicBezTo>
                <a:cubicBezTo>
                  <a:pt x="408" y="118"/>
                  <a:pt x="408" y="118"/>
                  <a:pt x="408" y="118"/>
                </a:cubicBezTo>
                <a:cubicBezTo>
                  <a:pt x="408" y="114"/>
                  <a:pt x="411" y="110"/>
                  <a:pt x="415" y="110"/>
                </a:cubicBezTo>
                <a:cubicBezTo>
                  <a:pt x="437" y="110"/>
                  <a:pt x="437" y="110"/>
                  <a:pt x="437" y="110"/>
                </a:cubicBezTo>
                <a:cubicBezTo>
                  <a:pt x="440" y="110"/>
                  <a:pt x="444" y="114"/>
                  <a:pt x="444" y="118"/>
                </a:cubicBezTo>
                <a:lnTo>
                  <a:pt x="444" y="466"/>
                </a:lnTo>
                <a:close/>
                <a:moveTo>
                  <a:pt x="491" y="466"/>
                </a:moveTo>
                <a:cubicBezTo>
                  <a:pt x="491" y="470"/>
                  <a:pt x="488" y="474"/>
                  <a:pt x="484" y="474"/>
                </a:cubicBezTo>
                <a:cubicBezTo>
                  <a:pt x="466" y="474"/>
                  <a:pt x="466" y="474"/>
                  <a:pt x="466" y="474"/>
                </a:cubicBezTo>
                <a:cubicBezTo>
                  <a:pt x="462" y="474"/>
                  <a:pt x="459" y="470"/>
                  <a:pt x="459" y="466"/>
                </a:cubicBezTo>
                <a:cubicBezTo>
                  <a:pt x="459" y="118"/>
                  <a:pt x="459" y="118"/>
                  <a:pt x="459" y="118"/>
                </a:cubicBezTo>
                <a:cubicBezTo>
                  <a:pt x="459" y="114"/>
                  <a:pt x="462" y="110"/>
                  <a:pt x="466" y="110"/>
                </a:cubicBezTo>
                <a:cubicBezTo>
                  <a:pt x="484" y="110"/>
                  <a:pt x="484" y="110"/>
                  <a:pt x="484" y="110"/>
                </a:cubicBezTo>
                <a:cubicBezTo>
                  <a:pt x="488" y="110"/>
                  <a:pt x="491" y="114"/>
                  <a:pt x="491" y="118"/>
                </a:cubicBezTo>
                <a:lnTo>
                  <a:pt x="491" y="466"/>
                </a:lnTo>
                <a:close/>
                <a:moveTo>
                  <a:pt x="0" y="67"/>
                </a:moveTo>
                <a:cubicBezTo>
                  <a:pt x="0" y="490"/>
                  <a:pt x="0" y="490"/>
                  <a:pt x="0" y="490"/>
                </a:cubicBezTo>
                <a:cubicBezTo>
                  <a:pt x="0" y="502"/>
                  <a:pt x="7" y="510"/>
                  <a:pt x="18" y="510"/>
                </a:cubicBezTo>
                <a:cubicBezTo>
                  <a:pt x="123" y="510"/>
                  <a:pt x="123" y="510"/>
                  <a:pt x="123" y="510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7" y="47"/>
                  <a:pt x="0" y="55"/>
                  <a:pt x="0" y="67"/>
                </a:cubicBezTo>
                <a:moveTo>
                  <a:pt x="69" y="87"/>
                </a:moveTo>
                <a:cubicBezTo>
                  <a:pt x="69" y="83"/>
                  <a:pt x="72" y="79"/>
                  <a:pt x="76" y="79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102" y="83"/>
                  <a:pt x="102" y="87"/>
                </a:cubicBezTo>
                <a:cubicBezTo>
                  <a:pt x="102" y="466"/>
                  <a:pt x="102" y="466"/>
                  <a:pt x="102" y="466"/>
                </a:cubicBezTo>
                <a:cubicBezTo>
                  <a:pt x="102" y="470"/>
                  <a:pt x="98" y="474"/>
                  <a:pt x="94" y="474"/>
                </a:cubicBezTo>
                <a:cubicBezTo>
                  <a:pt x="76" y="474"/>
                  <a:pt x="76" y="474"/>
                  <a:pt x="76" y="474"/>
                </a:cubicBezTo>
                <a:cubicBezTo>
                  <a:pt x="72" y="474"/>
                  <a:pt x="69" y="470"/>
                  <a:pt x="69" y="466"/>
                </a:cubicBezTo>
                <a:lnTo>
                  <a:pt x="69" y="87"/>
                </a:lnTo>
                <a:close/>
                <a:moveTo>
                  <a:pt x="25" y="79"/>
                </a:moveTo>
                <a:cubicBezTo>
                  <a:pt x="47" y="79"/>
                  <a:pt x="47" y="79"/>
                  <a:pt x="47" y="79"/>
                </a:cubicBezTo>
                <a:cubicBezTo>
                  <a:pt x="51" y="79"/>
                  <a:pt x="54" y="83"/>
                  <a:pt x="54" y="87"/>
                </a:cubicBezTo>
                <a:cubicBezTo>
                  <a:pt x="54" y="466"/>
                  <a:pt x="54" y="466"/>
                  <a:pt x="54" y="466"/>
                </a:cubicBezTo>
                <a:cubicBezTo>
                  <a:pt x="54" y="470"/>
                  <a:pt x="51" y="474"/>
                  <a:pt x="47" y="474"/>
                </a:cubicBezTo>
                <a:cubicBezTo>
                  <a:pt x="25" y="474"/>
                  <a:pt x="25" y="474"/>
                  <a:pt x="25" y="474"/>
                </a:cubicBezTo>
                <a:cubicBezTo>
                  <a:pt x="21" y="474"/>
                  <a:pt x="18" y="470"/>
                  <a:pt x="18" y="466"/>
                </a:cubicBezTo>
                <a:cubicBezTo>
                  <a:pt x="18" y="87"/>
                  <a:pt x="18" y="87"/>
                  <a:pt x="18" y="87"/>
                </a:cubicBezTo>
                <a:cubicBezTo>
                  <a:pt x="18" y="83"/>
                  <a:pt x="21" y="79"/>
                  <a:pt x="25" y="79"/>
                </a:cubicBezTo>
                <a:moveTo>
                  <a:pt x="360" y="0"/>
                </a:moveTo>
                <a:cubicBezTo>
                  <a:pt x="149" y="0"/>
                  <a:pt x="149" y="0"/>
                  <a:pt x="149" y="0"/>
                </a:cubicBezTo>
                <a:cubicBezTo>
                  <a:pt x="138" y="0"/>
                  <a:pt x="131" y="7"/>
                  <a:pt x="131" y="19"/>
                </a:cubicBezTo>
                <a:cubicBezTo>
                  <a:pt x="131" y="490"/>
                  <a:pt x="131" y="490"/>
                  <a:pt x="131" y="490"/>
                </a:cubicBezTo>
                <a:cubicBezTo>
                  <a:pt x="131" y="502"/>
                  <a:pt x="138" y="510"/>
                  <a:pt x="149" y="510"/>
                </a:cubicBezTo>
                <a:cubicBezTo>
                  <a:pt x="214" y="510"/>
                  <a:pt x="214" y="510"/>
                  <a:pt x="214" y="510"/>
                </a:cubicBezTo>
                <a:cubicBezTo>
                  <a:pt x="214" y="435"/>
                  <a:pt x="214" y="435"/>
                  <a:pt x="214" y="435"/>
                </a:cubicBezTo>
                <a:cubicBezTo>
                  <a:pt x="214" y="435"/>
                  <a:pt x="218" y="431"/>
                  <a:pt x="218" y="431"/>
                </a:cubicBezTo>
                <a:cubicBezTo>
                  <a:pt x="291" y="431"/>
                  <a:pt x="291" y="431"/>
                  <a:pt x="291" y="431"/>
                </a:cubicBezTo>
                <a:cubicBezTo>
                  <a:pt x="295" y="431"/>
                  <a:pt x="295" y="435"/>
                  <a:pt x="295" y="435"/>
                </a:cubicBezTo>
                <a:cubicBezTo>
                  <a:pt x="295" y="510"/>
                  <a:pt x="295" y="510"/>
                  <a:pt x="295" y="510"/>
                </a:cubicBezTo>
                <a:cubicBezTo>
                  <a:pt x="360" y="510"/>
                  <a:pt x="360" y="510"/>
                  <a:pt x="360" y="510"/>
                </a:cubicBezTo>
                <a:cubicBezTo>
                  <a:pt x="371" y="510"/>
                  <a:pt x="378" y="502"/>
                  <a:pt x="378" y="490"/>
                </a:cubicBezTo>
                <a:cubicBezTo>
                  <a:pt x="378" y="19"/>
                  <a:pt x="378" y="19"/>
                  <a:pt x="378" y="19"/>
                </a:cubicBezTo>
                <a:cubicBezTo>
                  <a:pt x="378" y="7"/>
                  <a:pt x="371" y="0"/>
                  <a:pt x="360" y="0"/>
                </a:cubicBezTo>
                <a:moveTo>
                  <a:pt x="189" y="407"/>
                </a:moveTo>
                <a:cubicBezTo>
                  <a:pt x="189" y="411"/>
                  <a:pt x="185" y="415"/>
                  <a:pt x="182" y="415"/>
                </a:cubicBezTo>
                <a:cubicBezTo>
                  <a:pt x="160" y="415"/>
                  <a:pt x="160" y="415"/>
                  <a:pt x="160" y="415"/>
                </a:cubicBezTo>
                <a:cubicBezTo>
                  <a:pt x="156" y="415"/>
                  <a:pt x="153" y="411"/>
                  <a:pt x="153" y="407"/>
                </a:cubicBezTo>
                <a:cubicBezTo>
                  <a:pt x="153" y="59"/>
                  <a:pt x="153" y="59"/>
                  <a:pt x="153" y="59"/>
                </a:cubicBezTo>
                <a:cubicBezTo>
                  <a:pt x="153" y="55"/>
                  <a:pt x="156" y="51"/>
                  <a:pt x="160" y="51"/>
                </a:cubicBezTo>
                <a:cubicBezTo>
                  <a:pt x="182" y="51"/>
                  <a:pt x="182" y="51"/>
                  <a:pt x="182" y="51"/>
                </a:cubicBezTo>
                <a:cubicBezTo>
                  <a:pt x="185" y="51"/>
                  <a:pt x="189" y="55"/>
                  <a:pt x="189" y="59"/>
                </a:cubicBezTo>
                <a:lnTo>
                  <a:pt x="189" y="407"/>
                </a:lnTo>
                <a:close/>
                <a:moveTo>
                  <a:pt x="244" y="407"/>
                </a:moveTo>
                <a:cubicBezTo>
                  <a:pt x="244" y="411"/>
                  <a:pt x="240" y="415"/>
                  <a:pt x="236" y="415"/>
                </a:cubicBezTo>
                <a:cubicBezTo>
                  <a:pt x="218" y="415"/>
                  <a:pt x="218" y="415"/>
                  <a:pt x="218" y="415"/>
                </a:cubicBezTo>
                <a:cubicBezTo>
                  <a:pt x="214" y="415"/>
                  <a:pt x="211" y="411"/>
                  <a:pt x="211" y="407"/>
                </a:cubicBezTo>
                <a:cubicBezTo>
                  <a:pt x="211" y="59"/>
                  <a:pt x="211" y="59"/>
                  <a:pt x="211" y="59"/>
                </a:cubicBezTo>
                <a:cubicBezTo>
                  <a:pt x="211" y="55"/>
                  <a:pt x="214" y="51"/>
                  <a:pt x="218" y="51"/>
                </a:cubicBezTo>
                <a:cubicBezTo>
                  <a:pt x="236" y="51"/>
                  <a:pt x="236" y="51"/>
                  <a:pt x="236" y="51"/>
                </a:cubicBezTo>
                <a:cubicBezTo>
                  <a:pt x="240" y="51"/>
                  <a:pt x="244" y="55"/>
                  <a:pt x="244" y="59"/>
                </a:cubicBezTo>
                <a:lnTo>
                  <a:pt x="244" y="407"/>
                </a:lnTo>
                <a:close/>
                <a:moveTo>
                  <a:pt x="302" y="407"/>
                </a:moveTo>
                <a:cubicBezTo>
                  <a:pt x="302" y="411"/>
                  <a:pt x="298" y="415"/>
                  <a:pt x="291" y="415"/>
                </a:cubicBezTo>
                <a:cubicBezTo>
                  <a:pt x="273" y="415"/>
                  <a:pt x="273" y="415"/>
                  <a:pt x="273" y="415"/>
                </a:cubicBezTo>
                <a:cubicBezTo>
                  <a:pt x="269" y="415"/>
                  <a:pt x="265" y="411"/>
                  <a:pt x="265" y="407"/>
                </a:cubicBezTo>
                <a:cubicBezTo>
                  <a:pt x="265" y="59"/>
                  <a:pt x="265" y="59"/>
                  <a:pt x="265" y="59"/>
                </a:cubicBezTo>
                <a:cubicBezTo>
                  <a:pt x="265" y="55"/>
                  <a:pt x="269" y="51"/>
                  <a:pt x="273" y="51"/>
                </a:cubicBezTo>
                <a:cubicBezTo>
                  <a:pt x="291" y="51"/>
                  <a:pt x="291" y="51"/>
                  <a:pt x="291" y="51"/>
                </a:cubicBezTo>
                <a:cubicBezTo>
                  <a:pt x="298" y="51"/>
                  <a:pt x="302" y="55"/>
                  <a:pt x="302" y="59"/>
                </a:cubicBezTo>
                <a:lnTo>
                  <a:pt x="302" y="407"/>
                </a:lnTo>
                <a:close/>
                <a:moveTo>
                  <a:pt x="357" y="407"/>
                </a:moveTo>
                <a:cubicBezTo>
                  <a:pt x="357" y="411"/>
                  <a:pt x="353" y="415"/>
                  <a:pt x="349" y="415"/>
                </a:cubicBezTo>
                <a:cubicBezTo>
                  <a:pt x="331" y="415"/>
                  <a:pt x="331" y="415"/>
                  <a:pt x="331" y="415"/>
                </a:cubicBezTo>
                <a:cubicBezTo>
                  <a:pt x="324" y="415"/>
                  <a:pt x="320" y="411"/>
                  <a:pt x="320" y="407"/>
                </a:cubicBezTo>
                <a:cubicBezTo>
                  <a:pt x="320" y="59"/>
                  <a:pt x="320" y="59"/>
                  <a:pt x="320" y="59"/>
                </a:cubicBezTo>
                <a:cubicBezTo>
                  <a:pt x="320" y="55"/>
                  <a:pt x="324" y="51"/>
                  <a:pt x="331" y="51"/>
                </a:cubicBezTo>
                <a:cubicBezTo>
                  <a:pt x="349" y="51"/>
                  <a:pt x="349" y="51"/>
                  <a:pt x="349" y="51"/>
                </a:cubicBezTo>
                <a:cubicBezTo>
                  <a:pt x="353" y="51"/>
                  <a:pt x="357" y="55"/>
                  <a:pt x="357" y="59"/>
                </a:cubicBezTo>
                <a:lnTo>
                  <a:pt x="357" y="40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2" name="textbox 1592"/>
          <p:cNvSpPr/>
          <p:nvPr/>
        </p:nvSpPr>
        <p:spPr>
          <a:xfrm>
            <a:off x="711047" y="5989701"/>
            <a:ext cx="63055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완전한 모듈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594" name="path 1594"/>
          <p:cNvSpPr/>
          <p:nvPr/>
        </p:nvSpPr>
        <p:spPr>
          <a:xfrm>
            <a:off x="1956942" y="5569330"/>
            <a:ext cx="251967" cy="360171"/>
          </a:xfrm>
          <a:custGeom>
            <a:avLst/>
            <a:gdLst/>
            <a:ahLst/>
            <a:cxnLst/>
            <a:rect l="0" t="0" r="0" b="0"/>
            <a:pathLst>
              <a:path w="396" h="567">
                <a:moveTo>
                  <a:pt x="396" y="371"/>
                </a:moveTo>
                <a:cubicBezTo>
                  <a:pt x="396" y="500"/>
                  <a:pt x="396" y="500"/>
                  <a:pt x="396" y="500"/>
                </a:cubicBezTo>
                <a:cubicBezTo>
                  <a:pt x="396" y="537"/>
                  <a:pt x="366" y="567"/>
                  <a:pt x="328" y="567"/>
                </a:cubicBezTo>
                <a:cubicBezTo>
                  <a:pt x="204" y="567"/>
                  <a:pt x="204" y="567"/>
                  <a:pt x="204" y="567"/>
                </a:cubicBezTo>
                <a:cubicBezTo>
                  <a:pt x="183" y="567"/>
                  <a:pt x="166" y="558"/>
                  <a:pt x="153" y="546"/>
                </a:cubicBezTo>
                <a:cubicBezTo>
                  <a:pt x="21" y="417"/>
                  <a:pt x="21" y="417"/>
                  <a:pt x="21" y="417"/>
                </a:cubicBezTo>
                <a:cubicBezTo>
                  <a:pt x="8" y="404"/>
                  <a:pt x="8" y="392"/>
                  <a:pt x="21" y="379"/>
                </a:cubicBezTo>
                <a:cubicBezTo>
                  <a:pt x="29" y="371"/>
                  <a:pt x="29" y="371"/>
                  <a:pt x="29" y="371"/>
                </a:cubicBezTo>
                <a:cubicBezTo>
                  <a:pt x="34" y="367"/>
                  <a:pt x="42" y="362"/>
                  <a:pt x="46" y="362"/>
                </a:cubicBezTo>
                <a:cubicBezTo>
                  <a:pt x="55" y="362"/>
                  <a:pt x="59" y="367"/>
                  <a:pt x="63" y="371"/>
                </a:cubicBezTo>
                <a:cubicBezTo>
                  <a:pt x="136" y="437"/>
                  <a:pt x="136" y="437"/>
                  <a:pt x="136" y="437"/>
                </a:cubicBezTo>
                <a:cubicBezTo>
                  <a:pt x="136" y="183"/>
                  <a:pt x="136" y="183"/>
                  <a:pt x="136" y="183"/>
                </a:cubicBezTo>
                <a:cubicBezTo>
                  <a:pt x="136" y="166"/>
                  <a:pt x="145" y="158"/>
                  <a:pt x="162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83" y="158"/>
                  <a:pt x="196" y="166"/>
                  <a:pt x="196" y="183"/>
                </a:cubicBezTo>
                <a:cubicBezTo>
                  <a:pt x="196" y="325"/>
                  <a:pt x="196" y="325"/>
                  <a:pt x="196" y="325"/>
                </a:cubicBezTo>
                <a:cubicBezTo>
                  <a:pt x="204" y="321"/>
                  <a:pt x="204" y="321"/>
                  <a:pt x="204" y="321"/>
                </a:cubicBezTo>
                <a:cubicBezTo>
                  <a:pt x="213" y="321"/>
                  <a:pt x="217" y="321"/>
                  <a:pt x="221" y="321"/>
                </a:cubicBezTo>
                <a:cubicBezTo>
                  <a:pt x="243" y="321"/>
                  <a:pt x="251" y="325"/>
                  <a:pt x="251" y="325"/>
                </a:cubicBezTo>
                <a:cubicBezTo>
                  <a:pt x="256" y="325"/>
                  <a:pt x="256" y="325"/>
                  <a:pt x="256" y="325"/>
                </a:cubicBezTo>
                <a:cubicBezTo>
                  <a:pt x="256" y="346"/>
                  <a:pt x="256" y="346"/>
                  <a:pt x="256" y="346"/>
                </a:cubicBezTo>
                <a:cubicBezTo>
                  <a:pt x="256" y="346"/>
                  <a:pt x="256" y="350"/>
                  <a:pt x="260" y="350"/>
                </a:cubicBezTo>
                <a:cubicBezTo>
                  <a:pt x="260" y="350"/>
                  <a:pt x="264" y="346"/>
                  <a:pt x="264" y="346"/>
                </a:cubicBezTo>
                <a:cubicBezTo>
                  <a:pt x="264" y="325"/>
                  <a:pt x="264" y="325"/>
                  <a:pt x="264" y="325"/>
                </a:cubicBezTo>
                <a:cubicBezTo>
                  <a:pt x="264" y="325"/>
                  <a:pt x="268" y="325"/>
                  <a:pt x="277" y="325"/>
                </a:cubicBezTo>
                <a:cubicBezTo>
                  <a:pt x="285" y="325"/>
                  <a:pt x="298" y="329"/>
                  <a:pt x="307" y="333"/>
                </a:cubicBezTo>
                <a:cubicBezTo>
                  <a:pt x="307" y="333"/>
                  <a:pt x="307" y="333"/>
                  <a:pt x="307" y="333"/>
                </a:cubicBezTo>
                <a:cubicBezTo>
                  <a:pt x="307" y="354"/>
                  <a:pt x="307" y="354"/>
                  <a:pt x="307" y="354"/>
                </a:cubicBezTo>
                <a:cubicBezTo>
                  <a:pt x="307" y="354"/>
                  <a:pt x="311" y="358"/>
                  <a:pt x="311" y="358"/>
                </a:cubicBezTo>
                <a:cubicBezTo>
                  <a:pt x="315" y="358"/>
                  <a:pt x="320" y="354"/>
                  <a:pt x="320" y="354"/>
                </a:cubicBezTo>
                <a:cubicBezTo>
                  <a:pt x="320" y="329"/>
                  <a:pt x="320" y="329"/>
                  <a:pt x="320" y="329"/>
                </a:cubicBezTo>
                <a:cubicBezTo>
                  <a:pt x="320" y="329"/>
                  <a:pt x="324" y="329"/>
                  <a:pt x="328" y="329"/>
                </a:cubicBezTo>
                <a:cubicBezTo>
                  <a:pt x="345" y="329"/>
                  <a:pt x="358" y="337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58"/>
                  <a:pt x="362" y="358"/>
                  <a:pt x="362" y="358"/>
                </a:cubicBezTo>
                <a:cubicBezTo>
                  <a:pt x="362" y="362"/>
                  <a:pt x="362" y="362"/>
                  <a:pt x="366" y="362"/>
                </a:cubicBezTo>
                <a:cubicBezTo>
                  <a:pt x="371" y="362"/>
                  <a:pt x="371" y="362"/>
                  <a:pt x="371" y="358"/>
                </a:cubicBezTo>
                <a:cubicBezTo>
                  <a:pt x="371" y="337"/>
                  <a:pt x="371" y="337"/>
                  <a:pt x="371" y="337"/>
                </a:cubicBezTo>
                <a:cubicBezTo>
                  <a:pt x="392" y="346"/>
                  <a:pt x="396" y="358"/>
                  <a:pt x="396" y="371"/>
                </a:cubicBezTo>
                <a:moveTo>
                  <a:pt x="243" y="162"/>
                </a:moveTo>
                <a:cubicBezTo>
                  <a:pt x="243" y="116"/>
                  <a:pt x="208" y="79"/>
                  <a:pt x="162" y="79"/>
                </a:cubicBezTo>
                <a:cubicBezTo>
                  <a:pt x="115" y="79"/>
                  <a:pt x="76" y="116"/>
                  <a:pt x="76" y="162"/>
                </a:cubicBezTo>
                <a:cubicBezTo>
                  <a:pt x="76" y="183"/>
                  <a:pt x="89" y="204"/>
                  <a:pt x="106" y="221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06" y="154"/>
                  <a:pt x="127" y="129"/>
                  <a:pt x="162" y="129"/>
                </a:cubicBezTo>
                <a:cubicBezTo>
                  <a:pt x="170" y="129"/>
                  <a:pt x="170" y="129"/>
                  <a:pt x="170" y="129"/>
                </a:cubicBezTo>
                <a:cubicBezTo>
                  <a:pt x="200" y="129"/>
                  <a:pt x="226" y="154"/>
                  <a:pt x="226" y="183"/>
                </a:cubicBezTo>
                <a:cubicBezTo>
                  <a:pt x="226" y="212"/>
                  <a:pt x="226" y="212"/>
                  <a:pt x="226" y="212"/>
                </a:cubicBezTo>
                <a:cubicBezTo>
                  <a:pt x="238" y="200"/>
                  <a:pt x="243" y="179"/>
                  <a:pt x="243" y="162"/>
                </a:cubicBezTo>
                <a:moveTo>
                  <a:pt x="106" y="308"/>
                </a:moveTo>
                <a:cubicBezTo>
                  <a:pt x="106" y="271"/>
                  <a:pt x="106" y="271"/>
                  <a:pt x="106" y="271"/>
                </a:cubicBezTo>
                <a:cubicBezTo>
                  <a:pt x="63" y="250"/>
                  <a:pt x="38" y="208"/>
                  <a:pt x="38" y="162"/>
                </a:cubicBezTo>
                <a:cubicBezTo>
                  <a:pt x="38" y="91"/>
                  <a:pt x="93" y="37"/>
                  <a:pt x="162" y="37"/>
                </a:cubicBezTo>
                <a:cubicBezTo>
                  <a:pt x="230" y="37"/>
                  <a:pt x="285" y="91"/>
                  <a:pt x="285" y="162"/>
                </a:cubicBezTo>
                <a:cubicBezTo>
                  <a:pt x="285" y="204"/>
                  <a:pt x="260" y="241"/>
                  <a:pt x="226" y="267"/>
                </a:cubicBezTo>
                <a:cubicBezTo>
                  <a:pt x="226" y="292"/>
                  <a:pt x="226" y="292"/>
                  <a:pt x="226" y="292"/>
                </a:cubicBezTo>
                <a:cubicBezTo>
                  <a:pt x="234" y="292"/>
                  <a:pt x="243" y="292"/>
                  <a:pt x="247" y="295"/>
                </a:cubicBezTo>
                <a:cubicBezTo>
                  <a:pt x="294" y="267"/>
                  <a:pt x="324" y="216"/>
                  <a:pt x="324" y="162"/>
                </a:cubicBezTo>
                <a:cubicBezTo>
                  <a:pt x="324" y="71"/>
                  <a:pt x="251" y="0"/>
                  <a:pt x="162" y="0"/>
                </a:cubicBezTo>
                <a:cubicBezTo>
                  <a:pt x="72" y="0"/>
                  <a:pt x="0" y="71"/>
                  <a:pt x="0" y="162"/>
                </a:cubicBezTo>
                <a:cubicBezTo>
                  <a:pt x="0" y="229"/>
                  <a:pt x="42" y="287"/>
                  <a:pt x="106" y="308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6" name="path 1596"/>
          <p:cNvSpPr/>
          <p:nvPr/>
        </p:nvSpPr>
        <p:spPr>
          <a:xfrm>
            <a:off x="393700" y="1296987"/>
            <a:ext cx="3170301" cy="9525"/>
          </a:xfrm>
          <a:custGeom>
            <a:avLst/>
            <a:gdLst/>
            <a:ahLst/>
            <a:cxnLst/>
            <a:rect l="0" t="0" r="0" b="0"/>
            <a:pathLst>
              <a:path w="4992" h="15">
                <a:moveTo>
                  <a:pt x="0" y="7"/>
                </a:moveTo>
                <a:lnTo>
                  <a:pt x="4992" y="7"/>
                </a:lnTo>
              </a:path>
            </a:pathLst>
          </a:custGeom>
          <a:noFill/>
          <a:ln w="9525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26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8" name="picture 15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7068800" cy="9601197"/>
          </a:xfrm>
          <a:prstGeom prst="rect">
            <a:avLst/>
          </a:prstGeom>
        </p:spPr>
      </p:pic>
      <p:pic>
        <p:nvPicPr>
          <p:cNvPr id="1600" name="picture 16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91615" y="5856343"/>
            <a:ext cx="8399335" cy="3426967"/>
          </a:xfrm>
          <a:prstGeom prst="rect">
            <a:avLst/>
          </a:prstGeom>
        </p:spPr>
      </p:pic>
      <p:sp>
        <p:nvSpPr>
          <p:cNvPr id="1602" name="textbox 1602"/>
          <p:cNvSpPr/>
          <p:nvPr/>
        </p:nvSpPr>
        <p:spPr>
          <a:xfrm>
            <a:off x="385521" y="1480184"/>
            <a:ext cx="3683000" cy="2395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98000"/>
              </a:lnSpc>
            </a:pP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금형 전체 생산 공정에 M&amp;C 스마트 제조 클라우드 플랫폼을 활용할 수 있으며, 다양한 업종·규모·발전 단계의 수요에 대응합니다.</a:t>
            </a:r>
            <a:endParaRPr sz="1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/>
              <a:ea typeface="Arial"/>
              <a:cs typeface="Arial"/>
            </a:endParaRPr>
          </a:p>
          <a:p>
            <a:pPr marL="115570" algn="l" rtl="0" eaLnBrk="0">
              <a:lnSpc>
                <a:spcPct val="94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C000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유연 자동화 가공 라인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5"/>
              </a:spcBef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장시 정푸 자동차 부품 유한공사</a:t>
            </a:r>
            <a:endParaRPr sz="18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pic>
        <p:nvPicPr>
          <p:cNvPr id="1606" name="picture 16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91691" y="5318632"/>
            <a:ext cx="1934844" cy="1976755"/>
          </a:xfrm>
          <a:prstGeom prst="rect">
            <a:avLst/>
          </a:prstGeom>
        </p:spPr>
      </p:pic>
      <p:graphicFrame>
        <p:nvGraphicFramePr>
          <p:cNvPr id="1608" name="table 1608"/>
          <p:cNvGraphicFramePr>
            <a:graphicFrameLocks noGrp="1"/>
          </p:cNvGraphicFramePr>
          <p:nvPr/>
        </p:nvGraphicFramePr>
        <p:xfrm>
          <a:off x="576262" y="8347075"/>
          <a:ext cx="2981325" cy="786194"/>
        </p:xfrm>
        <a:graphic>
          <a:graphicData uri="http://schemas.openxmlformats.org/drawingml/2006/table">
            <a:tbl>
              <a:tblPr/>
              <a:tblGrid>
                <a:gridCol w="298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330" indent="-287655" algn="l" rtl="0" eaLnBrk="0">
                        <a:lnSpc>
                          <a:spcPct val="105000"/>
                        </a:lnSpc>
                        <a:spcBef>
                          <a:spcPts val="5"/>
                        </a:spcBef>
                      </a:pPr>
                      <a:r>
                        <a:rPr sz="1500" b="1" kern="0" spc="9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모운(MES)을 기반으로 금형 작업장 완전 디지털 생산 모델 구축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10" name="textbox 1610"/>
          <p:cNvSpPr/>
          <p:nvPr/>
        </p:nvSpPr>
        <p:spPr>
          <a:xfrm>
            <a:off x="362510" y="497847"/>
            <a:ext cx="3429000" cy="73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M&amp;C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20955" algn="l" rtl="0" eaLnBrk="0">
              <a:lnSpc>
                <a:spcPct val="93000"/>
              </a:lnSpc>
              <a:spcBef>
                <a:spcPts val="195"/>
              </a:spcBef>
            </a:pPr>
            <a:r>
              <a:rPr sz="2400" b="1" kern="0" spc="-10" dirty="0">
                <a:solidFill>
                  <a:srgbClr val="FFFFFF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스마트 제조 솔루션</a:t>
            </a:r>
            <a:endParaRPr sz="24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sp>
        <p:nvSpPr>
          <p:cNvPr id="1612" name="rect 1612"/>
          <p:cNvSpPr/>
          <p:nvPr/>
        </p:nvSpPr>
        <p:spPr>
          <a:xfrm>
            <a:off x="4181475" y="0"/>
            <a:ext cx="107950" cy="9601197"/>
          </a:xfrm>
          <a:prstGeom prst="rect">
            <a:avLst/>
          </a:prstGeom>
          <a:solidFill>
            <a:srgbClr val="000F3D">
              <a:alpha val="6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14" name="picture 16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4420" y="5330316"/>
            <a:ext cx="930275" cy="1069213"/>
          </a:xfrm>
          <a:prstGeom prst="rect">
            <a:avLst/>
          </a:prstGeom>
        </p:spPr>
      </p:pic>
      <p:pic>
        <p:nvPicPr>
          <p:cNvPr id="1616" name="picture 16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91260" y="6226175"/>
            <a:ext cx="930199" cy="1069213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 rot="21600000">
            <a:off x="1091260" y="6226175"/>
            <a:ext cx="930199" cy="1069213"/>
            <a:chOff x="0" y="0"/>
            <a:chExt cx="930199" cy="1069213"/>
          </a:xfrm>
        </p:grpSpPr>
        <p:sp>
          <p:nvSpPr>
            <p:cNvPr id="1618" name="textbox 1618"/>
            <p:cNvSpPr/>
            <p:nvPr/>
          </p:nvSpPr>
          <p:spPr>
            <a:xfrm>
              <a:off x="-12700" y="-12700"/>
              <a:ext cx="955675" cy="1108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5"/>
                </a:spcBef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유연한 설정</a:t>
              </a:r>
              <a:endParaRPr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  <p:graphicFrame>
        <p:nvGraphicFramePr>
          <p:cNvPr id="1620" name="table 1620"/>
          <p:cNvGraphicFramePr>
            <a:graphicFrameLocks noGrp="1"/>
          </p:cNvGraphicFramePr>
          <p:nvPr/>
        </p:nvGraphicFramePr>
        <p:xfrm>
          <a:off x="577850" y="7983537"/>
          <a:ext cx="1428750" cy="42379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74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언제 어디서나 시스템 접속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2" name="table 1622"/>
          <p:cNvGraphicFramePr>
            <a:graphicFrameLocks noGrp="1"/>
          </p:cNvGraphicFramePr>
          <p:nvPr/>
        </p:nvGraphicFramePr>
        <p:xfrm>
          <a:off x="2128901" y="7983537"/>
          <a:ext cx="1428750" cy="423799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6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93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높은 보안의 업무 데이터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4" name="table 1624"/>
          <p:cNvGraphicFramePr>
            <a:graphicFrameLocks noGrp="1"/>
          </p:cNvGraphicFramePr>
          <p:nvPr/>
        </p:nvGraphicFramePr>
        <p:xfrm>
          <a:off x="577850" y="7621523"/>
          <a:ext cx="1428750" cy="2794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더 짧은 구현 주기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6" name="table 1626"/>
          <p:cNvGraphicFramePr>
            <a:graphicFrameLocks noGrp="1"/>
          </p:cNvGraphicFramePr>
          <p:nvPr/>
        </p:nvGraphicFramePr>
        <p:xfrm>
          <a:off x="2128901" y="7621523"/>
          <a:ext cx="1428750" cy="420878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796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 panose="02010600030101010101" charset="-122"/>
                        </a:rPr>
                        <a:t>손쉬운 시스템 운영·유지보수</a:t>
                      </a:r>
                    </a:p>
                  </a:txBody>
                  <a:tcPr marL="0" marR="0" marT="0" marB="0">
                    <a:lnL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837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28" name="textbox 1628"/>
          <p:cNvSpPr/>
          <p:nvPr/>
        </p:nvSpPr>
        <p:spPr>
          <a:xfrm>
            <a:off x="1744141" y="5989701"/>
            <a:ext cx="163004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간편한 조작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전문 서비스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30" name="path 1630"/>
          <p:cNvSpPr/>
          <p:nvPr/>
        </p:nvSpPr>
        <p:spPr>
          <a:xfrm>
            <a:off x="2883154" y="5551042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62" y="307"/>
                </a:moveTo>
                <a:cubicBezTo>
                  <a:pt x="33" y="307"/>
                  <a:pt x="0" y="285"/>
                  <a:pt x="0" y="258"/>
                </a:cubicBezTo>
                <a:cubicBezTo>
                  <a:pt x="0" y="200"/>
                  <a:pt x="0" y="200"/>
                  <a:pt x="0" y="200"/>
                </a:cubicBezTo>
                <a:cubicBezTo>
                  <a:pt x="0" y="169"/>
                  <a:pt x="33" y="147"/>
                  <a:pt x="62" y="147"/>
                </a:cubicBezTo>
                <a:cubicBezTo>
                  <a:pt x="129" y="133"/>
                  <a:pt x="129" y="133"/>
                  <a:pt x="129" y="133"/>
                </a:cubicBezTo>
                <a:cubicBezTo>
                  <a:pt x="154" y="133"/>
                  <a:pt x="175" y="142"/>
                  <a:pt x="175" y="173"/>
                </a:cubicBezTo>
                <a:cubicBezTo>
                  <a:pt x="175" y="258"/>
                  <a:pt x="175" y="258"/>
                  <a:pt x="175" y="258"/>
                </a:cubicBezTo>
                <a:cubicBezTo>
                  <a:pt x="175" y="285"/>
                  <a:pt x="154" y="307"/>
                  <a:pt x="129" y="307"/>
                </a:cubicBezTo>
                <a:lnTo>
                  <a:pt x="62" y="307"/>
                </a:lnTo>
                <a:close/>
                <a:moveTo>
                  <a:pt x="441" y="26"/>
                </a:moveTo>
                <a:cubicBezTo>
                  <a:pt x="404" y="26"/>
                  <a:pt x="375" y="57"/>
                  <a:pt x="375" y="97"/>
                </a:cubicBezTo>
                <a:cubicBezTo>
                  <a:pt x="375" y="138"/>
                  <a:pt x="404" y="169"/>
                  <a:pt x="441" y="169"/>
                </a:cubicBezTo>
                <a:cubicBezTo>
                  <a:pt x="475" y="169"/>
                  <a:pt x="508" y="138"/>
                  <a:pt x="508" y="97"/>
                </a:cubicBezTo>
                <a:cubicBezTo>
                  <a:pt x="508" y="57"/>
                  <a:pt x="475" y="26"/>
                  <a:pt x="441" y="26"/>
                </a:cubicBezTo>
                <a:moveTo>
                  <a:pt x="350" y="165"/>
                </a:moveTo>
                <a:cubicBezTo>
                  <a:pt x="379" y="182"/>
                  <a:pt x="379" y="182"/>
                  <a:pt x="379" y="182"/>
                </a:cubicBezTo>
                <a:cubicBezTo>
                  <a:pt x="387" y="187"/>
                  <a:pt x="396" y="182"/>
                  <a:pt x="396" y="178"/>
                </a:cubicBezTo>
                <a:cubicBezTo>
                  <a:pt x="400" y="169"/>
                  <a:pt x="396" y="165"/>
                  <a:pt x="387" y="160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75" y="151"/>
                  <a:pt x="375" y="151"/>
                  <a:pt x="375" y="151"/>
                </a:cubicBezTo>
                <a:cubicBezTo>
                  <a:pt x="362" y="138"/>
                  <a:pt x="358" y="120"/>
                  <a:pt x="358" y="97"/>
                </a:cubicBezTo>
                <a:cubicBezTo>
                  <a:pt x="358" y="49"/>
                  <a:pt x="396" y="9"/>
                  <a:pt x="441" y="9"/>
                </a:cubicBezTo>
                <a:cubicBezTo>
                  <a:pt x="487" y="9"/>
                  <a:pt x="521" y="49"/>
                  <a:pt x="521" y="97"/>
                </a:cubicBezTo>
                <a:cubicBezTo>
                  <a:pt x="521" y="102"/>
                  <a:pt x="521" y="107"/>
                  <a:pt x="521" y="107"/>
                </a:cubicBezTo>
                <a:cubicBezTo>
                  <a:pt x="529" y="107"/>
                  <a:pt x="529" y="107"/>
                  <a:pt x="529" y="107"/>
                </a:cubicBezTo>
                <a:cubicBezTo>
                  <a:pt x="529" y="107"/>
                  <a:pt x="529" y="102"/>
                  <a:pt x="529" y="97"/>
                </a:cubicBezTo>
                <a:cubicBezTo>
                  <a:pt x="529" y="44"/>
                  <a:pt x="491" y="0"/>
                  <a:pt x="441" y="0"/>
                </a:cubicBezTo>
                <a:cubicBezTo>
                  <a:pt x="391" y="0"/>
                  <a:pt x="350" y="44"/>
                  <a:pt x="350" y="97"/>
                </a:cubicBezTo>
                <a:cubicBezTo>
                  <a:pt x="350" y="115"/>
                  <a:pt x="354" y="133"/>
                  <a:pt x="362" y="147"/>
                </a:cubicBezTo>
                <a:cubicBezTo>
                  <a:pt x="358" y="147"/>
                  <a:pt x="358" y="147"/>
                  <a:pt x="358" y="147"/>
                </a:cubicBezTo>
                <a:cubicBezTo>
                  <a:pt x="354" y="142"/>
                  <a:pt x="345" y="142"/>
                  <a:pt x="341" y="151"/>
                </a:cubicBezTo>
                <a:cubicBezTo>
                  <a:pt x="337" y="155"/>
                  <a:pt x="341" y="165"/>
                  <a:pt x="350" y="165"/>
                </a:cubicBezTo>
                <a:moveTo>
                  <a:pt x="533" y="267"/>
                </a:moveTo>
                <a:cubicBezTo>
                  <a:pt x="529" y="258"/>
                  <a:pt x="529" y="253"/>
                  <a:pt x="525" y="245"/>
                </a:cubicBezTo>
                <a:cubicBezTo>
                  <a:pt x="525" y="231"/>
                  <a:pt x="525" y="231"/>
                  <a:pt x="525" y="231"/>
                </a:cubicBezTo>
                <a:cubicBezTo>
                  <a:pt x="521" y="222"/>
                  <a:pt x="508" y="182"/>
                  <a:pt x="441" y="182"/>
                </a:cubicBezTo>
                <a:cubicBezTo>
                  <a:pt x="383" y="182"/>
                  <a:pt x="362" y="222"/>
                  <a:pt x="362" y="231"/>
                </a:cubicBezTo>
                <a:cubicBezTo>
                  <a:pt x="358" y="245"/>
                  <a:pt x="358" y="245"/>
                  <a:pt x="358" y="245"/>
                </a:cubicBezTo>
                <a:cubicBezTo>
                  <a:pt x="354" y="253"/>
                  <a:pt x="354" y="258"/>
                  <a:pt x="354" y="267"/>
                </a:cubicBezTo>
                <a:cubicBezTo>
                  <a:pt x="337" y="334"/>
                  <a:pt x="337" y="334"/>
                  <a:pt x="337" y="334"/>
                </a:cubicBezTo>
                <a:cubicBezTo>
                  <a:pt x="550" y="334"/>
                  <a:pt x="550" y="334"/>
                  <a:pt x="550" y="334"/>
                </a:cubicBezTo>
                <a:lnTo>
                  <a:pt x="533" y="267"/>
                </a:lnTo>
                <a:close/>
                <a:moveTo>
                  <a:pt x="566" y="347"/>
                </a:moveTo>
                <a:cubicBezTo>
                  <a:pt x="566" y="347"/>
                  <a:pt x="566" y="347"/>
                  <a:pt x="566" y="347"/>
                </a:cubicBezTo>
                <a:cubicBezTo>
                  <a:pt x="29" y="347"/>
                  <a:pt x="29" y="347"/>
                  <a:pt x="29" y="347"/>
                </a:cubicBezTo>
                <a:cubicBezTo>
                  <a:pt x="29" y="396"/>
                  <a:pt x="29" y="396"/>
                  <a:pt x="29" y="396"/>
                </a:cubicBezTo>
                <a:cubicBezTo>
                  <a:pt x="521" y="396"/>
                  <a:pt x="521" y="396"/>
                  <a:pt x="521" y="396"/>
                </a:cubicBezTo>
                <a:cubicBezTo>
                  <a:pt x="521" y="623"/>
                  <a:pt x="521" y="623"/>
                  <a:pt x="521" y="623"/>
                </a:cubicBezTo>
                <a:cubicBezTo>
                  <a:pt x="566" y="623"/>
                  <a:pt x="566" y="623"/>
                  <a:pt x="566" y="623"/>
                </a:cubicBezTo>
                <a:cubicBezTo>
                  <a:pt x="566" y="347"/>
                  <a:pt x="566" y="347"/>
                  <a:pt x="566" y="347"/>
                </a:cubicBezTo>
                <a:moveTo>
                  <a:pt x="162" y="334"/>
                </a:moveTo>
                <a:cubicBezTo>
                  <a:pt x="262" y="343"/>
                  <a:pt x="262" y="343"/>
                  <a:pt x="262" y="343"/>
                </a:cubicBezTo>
                <a:cubicBezTo>
                  <a:pt x="262" y="325"/>
                  <a:pt x="262" y="325"/>
                  <a:pt x="262" y="325"/>
                </a:cubicBezTo>
                <a:cubicBezTo>
                  <a:pt x="162" y="316"/>
                  <a:pt x="162" y="316"/>
                  <a:pt x="162" y="316"/>
                </a:cubicBezTo>
                <a:lnTo>
                  <a:pt x="162" y="334"/>
                </a:lnTo>
                <a:close/>
                <a:moveTo>
                  <a:pt x="58" y="338"/>
                </a:moveTo>
                <a:cubicBezTo>
                  <a:pt x="133" y="338"/>
                  <a:pt x="133" y="338"/>
                  <a:pt x="133" y="338"/>
                </a:cubicBezTo>
                <a:cubicBezTo>
                  <a:pt x="133" y="320"/>
                  <a:pt x="133" y="320"/>
                  <a:pt x="133" y="320"/>
                </a:cubicBezTo>
                <a:cubicBezTo>
                  <a:pt x="58" y="320"/>
                  <a:pt x="58" y="320"/>
                  <a:pt x="58" y="320"/>
                </a:cubicBezTo>
                <a:lnTo>
                  <a:pt x="58" y="3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2" name="path 1632"/>
          <p:cNvSpPr/>
          <p:nvPr/>
        </p:nvSpPr>
        <p:spPr>
          <a:xfrm>
            <a:off x="2382139" y="6423659"/>
            <a:ext cx="359917" cy="396113"/>
          </a:xfrm>
          <a:custGeom>
            <a:avLst/>
            <a:gdLst/>
            <a:ahLst/>
            <a:cxnLst/>
            <a:rect l="0" t="0" r="0" b="0"/>
            <a:pathLst>
              <a:path w="566" h="623">
                <a:moveTo>
                  <a:pt x="283" y="245"/>
                </a:moveTo>
                <a:cubicBezTo>
                  <a:pt x="283" y="307"/>
                  <a:pt x="283" y="307"/>
                  <a:pt x="283" y="307"/>
                </a:cubicBezTo>
                <a:cubicBezTo>
                  <a:pt x="55" y="307"/>
                  <a:pt x="55" y="307"/>
                  <a:pt x="55" y="307"/>
                </a:cubicBezTo>
                <a:cubicBezTo>
                  <a:pt x="51" y="289"/>
                  <a:pt x="51" y="267"/>
                  <a:pt x="46" y="245"/>
                </a:cubicBezTo>
                <a:cubicBezTo>
                  <a:pt x="46" y="231"/>
                  <a:pt x="46" y="164"/>
                  <a:pt x="46" y="151"/>
                </a:cubicBezTo>
                <a:cubicBezTo>
                  <a:pt x="162" y="120"/>
                  <a:pt x="222" y="44"/>
                  <a:pt x="283" y="44"/>
                </a:cubicBezTo>
                <a:lnTo>
                  <a:pt x="283" y="245"/>
                </a:lnTo>
                <a:close/>
                <a:moveTo>
                  <a:pt x="283" y="574"/>
                </a:moveTo>
                <a:cubicBezTo>
                  <a:pt x="283" y="574"/>
                  <a:pt x="459" y="512"/>
                  <a:pt x="506" y="307"/>
                </a:cubicBezTo>
                <a:cubicBezTo>
                  <a:pt x="283" y="307"/>
                  <a:pt x="283" y="307"/>
                  <a:pt x="283" y="307"/>
                </a:cubicBezTo>
                <a:lnTo>
                  <a:pt x="283" y="574"/>
                </a:lnTo>
                <a:close/>
                <a:moveTo>
                  <a:pt x="566" y="124"/>
                </a:moveTo>
                <a:cubicBezTo>
                  <a:pt x="566" y="151"/>
                  <a:pt x="566" y="151"/>
                  <a:pt x="566" y="151"/>
                </a:cubicBezTo>
                <a:cubicBezTo>
                  <a:pt x="566" y="160"/>
                  <a:pt x="566" y="231"/>
                  <a:pt x="566" y="245"/>
                </a:cubicBezTo>
                <a:cubicBezTo>
                  <a:pt x="562" y="271"/>
                  <a:pt x="557" y="293"/>
                  <a:pt x="552" y="316"/>
                </a:cubicBezTo>
                <a:cubicBezTo>
                  <a:pt x="501" y="543"/>
                  <a:pt x="306" y="614"/>
                  <a:pt x="297" y="619"/>
                </a:cubicBezTo>
                <a:cubicBezTo>
                  <a:pt x="287" y="623"/>
                  <a:pt x="287" y="623"/>
                  <a:pt x="287" y="623"/>
                </a:cubicBezTo>
                <a:cubicBezTo>
                  <a:pt x="283" y="623"/>
                  <a:pt x="283" y="623"/>
                  <a:pt x="283" y="623"/>
                </a:cubicBezTo>
                <a:cubicBezTo>
                  <a:pt x="283" y="623"/>
                  <a:pt x="278" y="623"/>
                  <a:pt x="278" y="623"/>
                </a:cubicBezTo>
                <a:cubicBezTo>
                  <a:pt x="264" y="619"/>
                  <a:pt x="264" y="619"/>
                  <a:pt x="264" y="619"/>
                </a:cubicBezTo>
                <a:cubicBezTo>
                  <a:pt x="255" y="614"/>
                  <a:pt x="60" y="543"/>
                  <a:pt x="9" y="316"/>
                </a:cubicBezTo>
                <a:cubicBezTo>
                  <a:pt x="4" y="293"/>
                  <a:pt x="0" y="271"/>
                  <a:pt x="0" y="245"/>
                </a:cubicBezTo>
                <a:cubicBezTo>
                  <a:pt x="0" y="231"/>
                  <a:pt x="0" y="160"/>
                  <a:pt x="0" y="151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20"/>
                  <a:pt x="0" y="120"/>
                  <a:pt x="4" y="115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88" y="93"/>
                  <a:pt x="130" y="71"/>
                  <a:pt x="162" y="48"/>
                </a:cubicBezTo>
                <a:cubicBezTo>
                  <a:pt x="204" y="22"/>
                  <a:pt x="241" y="0"/>
                  <a:pt x="283" y="0"/>
                </a:cubicBezTo>
                <a:cubicBezTo>
                  <a:pt x="325" y="0"/>
                  <a:pt x="357" y="22"/>
                  <a:pt x="399" y="48"/>
                </a:cubicBezTo>
                <a:cubicBezTo>
                  <a:pt x="436" y="71"/>
                  <a:pt x="478" y="93"/>
                  <a:pt x="529" y="111"/>
                </a:cubicBezTo>
                <a:cubicBezTo>
                  <a:pt x="557" y="115"/>
                  <a:pt x="557" y="115"/>
                  <a:pt x="557" y="115"/>
                </a:cubicBezTo>
                <a:cubicBezTo>
                  <a:pt x="562" y="120"/>
                  <a:pt x="566" y="120"/>
                  <a:pt x="566" y="124"/>
                </a:cubicBezTo>
                <a:moveTo>
                  <a:pt x="543" y="133"/>
                </a:moveTo>
                <a:cubicBezTo>
                  <a:pt x="525" y="129"/>
                  <a:pt x="525" y="129"/>
                  <a:pt x="525" y="129"/>
                </a:cubicBezTo>
                <a:cubicBezTo>
                  <a:pt x="469" y="111"/>
                  <a:pt x="427" y="84"/>
                  <a:pt x="390" y="62"/>
                </a:cubicBezTo>
                <a:cubicBezTo>
                  <a:pt x="352" y="40"/>
                  <a:pt x="320" y="17"/>
                  <a:pt x="283" y="17"/>
                </a:cubicBezTo>
                <a:cubicBezTo>
                  <a:pt x="246" y="17"/>
                  <a:pt x="213" y="40"/>
                  <a:pt x="176" y="62"/>
                </a:cubicBezTo>
                <a:cubicBezTo>
                  <a:pt x="139" y="84"/>
                  <a:pt x="97" y="111"/>
                  <a:pt x="36" y="129"/>
                </a:cubicBezTo>
                <a:cubicBezTo>
                  <a:pt x="18" y="133"/>
                  <a:pt x="18" y="133"/>
                  <a:pt x="18" y="133"/>
                </a:cubicBezTo>
                <a:cubicBezTo>
                  <a:pt x="18" y="151"/>
                  <a:pt x="18" y="151"/>
                  <a:pt x="18" y="151"/>
                </a:cubicBezTo>
                <a:cubicBezTo>
                  <a:pt x="18" y="164"/>
                  <a:pt x="18" y="231"/>
                  <a:pt x="18" y="245"/>
                </a:cubicBezTo>
                <a:cubicBezTo>
                  <a:pt x="23" y="267"/>
                  <a:pt x="27" y="289"/>
                  <a:pt x="32" y="311"/>
                </a:cubicBezTo>
                <a:cubicBezTo>
                  <a:pt x="78" y="525"/>
                  <a:pt x="264" y="596"/>
                  <a:pt x="273" y="601"/>
                </a:cubicBezTo>
                <a:cubicBezTo>
                  <a:pt x="283" y="601"/>
                  <a:pt x="283" y="601"/>
                  <a:pt x="283" y="601"/>
                </a:cubicBezTo>
                <a:cubicBezTo>
                  <a:pt x="292" y="601"/>
                  <a:pt x="292" y="601"/>
                  <a:pt x="292" y="601"/>
                </a:cubicBezTo>
                <a:cubicBezTo>
                  <a:pt x="302" y="596"/>
                  <a:pt x="487" y="525"/>
                  <a:pt x="534" y="311"/>
                </a:cubicBezTo>
                <a:cubicBezTo>
                  <a:pt x="538" y="289"/>
                  <a:pt x="543" y="267"/>
                  <a:pt x="543" y="245"/>
                </a:cubicBezTo>
                <a:cubicBezTo>
                  <a:pt x="543" y="231"/>
                  <a:pt x="543" y="164"/>
                  <a:pt x="543" y="151"/>
                </a:cubicBezTo>
                <a:lnTo>
                  <a:pt x="543" y="1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4" name="textbox 1634"/>
          <p:cNvSpPr/>
          <p:nvPr/>
        </p:nvSpPr>
        <p:spPr>
          <a:xfrm>
            <a:off x="2258085" y="6840422"/>
            <a:ext cx="62547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1305" algn="l" rtl="0" eaLnBrk="0">
              <a:lnSpc>
                <a:spcPts val="385"/>
              </a:lnSpc>
            </a:pPr>
            <a:r>
              <a:rPr sz="300" kern="0" spc="5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10"/>
              </a:spcBef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안전 보장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36" name="path 1636"/>
          <p:cNvSpPr/>
          <p:nvPr/>
        </p:nvSpPr>
        <p:spPr>
          <a:xfrm>
            <a:off x="1386687" y="6478073"/>
            <a:ext cx="352450" cy="352113"/>
          </a:xfrm>
          <a:custGeom>
            <a:avLst/>
            <a:gdLst/>
            <a:ahLst/>
            <a:cxnLst/>
            <a:rect l="0" t="0" r="0" b="0"/>
            <a:pathLst>
              <a:path w="555" h="554">
                <a:moveTo>
                  <a:pt x="542" y="351"/>
                </a:moveTo>
                <a:cubicBezTo>
                  <a:pt x="440" y="419"/>
                  <a:pt x="440" y="419"/>
                  <a:pt x="440" y="419"/>
                </a:cubicBezTo>
                <a:cubicBezTo>
                  <a:pt x="428" y="427"/>
                  <a:pt x="402" y="419"/>
                  <a:pt x="406" y="398"/>
                </a:cubicBezTo>
                <a:cubicBezTo>
                  <a:pt x="415" y="355"/>
                  <a:pt x="373" y="309"/>
                  <a:pt x="322" y="343"/>
                </a:cubicBezTo>
                <a:cubicBezTo>
                  <a:pt x="267" y="381"/>
                  <a:pt x="305" y="440"/>
                  <a:pt x="335" y="440"/>
                </a:cubicBezTo>
                <a:cubicBezTo>
                  <a:pt x="373" y="440"/>
                  <a:pt x="351" y="478"/>
                  <a:pt x="351" y="478"/>
                </a:cubicBezTo>
                <a:cubicBezTo>
                  <a:pt x="250" y="546"/>
                  <a:pt x="250" y="546"/>
                  <a:pt x="250" y="546"/>
                </a:cubicBezTo>
                <a:cubicBezTo>
                  <a:pt x="241" y="554"/>
                  <a:pt x="225" y="550"/>
                  <a:pt x="220" y="541"/>
                </a:cubicBezTo>
                <a:cubicBezTo>
                  <a:pt x="144" y="431"/>
                  <a:pt x="144" y="431"/>
                  <a:pt x="144" y="431"/>
                </a:cubicBezTo>
                <a:cubicBezTo>
                  <a:pt x="132" y="427"/>
                  <a:pt x="119" y="427"/>
                  <a:pt x="119" y="453"/>
                </a:cubicBezTo>
                <a:cubicBezTo>
                  <a:pt x="115" y="482"/>
                  <a:pt x="55" y="520"/>
                  <a:pt x="22" y="465"/>
                </a:cubicBezTo>
                <a:cubicBezTo>
                  <a:pt x="-11" y="414"/>
                  <a:pt x="30" y="372"/>
                  <a:pt x="72" y="381"/>
                </a:cubicBezTo>
                <a:cubicBezTo>
                  <a:pt x="89" y="385"/>
                  <a:pt x="98" y="376"/>
                  <a:pt x="102" y="364"/>
                </a:cubicBezTo>
                <a:cubicBezTo>
                  <a:pt x="22" y="249"/>
                  <a:pt x="22" y="249"/>
                  <a:pt x="22" y="249"/>
                </a:cubicBezTo>
                <a:cubicBezTo>
                  <a:pt x="17" y="241"/>
                  <a:pt x="17" y="228"/>
                  <a:pt x="26" y="220"/>
                </a:cubicBezTo>
                <a:cubicBezTo>
                  <a:pt x="140" y="144"/>
                  <a:pt x="140" y="144"/>
                  <a:pt x="140" y="144"/>
                </a:cubicBezTo>
                <a:cubicBezTo>
                  <a:pt x="144" y="135"/>
                  <a:pt x="140" y="118"/>
                  <a:pt x="119" y="118"/>
                </a:cubicBezTo>
                <a:cubicBezTo>
                  <a:pt x="89" y="118"/>
                  <a:pt x="51" y="59"/>
                  <a:pt x="106" y="21"/>
                </a:cubicBezTo>
                <a:cubicBezTo>
                  <a:pt x="153" y="-12"/>
                  <a:pt x="199" y="34"/>
                  <a:pt x="191" y="76"/>
                </a:cubicBezTo>
                <a:cubicBezTo>
                  <a:pt x="187" y="89"/>
                  <a:pt x="195" y="97"/>
                  <a:pt x="203" y="101"/>
                </a:cubicBezTo>
                <a:cubicBezTo>
                  <a:pt x="318" y="25"/>
                  <a:pt x="318" y="25"/>
                  <a:pt x="318" y="25"/>
                </a:cubicBezTo>
                <a:cubicBezTo>
                  <a:pt x="330" y="17"/>
                  <a:pt x="343" y="21"/>
                  <a:pt x="347" y="29"/>
                </a:cubicBezTo>
                <a:cubicBezTo>
                  <a:pt x="419" y="131"/>
                  <a:pt x="419" y="131"/>
                  <a:pt x="419" y="131"/>
                </a:cubicBezTo>
                <a:cubicBezTo>
                  <a:pt x="428" y="144"/>
                  <a:pt x="419" y="169"/>
                  <a:pt x="394" y="165"/>
                </a:cubicBezTo>
                <a:cubicBezTo>
                  <a:pt x="351" y="152"/>
                  <a:pt x="309" y="199"/>
                  <a:pt x="339" y="245"/>
                </a:cubicBezTo>
                <a:cubicBezTo>
                  <a:pt x="377" y="300"/>
                  <a:pt x="436" y="262"/>
                  <a:pt x="436" y="232"/>
                </a:cubicBezTo>
                <a:cubicBezTo>
                  <a:pt x="440" y="194"/>
                  <a:pt x="478" y="220"/>
                  <a:pt x="478" y="220"/>
                </a:cubicBezTo>
                <a:cubicBezTo>
                  <a:pt x="546" y="321"/>
                  <a:pt x="546" y="321"/>
                  <a:pt x="546" y="321"/>
                </a:cubicBezTo>
                <a:cubicBezTo>
                  <a:pt x="555" y="330"/>
                  <a:pt x="550" y="343"/>
                  <a:pt x="542" y="351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38" name="path 1638"/>
          <p:cNvSpPr/>
          <p:nvPr/>
        </p:nvSpPr>
        <p:spPr>
          <a:xfrm>
            <a:off x="862838" y="5587619"/>
            <a:ext cx="323938" cy="324103"/>
          </a:xfrm>
          <a:custGeom>
            <a:avLst/>
            <a:gdLst/>
            <a:ahLst/>
            <a:cxnLst/>
            <a:rect l="0" t="0" r="0" b="0"/>
            <a:pathLst>
              <a:path w="510" h="510">
                <a:moveTo>
                  <a:pt x="491" y="79"/>
                </a:moveTo>
                <a:cubicBezTo>
                  <a:pt x="389" y="79"/>
                  <a:pt x="389" y="79"/>
                  <a:pt x="389" y="79"/>
                </a:cubicBezTo>
                <a:cubicBezTo>
                  <a:pt x="389" y="510"/>
                  <a:pt x="389" y="510"/>
                  <a:pt x="389" y="510"/>
                </a:cubicBezTo>
                <a:cubicBezTo>
                  <a:pt x="491" y="510"/>
                  <a:pt x="491" y="510"/>
                  <a:pt x="491" y="510"/>
                </a:cubicBezTo>
                <a:cubicBezTo>
                  <a:pt x="502" y="510"/>
                  <a:pt x="510" y="502"/>
                  <a:pt x="510" y="490"/>
                </a:cubicBezTo>
                <a:cubicBezTo>
                  <a:pt x="510" y="99"/>
                  <a:pt x="510" y="99"/>
                  <a:pt x="510" y="99"/>
                </a:cubicBezTo>
                <a:cubicBezTo>
                  <a:pt x="510" y="87"/>
                  <a:pt x="502" y="79"/>
                  <a:pt x="491" y="79"/>
                </a:cubicBezTo>
                <a:moveTo>
                  <a:pt x="444" y="466"/>
                </a:moveTo>
                <a:cubicBezTo>
                  <a:pt x="444" y="470"/>
                  <a:pt x="440" y="474"/>
                  <a:pt x="437" y="474"/>
                </a:cubicBezTo>
                <a:cubicBezTo>
                  <a:pt x="415" y="474"/>
                  <a:pt x="415" y="474"/>
                  <a:pt x="415" y="474"/>
                </a:cubicBezTo>
                <a:cubicBezTo>
                  <a:pt x="411" y="474"/>
                  <a:pt x="408" y="470"/>
                  <a:pt x="408" y="466"/>
                </a:cubicBezTo>
                <a:cubicBezTo>
                  <a:pt x="408" y="118"/>
                  <a:pt x="408" y="118"/>
                  <a:pt x="408" y="118"/>
                </a:cubicBezTo>
                <a:cubicBezTo>
                  <a:pt x="408" y="114"/>
                  <a:pt x="411" y="110"/>
                  <a:pt x="415" y="110"/>
                </a:cubicBezTo>
                <a:cubicBezTo>
                  <a:pt x="437" y="110"/>
                  <a:pt x="437" y="110"/>
                  <a:pt x="437" y="110"/>
                </a:cubicBezTo>
                <a:cubicBezTo>
                  <a:pt x="440" y="110"/>
                  <a:pt x="444" y="114"/>
                  <a:pt x="444" y="118"/>
                </a:cubicBezTo>
                <a:lnTo>
                  <a:pt x="444" y="466"/>
                </a:lnTo>
                <a:close/>
                <a:moveTo>
                  <a:pt x="491" y="466"/>
                </a:moveTo>
                <a:cubicBezTo>
                  <a:pt x="491" y="470"/>
                  <a:pt x="488" y="474"/>
                  <a:pt x="484" y="474"/>
                </a:cubicBezTo>
                <a:cubicBezTo>
                  <a:pt x="466" y="474"/>
                  <a:pt x="466" y="474"/>
                  <a:pt x="466" y="474"/>
                </a:cubicBezTo>
                <a:cubicBezTo>
                  <a:pt x="462" y="474"/>
                  <a:pt x="459" y="470"/>
                  <a:pt x="459" y="466"/>
                </a:cubicBezTo>
                <a:cubicBezTo>
                  <a:pt x="459" y="118"/>
                  <a:pt x="459" y="118"/>
                  <a:pt x="459" y="118"/>
                </a:cubicBezTo>
                <a:cubicBezTo>
                  <a:pt x="459" y="114"/>
                  <a:pt x="462" y="110"/>
                  <a:pt x="466" y="110"/>
                </a:cubicBezTo>
                <a:cubicBezTo>
                  <a:pt x="484" y="110"/>
                  <a:pt x="484" y="110"/>
                  <a:pt x="484" y="110"/>
                </a:cubicBezTo>
                <a:cubicBezTo>
                  <a:pt x="488" y="110"/>
                  <a:pt x="491" y="114"/>
                  <a:pt x="491" y="118"/>
                </a:cubicBezTo>
                <a:lnTo>
                  <a:pt x="491" y="466"/>
                </a:lnTo>
                <a:close/>
                <a:moveTo>
                  <a:pt x="0" y="67"/>
                </a:moveTo>
                <a:cubicBezTo>
                  <a:pt x="0" y="490"/>
                  <a:pt x="0" y="490"/>
                  <a:pt x="0" y="490"/>
                </a:cubicBezTo>
                <a:cubicBezTo>
                  <a:pt x="0" y="502"/>
                  <a:pt x="7" y="510"/>
                  <a:pt x="18" y="510"/>
                </a:cubicBezTo>
                <a:cubicBezTo>
                  <a:pt x="123" y="510"/>
                  <a:pt x="123" y="510"/>
                  <a:pt x="123" y="510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7" y="47"/>
                  <a:pt x="0" y="55"/>
                  <a:pt x="0" y="67"/>
                </a:cubicBezTo>
                <a:moveTo>
                  <a:pt x="69" y="87"/>
                </a:moveTo>
                <a:cubicBezTo>
                  <a:pt x="69" y="83"/>
                  <a:pt x="72" y="79"/>
                  <a:pt x="76" y="79"/>
                </a:cubicBezTo>
                <a:cubicBezTo>
                  <a:pt x="94" y="79"/>
                  <a:pt x="94" y="79"/>
                  <a:pt x="94" y="79"/>
                </a:cubicBezTo>
                <a:cubicBezTo>
                  <a:pt x="98" y="79"/>
                  <a:pt x="102" y="83"/>
                  <a:pt x="102" y="87"/>
                </a:cubicBezTo>
                <a:cubicBezTo>
                  <a:pt x="102" y="466"/>
                  <a:pt x="102" y="466"/>
                  <a:pt x="102" y="466"/>
                </a:cubicBezTo>
                <a:cubicBezTo>
                  <a:pt x="102" y="470"/>
                  <a:pt x="98" y="474"/>
                  <a:pt x="94" y="474"/>
                </a:cubicBezTo>
                <a:cubicBezTo>
                  <a:pt x="76" y="474"/>
                  <a:pt x="76" y="474"/>
                  <a:pt x="76" y="474"/>
                </a:cubicBezTo>
                <a:cubicBezTo>
                  <a:pt x="72" y="474"/>
                  <a:pt x="69" y="470"/>
                  <a:pt x="69" y="466"/>
                </a:cubicBezTo>
                <a:lnTo>
                  <a:pt x="69" y="87"/>
                </a:lnTo>
                <a:close/>
                <a:moveTo>
                  <a:pt x="25" y="79"/>
                </a:moveTo>
                <a:cubicBezTo>
                  <a:pt x="47" y="79"/>
                  <a:pt x="47" y="79"/>
                  <a:pt x="47" y="79"/>
                </a:cubicBezTo>
                <a:cubicBezTo>
                  <a:pt x="51" y="79"/>
                  <a:pt x="54" y="83"/>
                  <a:pt x="54" y="87"/>
                </a:cubicBezTo>
                <a:cubicBezTo>
                  <a:pt x="54" y="466"/>
                  <a:pt x="54" y="466"/>
                  <a:pt x="54" y="466"/>
                </a:cubicBezTo>
                <a:cubicBezTo>
                  <a:pt x="54" y="470"/>
                  <a:pt x="51" y="474"/>
                  <a:pt x="47" y="474"/>
                </a:cubicBezTo>
                <a:cubicBezTo>
                  <a:pt x="25" y="474"/>
                  <a:pt x="25" y="474"/>
                  <a:pt x="25" y="474"/>
                </a:cubicBezTo>
                <a:cubicBezTo>
                  <a:pt x="21" y="474"/>
                  <a:pt x="18" y="470"/>
                  <a:pt x="18" y="466"/>
                </a:cubicBezTo>
                <a:cubicBezTo>
                  <a:pt x="18" y="87"/>
                  <a:pt x="18" y="87"/>
                  <a:pt x="18" y="87"/>
                </a:cubicBezTo>
                <a:cubicBezTo>
                  <a:pt x="18" y="83"/>
                  <a:pt x="21" y="79"/>
                  <a:pt x="25" y="79"/>
                </a:cubicBezTo>
                <a:moveTo>
                  <a:pt x="360" y="0"/>
                </a:moveTo>
                <a:cubicBezTo>
                  <a:pt x="149" y="0"/>
                  <a:pt x="149" y="0"/>
                  <a:pt x="149" y="0"/>
                </a:cubicBezTo>
                <a:cubicBezTo>
                  <a:pt x="138" y="0"/>
                  <a:pt x="131" y="7"/>
                  <a:pt x="131" y="19"/>
                </a:cubicBezTo>
                <a:cubicBezTo>
                  <a:pt x="131" y="490"/>
                  <a:pt x="131" y="490"/>
                  <a:pt x="131" y="490"/>
                </a:cubicBezTo>
                <a:cubicBezTo>
                  <a:pt x="131" y="502"/>
                  <a:pt x="138" y="510"/>
                  <a:pt x="149" y="510"/>
                </a:cubicBezTo>
                <a:cubicBezTo>
                  <a:pt x="214" y="510"/>
                  <a:pt x="214" y="510"/>
                  <a:pt x="214" y="510"/>
                </a:cubicBezTo>
                <a:cubicBezTo>
                  <a:pt x="214" y="435"/>
                  <a:pt x="214" y="435"/>
                  <a:pt x="214" y="435"/>
                </a:cubicBezTo>
                <a:cubicBezTo>
                  <a:pt x="214" y="435"/>
                  <a:pt x="218" y="431"/>
                  <a:pt x="218" y="431"/>
                </a:cubicBezTo>
                <a:cubicBezTo>
                  <a:pt x="291" y="431"/>
                  <a:pt x="291" y="431"/>
                  <a:pt x="291" y="431"/>
                </a:cubicBezTo>
                <a:cubicBezTo>
                  <a:pt x="295" y="431"/>
                  <a:pt x="295" y="435"/>
                  <a:pt x="295" y="435"/>
                </a:cubicBezTo>
                <a:cubicBezTo>
                  <a:pt x="295" y="510"/>
                  <a:pt x="295" y="510"/>
                  <a:pt x="295" y="510"/>
                </a:cubicBezTo>
                <a:cubicBezTo>
                  <a:pt x="360" y="510"/>
                  <a:pt x="360" y="510"/>
                  <a:pt x="360" y="510"/>
                </a:cubicBezTo>
                <a:cubicBezTo>
                  <a:pt x="371" y="510"/>
                  <a:pt x="378" y="502"/>
                  <a:pt x="378" y="490"/>
                </a:cubicBezTo>
                <a:cubicBezTo>
                  <a:pt x="378" y="19"/>
                  <a:pt x="378" y="19"/>
                  <a:pt x="378" y="19"/>
                </a:cubicBezTo>
                <a:cubicBezTo>
                  <a:pt x="378" y="7"/>
                  <a:pt x="371" y="0"/>
                  <a:pt x="360" y="0"/>
                </a:cubicBezTo>
                <a:moveTo>
                  <a:pt x="189" y="407"/>
                </a:moveTo>
                <a:cubicBezTo>
                  <a:pt x="189" y="411"/>
                  <a:pt x="185" y="415"/>
                  <a:pt x="182" y="415"/>
                </a:cubicBezTo>
                <a:cubicBezTo>
                  <a:pt x="160" y="415"/>
                  <a:pt x="160" y="415"/>
                  <a:pt x="160" y="415"/>
                </a:cubicBezTo>
                <a:cubicBezTo>
                  <a:pt x="156" y="415"/>
                  <a:pt x="153" y="411"/>
                  <a:pt x="153" y="407"/>
                </a:cubicBezTo>
                <a:cubicBezTo>
                  <a:pt x="153" y="59"/>
                  <a:pt x="153" y="59"/>
                  <a:pt x="153" y="59"/>
                </a:cubicBezTo>
                <a:cubicBezTo>
                  <a:pt x="153" y="55"/>
                  <a:pt x="156" y="51"/>
                  <a:pt x="160" y="51"/>
                </a:cubicBezTo>
                <a:cubicBezTo>
                  <a:pt x="182" y="51"/>
                  <a:pt x="182" y="51"/>
                  <a:pt x="182" y="51"/>
                </a:cubicBezTo>
                <a:cubicBezTo>
                  <a:pt x="185" y="51"/>
                  <a:pt x="189" y="55"/>
                  <a:pt x="189" y="59"/>
                </a:cubicBezTo>
                <a:lnTo>
                  <a:pt x="189" y="407"/>
                </a:lnTo>
                <a:close/>
                <a:moveTo>
                  <a:pt x="244" y="407"/>
                </a:moveTo>
                <a:cubicBezTo>
                  <a:pt x="244" y="411"/>
                  <a:pt x="240" y="415"/>
                  <a:pt x="236" y="415"/>
                </a:cubicBezTo>
                <a:cubicBezTo>
                  <a:pt x="218" y="415"/>
                  <a:pt x="218" y="415"/>
                  <a:pt x="218" y="415"/>
                </a:cubicBezTo>
                <a:cubicBezTo>
                  <a:pt x="214" y="415"/>
                  <a:pt x="211" y="411"/>
                  <a:pt x="211" y="407"/>
                </a:cubicBezTo>
                <a:cubicBezTo>
                  <a:pt x="211" y="59"/>
                  <a:pt x="211" y="59"/>
                  <a:pt x="211" y="59"/>
                </a:cubicBezTo>
                <a:cubicBezTo>
                  <a:pt x="211" y="55"/>
                  <a:pt x="214" y="51"/>
                  <a:pt x="218" y="51"/>
                </a:cubicBezTo>
                <a:cubicBezTo>
                  <a:pt x="236" y="51"/>
                  <a:pt x="236" y="51"/>
                  <a:pt x="236" y="51"/>
                </a:cubicBezTo>
                <a:cubicBezTo>
                  <a:pt x="240" y="51"/>
                  <a:pt x="244" y="55"/>
                  <a:pt x="244" y="59"/>
                </a:cubicBezTo>
                <a:lnTo>
                  <a:pt x="244" y="407"/>
                </a:lnTo>
                <a:close/>
                <a:moveTo>
                  <a:pt x="302" y="407"/>
                </a:moveTo>
                <a:cubicBezTo>
                  <a:pt x="302" y="411"/>
                  <a:pt x="298" y="415"/>
                  <a:pt x="291" y="415"/>
                </a:cubicBezTo>
                <a:cubicBezTo>
                  <a:pt x="273" y="415"/>
                  <a:pt x="273" y="415"/>
                  <a:pt x="273" y="415"/>
                </a:cubicBezTo>
                <a:cubicBezTo>
                  <a:pt x="269" y="415"/>
                  <a:pt x="265" y="411"/>
                  <a:pt x="265" y="407"/>
                </a:cubicBezTo>
                <a:cubicBezTo>
                  <a:pt x="265" y="59"/>
                  <a:pt x="265" y="59"/>
                  <a:pt x="265" y="59"/>
                </a:cubicBezTo>
                <a:cubicBezTo>
                  <a:pt x="265" y="55"/>
                  <a:pt x="269" y="51"/>
                  <a:pt x="273" y="51"/>
                </a:cubicBezTo>
                <a:cubicBezTo>
                  <a:pt x="291" y="51"/>
                  <a:pt x="291" y="51"/>
                  <a:pt x="291" y="51"/>
                </a:cubicBezTo>
                <a:cubicBezTo>
                  <a:pt x="298" y="51"/>
                  <a:pt x="302" y="55"/>
                  <a:pt x="302" y="59"/>
                </a:cubicBezTo>
                <a:lnTo>
                  <a:pt x="302" y="407"/>
                </a:lnTo>
                <a:close/>
                <a:moveTo>
                  <a:pt x="357" y="407"/>
                </a:moveTo>
                <a:cubicBezTo>
                  <a:pt x="357" y="411"/>
                  <a:pt x="353" y="415"/>
                  <a:pt x="349" y="415"/>
                </a:cubicBezTo>
                <a:cubicBezTo>
                  <a:pt x="331" y="415"/>
                  <a:pt x="331" y="415"/>
                  <a:pt x="331" y="415"/>
                </a:cubicBezTo>
                <a:cubicBezTo>
                  <a:pt x="324" y="415"/>
                  <a:pt x="320" y="411"/>
                  <a:pt x="320" y="407"/>
                </a:cubicBezTo>
                <a:cubicBezTo>
                  <a:pt x="320" y="59"/>
                  <a:pt x="320" y="59"/>
                  <a:pt x="320" y="59"/>
                </a:cubicBezTo>
                <a:cubicBezTo>
                  <a:pt x="320" y="55"/>
                  <a:pt x="324" y="51"/>
                  <a:pt x="331" y="51"/>
                </a:cubicBezTo>
                <a:cubicBezTo>
                  <a:pt x="349" y="51"/>
                  <a:pt x="349" y="51"/>
                  <a:pt x="349" y="51"/>
                </a:cubicBezTo>
                <a:cubicBezTo>
                  <a:pt x="353" y="51"/>
                  <a:pt x="357" y="55"/>
                  <a:pt x="357" y="59"/>
                </a:cubicBezTo>
                <a:lnTo>
                  <a:pt x="357" y="40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0" name="textbox 1640"/>
          <p:cNvSpPr/>
          <p:nvPr/>
        </p:nvSpPr>
        <p:spPr>
          <a:xfrm>
            <a:off x="711047" y="5989701"/>
            <a:ext cx="630555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완전한 모듈</a:t>
            </a:r>
            <a:endParaRPr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642" name="path 1642"/>
          <p:cNvSpPr/>
          <p:nvPr/>
        </p:nvSpPr>
        <p:spPr>
          <a:xfrm>
            <a:off x="1956942" y="5569330"/>
            <a:ext cx="251967" cy="360171"/>
          </a:xfrm>
          <a:custGeom>
            <a:avLst/>
            <a:gdLst/>
            <a:ahLst/>
            <a:cxnLst/>
            <a:rect l="0" t="0" r="0" b="0"/>
            <a:pathLst>
              <a:path w="396" h="567">
                <a:moveTo>
                  <a:pt x="396" y="371"/>
                </a:moveTo>
                <a:cubicBezTo>
                  <a:pt x="396" y="500"/>
                  <a:pt x="396" y="500"/>
                  <a:pt x="396" y="500"/>
                </a:cubicBezTo>
                <a:cubicBezTo>
                  <a:pt x="396" y="537"/>
                  <a:pt x="366" y="567"/>
                  <a:pt x="328" y="567"/>
                </a:cubicBezTo>
                <a:cubicBezTo>
                  <a:pt x="204" y="567"/>
                  <a:pt x="204" y="567"/>
                  <a:pt x="204" y="567"/>
                </a:cubicBezTo>
                <a:cubicBezTo>
                  <a:pt x="183" y="567"/>
                  <a:pt x="166" y="558"/>
                  <a:pt x="153" y="546"/>
                </a:cubicBezTo>
                <a:cubicBezTo>
                  <a:pt x="21" y="417"/>
                  <a:pt x="21" y="417"/>
                  <a:pt x="21" y="417"/>
                </a:cubicBezTo>
                <a:cubicBezTo>
                  <a:pt x="8" y="404"/>
                  <a:pt x="8" y="392"/>
                  <a:pt x="21" y="379"/>
                </a:cubicBezTo>
                <a:cubicBezTo>
                  <a:pt x="29" y="371"/>
                  <a:pt x="29" y="371"/>
                  <a:pt x="29" y="371"/>
                </a:cubicBezTo>
                <a:cubicBezTo>
                  <a:pt x="34" y="367"/>
                  <a:pt x="42" y="362"/>
                  <a:pt x="46" y="362"/>
                </a:cubicBezTo>
                <a:cubicBezTo>
                  <a:pt x="55" y="362"/>
                  <a:pt x="59" y="367"/>
                  <a:pt x="63" y="371"/>
                </a:cubicBezTo>
                <a:cubicBezTo>
                  <a:pt x="136" y="437"/>
                  <a:pt x="136" y="437"/>
                  <a:pt x="136" y="437"/>
                </a:cubicBezTo>
                <a:cubicBezTo>
                  <a:pt x="136" y="183"/>
                  <a:pt x="136" y="183"/>
                  <a:pt x="136" y="183"/>
                </a:cubicBezTo>
                <a:cubicBezTo>
                  <a:pt x="136" y="166"/>
                  <a:pt x="145" y="158"/>
                  <a:pt x="162" y="15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83" y="158"/>
                  <a:pt x="196" y="166"/>
                  <a:pt x="196" y="183"/>
                </a:cubicBezTo>
                <a:cubicBezTo>
                  <a:pt x="196" y="325"/>
                  <a:pt x="196" y="325"/>
                  <a:pt x="196" y="325"/>
                </a:cubicBezTo>
                <a:cubicBezTo>
                  <a:pt x="204" y="321"/>
                  <a:pt x="204" y="321"/>
                  <a:pt x="204" y="321"/>
                </a:cubicBezTo>
                <a:cubicBezTo>
                  <a:pt x="213" y="321"/>
                  <a:pt x="217" y="321"/>
                  <a:pt x="221" y="321"/>
                </a:cubicBezTo>
                <a:cubicBezTo>
                  <a:pt x="243" y="321"/>
                  <a:pt x="251" y="325"/>
                  <a:pt x="251" y="325"/>
                </a:cubicBezTo>
                <a:cubicBezTo>
                  <a:pt x="256" y="325"/>
                  <a:pt x="256" y="325"/>
                  <a:pt x="256" y="325"/>
                </a:cubicBezTo>
                <a:cubicBezTo>
                  <a:pt x="256" y="346"/>
                  <a:pt x="256" y="346"/>
                  <a:pt x="256" y="346"/>
                </a:cubicBezTo>
                <a:cubicBezTo>
                  <a:pt x="256" y="346"/>
                  <a:pt x="256" y="350"/>
                  <a:pt x="260" y="350"/>
                </a:cubicBezTo>
                <a:cubicBezTo>
                  <a:pt x="260" y="350"/>
                  <a:pt x="264" y="346"/>
                  <a:pt x="264" y="346"/>
                </a:cubicBezTo>
                <a:cubicBezTo>
                  <a:pt x="264" y="325"/>
                  <a:pt x="264" y="325"/>
                  <a:pt x="264" y="325"/>
                </a:cubicBezTo>
                <a:cubicBezTo>
                  <a:pt x="264" y="325"/>
                  <a:pt x="268" y="325"/>
                  <a:pt x="277" y="325"/>
                </a:cubicBezTo>
                <a:cubicBezTo>
                  <a:pt x="285" y="325"/>
                  <a:pt x="298" y="329"/>
                  <a:pt x="307" y="333"/>
                </a:cubicBezTo>
                <a:cubicBezTo>
                  <a:pt x="307" y="333"/>
                  <a:pt x="307" y="333"/>
                  <a:pt x="307" y="333"/>
                </a:cubicBezTo>
                <a:cubicBezTo>
                  <a:pt x="307" y="354"/>
                  <a:pt x="307" y="354"/>
                  <a:pt x="307" y="354"/>
                </a:cubicBezTo>
                <a:cubicBezTo>
                  <a:pt x="307" y="354"/>
                  <a:pt x="311" y="358"/>
                  <a:pt x="311" y="358"/>
                </a:cubicBezTo>
                <a:cubicBezTo>
                  <a:pt x="315" y="358"/>
                  <a:pt x="320" y="354"/>
                  <a:pt x="320" y="354"/>
                </a:cubicBezTo>
                <a:cubicBezTo>
                  <a:pt x="320" y="329"/>
                  <a:pt x="320" y="329"/>
                  <a:pt x="320" y="329"/>
                </a:cubicBezTo>
                <a:cubicBezTo>
                  <a:pt x="320" y="329"/>
                  <a:pt x="324" y="329"/>
                  <a:pt x="328" y="329"/>
                </a:cubicBezTo>
                <a:cubicBezTo>
                  <a:pt x="345" y="329"/>
                  <a:pt x="358" y="337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37"/>
                  <a:pt x="362" y="337"/>
                  <a:pt x="362" y="337"/>
                </a:cubicBezTo>
                <a:cubicBezTo>
                  <a:pt x="362" y="358"/>
                  <a:pt x="362" y="358"/>
                  <a:pt x="362" y="358"/>
                </a:cubicBezTo>
                <a:cubicBezTo>
                  <a:pt x="362" y="362"/>
                  <a:pt x="362" y="362"/>
                  <a:pt x="366" y="362"/>
                </a:cubicBezTo>
                <a:cubicBezTo>
                  <a:pt x="371" y="362"/>
                  <a:pt x="371" y="362"/>
                  <a:pt x="371" y="358"/>
                </a:cubicBezTo>
                <a:cubicBezTo>
                  <a:pt x="371" y="337"/>
                  <a:pt x="371" y="337"/>
                  <a:pt x="371" y="337"/>
                </a:cubicBezTo>
                <a:cubicBezTo>
                  <a:pt x="392" y="346"/>
                  <a:pt x="396" y="358"/>
                  <a:pt x="396" y="371"/>
                </a:cubicBezTo>
                <a:moveTo>
                  <a:pt x="243" y="162"/>
                </a:moveTo>
                <a:cubicBezTo>
                  <a:pt x="243" y="116"/>
                  <a:pt x="208" y="79"/>
                  <a:pt x="162" y="79"/>
                </a:cubicBezTo>
                <a:cubicBezTo>
                  <a:pt x="115" y="79"/>
                  <a:pt x="76" y="116"/>
                  <a:pt x="76" y="162"/>
                </a:cubicBezTo>
                <a:cubicBezTo>
                  <a:pt x="76" y="183"/>
                  <a:pt x="89" y="204"/>
                  <a:pt x="106" y="221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06" y="154"/>
                  <a:pt x="127" y="129"/>
                  <a:pt x="162" y="129"/>
                </a:cubicBezTo>
                <a:cubicBezTo>
                  <a:pt x="170" y="129"/>
                  <a:pt x="170" y="129"/>
                  <a:pt x="170" y="129"/>
                </a:cubicBezTo>
                <a:cubicBezTo>
                  <a:pt x="200" y="129"/>
                  <a:pt x="226" y="154"/>
                  <a:pt x="226" y="183"/>
                </a:cubicBezTo>
                <a:cubicBezTo>
                  <a:pt x="226" y="212"/>
                  <a:pt x="226" y="212"/>
                  <a:pt x="226" y="212"/>
                </a:cubicBezTo>
                <a:cubicBezTo>
                  <a:pt x="238" y="200"/>
                  <a:pt x="243" y="179"/>
                  <a:pt x="243" y="162"/>
                </a:cubicBezTo>
                <a:moveTo>
                  <a:pt x="106" y="308"/>
                </a:moveTo>
                <a:cubicBezTo>
                  <a:pt x="106" y="271"/>
                  <a:pt x="106" y="271"/>
                  <a:pt x="106" y="271"/>
                </a:cubicBezTo>
                <a:cubicBezTo>
                  <a:pt x="63" y="250"/>
                  <a:pt x="38" y="208"/>
                  <a:pt x="38" y="162"/>
                </a:cubicBezTo>
                <a:cubicBezTo>
                  <a:pt x="38" y="91"/>
                  <a:pt x="93" y="37"/>
                  <a:pt x="162" y="37"/>
                </a:cubicBezTo>
                <a:cubicBezTo>
                  <a:pt x="230" y="37"/>
                  <a:pt x="285" y="91"/>
                  <a:pt x="285" y="162"/>
                </a:cubicBezTo>
                <a:cubicBezTo>
                  <a:pt x="285" y="204"/>
                  <a:pt x="260" y="241"/>
                  <a:pt x="226" y="267"/>
                </a:cubicBezTo>
                <a:cubicBezTo>
                  <a:pt x="226" y="292"/>
                  <a:pt x="226" y="292"/>
                  <a:pt x="226" y="292"/>
                </a:cubicBezTo>
                <a:cubicBezTo>
                  <a:pt x="234" y="292"/>
                  <a:pt x="243" y="292"/>
                  <a:pt x="247" y="295"/>
                </a:cubicBezTo>
                <a:cubicBezTo>
                  <a:pt x="294" y="267"/>
                  <a:pt x="324" y="216"/>
                  <a:pt x="324" y="162"/>
                </a:cubicBezTo>
                <a:cubicBezTo>
                  <a:pt x="324" y="71"/>
                  <a:pt x="251" y="0"/>
                  <a:pt x="162" y="0"/>
                </a:cubicBezTo>
                <a:cubicBezTo>
                  <a:pt x="72" y="0"/>
                  <a:pt x="0" y="71"/>
                  <a:pt x="0" y="162"/>
                </a:cubicBezTo>
                <a:cubicBezTo>
                  <a:pt x="0" y="229"/>
                  <a:pt x="42" y="287"/>
                  <a:pt x="106" y="308"/>
                </a:cubicBezTo>
              </a:path>
            </a:pathLst>
          </a:cu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4" name="path 1644"/>
          <p:cNvSpPr/>
          <p:nvPr/>
        </p:nvSpPr>
        <p:spPr>
          <a:xfrm>
            <a:off x="393700" y="1296987"/>
            <a:ext cx="3170301" cy="9525"/>
          </a:xfrm>
          <a:custGeom>
            <a:avLst/>
            <a:gdLst/>
            <a:ahLst/>
            <a:cxnLst/>
            <a:rect l="0" t="0" r="0" b="0"/>
            <a:pathLst>
              <a:path w="4992" h="15">
                <a:moveTo>
                  <a:pt x="0" y="7"/>
                </a:moveTo>
                <a:lnTo>
                  <a:pt x="4992" y="7"/>
                </a:lnTo>
              </a:path>
            </a:pathLst>
          </a:custGeom>
          <a:noFill/>
          <a:ln w="9525" cap="flat">
            <a:solidFill>
              <a:srgbClr val="7F7F7F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872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ath 488"/>
          <p:cNvSpPr/>
          <p:nvPr/>
        </p:nvSpPr>
        <p:spPr>
          <a:xfrm>
            <a:off x="479450" y="1051559"/>
            <a:ext cx="16127958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0" name="textbox 490"/>
          <p:cNvSpPr/>
          <p:nvPr/>
        </p:nvSpPr>
        <p:spPr>
          <a:xfrm>
            <a:off x="49672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2" name="path 492"/>
          <p:cNvSpPr/>
          <p:nvPr/>
        </p:nvSpPr>
        <p:spPr>
          <a:xfrm>
            <a:off x="156354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textbox 424"/>
          <p:cNvSpPr/>
          <p:nvPr/>
        </p:nvSpPr>
        <p:spPr>
          <a:xfrm>
            <a:off x="1689443" y="403590"/>
            <a:ext cx="1408430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200" b="1" kern="0" spc="3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종합 기획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58420" algn="l" rtl="0" eaLnBrk="0">
              <a:lnSpc>
                <a:spcPct val="85000"/>
              </a:lnSpc>
              <a:spcBef>
                <a:spcPts val="115"/>
              </a:spcBef>
            </a:pPr>
            <a:r>
              <a:rPr sz="1400" kern="0" spc="2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Overall planning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8">
            <a:extLst>
              <a:ext uri="{FF2B5EF4-FFF2-40B4-BE49-F238E27FC236}">
                <a16:creationId xmlns:a16="http://schemas.microsoft.com/office/drawing/2014/main" id="{F87BE725-D422-4049-80A7-BE88F4812C3D}"/>
              </a:ext>
            </a:extLst>
          </p:cNvPr>
          <p:cNvSpPr/>
          <p:nvPr/>
        </p:nvSpPr>
        <p:spPr>
          <a:xfrm>
            <a:off x="377520" y="1311854"/>
            <a:ext cx="5739764" cy="4985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lang="ko-KR" altLang="en-US" sz="2700" b="1" kern="0" spc="90" dirty="0">
                <a:solidFill>
                  <a:srgbClr val="003F8E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자동화 전체 배치도</a:t>
            </a:r>
            <a:endParaRPr lang="ko-KR" sz="2700" b="1" kern="0" spc="80" dirty="0">
              <a:solidFill>
                <a:srgbClr val="003F8E">
                  <a:alpha val="100000"/>
                </a:srgbClr>
              </a:solidFill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3495B0-2411-4D9C-A746-896B3B0ADE5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78772" y="1311854"/>
            <a:ext cx="12456000" cy="819945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CBE79BE-27C5-4367-B8E6-F6539AD967A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386" y="7716470"/>
            <a:ext cx="5281928" cy="167569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C9E73BB-979C-462C-BB5C-1FD3C659AF99}"/>
              </a:ext>
            </a:extLst>
          </p:cNvPr>
          <p:cNvGraphicFramePr>
            <a:graphicFrameLocks noGrp="1"/>
          </p:cNvGraphicFramePr>
          <p:nvPr/>
        </p:nvGraphicFramePr>
        <p:xfrm>
          <a:off x="8052872" y="1934426"/>
          <a:ext cx="343311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 err="1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Komatech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KT420A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가공 센터(전극)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7A75BE6-19AF-4AA2-910B-E8917431C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03620"/>
              </p:ext>
            </p:extLst>
          </p:nvPr>
        </p:nvGraphicFramePr>
        <p:xfrm>
          <a:off x="12528930" y="4521826"/>
          <a:ext cx="343311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마키노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V33i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가공 센터(</a:t>
                      </a:r>
                      <a:r>
                        <a:rPr lang="ko-KR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코어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1F95D2C-019B-4B60-803A-42FDEC1DD6D2}"/>
              </a:ext>
            </a:extLst>
          </p:cNvPr>
          <p:cNvGraphicFramePr>
            <a:graphicFrameLocks noGrp="1"/>
          </p:cNvGraphicFramePr>
          <p:nvPr/>
        </p:nvGraphicFramePr>
        <p:xfrm>
          <a:off x="1113792" y="3970947"/>
          <a:ext cx="343311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소딕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AL40G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방전 가공기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F7F6089-37B7-4452-86A5-514AB4907B51}"/>
              </a:ext>
            </a:extLst>
          </p:cNvPr>
          <p:cNvGraphicFramePr>
            <a:graphicFrameLocks noGrp="1"/>
          </p:cNvGraphicFramePr>
          <p:nvPr/>
        </p:nvGraphicFramePr>
        <p:xfrm>
          <a:off x="13577228" y="8476947"/>
          <a:ext cx="2922524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76">
                  <a:extLst>
                    <a:ext uri="{9D8B030D-6E8A-4147-A177-3AD203B41FA5}">
                      <a16:colId xmlns:a16="http://schemas.microsoft.com/office/drawing/2014/main" val="158826923"/>
                    </a:ext>
                  </a:extLst>
                </a:gridCol>
                <a:gridCol w="2273248">
                  <a:extLst>
                    <a:ext uri="{9D8B030D-6E8A-4147-A177-3AD203B41FA5}">
                      <a16:colId xmlns:a16="http://schemas.microsoft.com/office/drawing/2014/main" val="108512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더런 </a:t>
                      </a:r>
                      <a:r>
                        <a:rPr lang="en-US" altLang="zh-CN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HIT 8127C</a:t>
                      </a:r>
                      <a:endParaRPr lang="zh-CN" altLang="en-US" sz="20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6604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삼차원 측정기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7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57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ath 98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textbox 98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647" y="403590"/>
            <a:ext cx="2921000" cy="553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자동화 고도화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Automation upgrade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textbox 458">
            <a:extLst>
              <a:ext uri="{FF2B5EF4-FFF2-40B4-BE49-F238E27FC236}">
                <a16:creationId xmlns:a16="http://schemas.microsoft.com/office/drawing/2014/main" id="{554C0C7B-442A-4B43-AD4E-7C11A7A49E5C}"/>
              </a:ext>
            </a:extLst>
          </p:cNvPr>
          <p:cNvSpPr/>
          <p:nvPr/>
        </p:nvSpPr>
        <p:spPr>
          <a:xfrm>
            <a:off x="377520" y="1311854"/>
            <a:ext cx="5739764" cy="4985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</a:pPr>
            <a:r>
              <a:rPr lang="ko-KR" altLang="en-US" sz="2700" b="1" kern="0" spc="90" dirty="0">
                <a:solidFill>
                  <a:srgbClr val="003F8E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자동화 설비 목록</a:t>
            </a:r>
            <a:endParaRPr lang="ko-KR" sz="2700" b="1" kern="0" spc="80" dirty="0">
              <a:solidFill>
                <a:srgbClr val="003F8E">
                  <a:alpha val="100000"/>
                </a:srgbClr>
              </a:solidFill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6A38DAD-6116-4FF2-8C07-929D2D523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562707"/>
              </p:ext>
            </p:extLst>
          </p:nvPr>
        </p:nvGraphicFramePr>
        <p:xfrm>
          <a:off x="317500" y="2679700"/>
          <a:ext cx="157988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13632764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543444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489659503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83852235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>
                    <a:solidFill>
                      <a:srgbClr val="003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FFFFFF"/>
                          </a:solidFill>
                        </a:rPr>
                        <a:t>수량</a:t>
                      </a:r>
                    </a:p>
                  </a:txBody>
                  <a:tcPr anchor="ctr">
                    <a:solidFill>
                      <a:srgbClr val="003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FFFFFF"/>
                          </a:solidFill>
                        </a:rPr>
                        <a:t>브랜드 / 모델명</a:t>
                      </a:r>
                    </a:p>
                  </a:txBody>
                  <a:tcPr anchor="ctr">
                    <a:solidFill>
                      <a:srgbClr val="003F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FFFFFF"/>
                          </a:solidFill>
                        </a:rPr>
                        <a:t>설비 유형</a:t>
                      </a:r>
                    </a:p>
                  </a:txBody>
                  <a:tcPr anchor="ctr">
                    <a:solidFill>
                      <a:srgbClr val="003F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42819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4대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/>
                        <a:t>Komatech KT420A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가공 센터 (전극)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195616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2대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/>
                        <a:t>마키노 (Makino) V33i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가공 센터 (강철 부품)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525628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4대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/>
                        <a:t>소딕 (Sodick) AL40G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방전 가공기 (EDM)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854494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2대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/>
                        <a:t>더런 (Deren) HIT 8127C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/>
                        <a:t>삼차원 측정기 (CMM)</a:t>
                      </a:r>
                    </a:p>
                  </a:txBody>
                  <a:tcPr anchor="ctr">
                    <a:solidFill>
                      <a:srgbClr val="EB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171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638726"/>
      </p:ext>
    </p:extLst>
  </p:cSld>
  <p:clrMapOvr>
    <a:masterClrMapping/>
  </p:clrMapOvr>
  <p:transition spd="slow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3327" y="1504366"/>
            <a:ext cx="1778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수주 관리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32053" y="3988928"/>
            <a:ext cx="3556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소재 준비 및 영점교정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32052" y="6612509"/>
            <a:ext cx="2794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NC프로그램 관리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191446" y="1489682"/>
            <a:ext cx="2032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팔레트 관리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12925806" y="4736040"/>
            <a:ext cx="2286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오프라인 가공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191438" y="5701339"/>
            <a:ext cx="2286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데이터 보고서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588754" y="1478280"/>
            <a:ext cx="1778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전자 간판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04428" y="6672504"/>
            <a:ext cx="1778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제어 콘솔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2925806" y="7026615"/>
            <a:ext cx="2032000" cy="457200"/>
          </a:xfrm>
          <a:prstGeom prst="snip1Rect">
            <a:avLst/>
          </a:prstGeom>
          <a:solidFill>
            <a:srgbClr val="05439A"/>
          </a:solidFill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맑은 고딕" pitchFamily="34" charset="-122"/>
                <a:ea typeface="맑은 고딕" pitchFamily="34" charset="-122"/>
              </a:rPr>
              <a:t>시스템 로그</a:t>
            </a:r>
          </a:p>
        </p:txBody>
      </p:sp>
      <p:sp>
        <p:nvSpPr>
          <p:cNvPr id="37" name="矩形 36"/>
          <p:cNvSpPr/>
          <p:nvPr/>
        </p:nvSpPr>
        <p:spPr>
          <a:xfrm>
            <a:off x="373327" y="1992882"/>
            <a:ext cx="4445000" cy="134904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다양한 방식으로 수주 생성</a:t>
            </a:r>
            <a:endParaRPr lang="en-US" altLang="ko-KR" sz="1400" kern="1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303530" indent="-3035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M&amp;C MES 시스템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303530" indent="-3035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M&amp;C 자동화 시스템 NC프로그램 업로드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303530" indent="-3035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외부(제3자) 시스템 연동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32052" y="4477443"/>
            <a:ext cx="2867519" cy="142316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ko-KR" altLang="en-US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전극/공작물 RFID 정보 기입</a:t>
            </a:r>
            <a:endParaRPr lang="ko-KR" sz="1400" kern="1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전극/공작물 소재 높이값 기입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교정 대기 공작물, 로봇 투입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교정 완료, 로봇 취출</a:t>
            </a:r>
          </a:p>
        </p:txBody>
      </p:sp>
      <p:sp>
        <p:nvSpPr>
          <p:cNvPr id="39" name="矩形 38"/>
          <p:cNvSpPr/>
          <p:nvPr/>
        </p:nvSpPr>
        <p:spPr>
          <a:xfrm>
            <a:off x="332052" y="7092386"/>
            <a:ext cx="4063652" cy="1466092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좌표 회전 명령 자동 추가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ko-KR" sz="1400" b="1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다수 전극/금형부품 가공 프로그램 자동 병합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프로그램 좌표계 자동 수정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552450" algn="l"/>
              </a:tabLst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자동화 가공에 영향을 미치는 M코드 자동 삭제·수정</a:t>
            </a:r>
          </a:p>
        </p:txBody>
      </p:sp>
      <p:sp>
        <p:nvSpPr>
          <p:cNvPr id="40" name="矩形 39"/>
          <p:cNvSpPr/>
          <p:nvPr/>
        </p:nvSpPr>
        <p:spPr>
          <a:xfrm>
            <a:off x="4786669" y="7161020"/>
            <a:ext cx="3782219" cy="1879792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유연성 있는 제어 콘솔로 다기종 가공 지원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팔레트 번호별 가공 작업 조회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가공 우선순위 조정 가능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설비 이상 처리 후 재가공 재개 지원</a:t>
            </a:r>
          </a:p>
        </p:txBody>
      </p:sp>
      <p:sp>
        <p:nvSpPr>
          <p:cNvPr id="41" name="矩形 40"/>
          <p:cNvSpPr/>
          <p:nvPr/>
        </p:nvSpPr>
        <p:spPr>
          <a:xfrm>
            <a:off x="9182167" y="1993549"/>
            <a:ext cx="3493300" cy="3079248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팔레트 현황 모니터링 (클램핑 상태 포함)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로봇 스테이션 현황 실시간 조회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팔레트 작업 이력 조회</a:t>
            </a:r>
          </a:p>
        </p:txBody>
      </p:sp>
      <p:sp>
        <p:nvSpPr>
          <p:cNvPr id="42" name="矩形 41"/>
          <p:cNvSpPr/>
          <p:nvPr/>
        </p:nvSpPr>
        <p:spPr>
          <a:xfrm>
            <a:off x="9191625" y="6189980"/>
            <a:ext cx="3483610" cy="78613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오프라인 독립 가공 수주 생성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오프라인 독립 가공 완료 기록</a:t>
            </a:r>
          </a:p>
        </p:txBody>
      </p:sp>
      <p:sp>
        <p:nvSpPr>
          <p:cNvPr id="43" name="矩形 42"/>
          <p:cNvSpPr/>
          <p:nvPr/>
        </p:nvSpPr>
        <p:spPr>
          <a:xfrm>
            <a:off x="12925806" y="7532740"/>
            <a:ext cx="3910466" cy="1507613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설비 가동률 보고서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파트별 가공 현황 보고서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팔레트별 가공 시간 보고서</a:t>
            </a:r>
          </a:p>
        </p:txBody>
      </p:sp>
      <p:sp>
        <p:nvSpPr>
          <p:cNvPr id="46" name="矩形 45"/>
          <p:cNvSpPr/>
          <p:nvPr/>
        </p:nvSpPr>
        <p:spPr>
          <a:xfrm>
            <a:off x="5588754" y="1966796"/>
            <a:ext cx="2800000" cy="1339191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대형 화면 설비 현황 디스플레이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가공 진행 현황 실시간 조회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이상 알람 현황 실시간 조회</a:t>
            </a:r>
          </a:p>
        </p:txBody>
      </p:sp>
      <p:sp>
        <p:nvSpPr>
          <p:cNvPr id="47" name="矩形 46"/>
          <p:cNvSpPr/>
          <p:nvPr/>
        </p:nvSpPr>
        <p:spPr>
          <a:xfrm>
            <a:off x="12925805" y="5188850"/>
            <a:ext cx="3769667" cy="162729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kern="1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시스템 운행 이력 조회</a:t>
            </a:r>
            <a:endParaRPr lang="ko-KR" sz="1400" dirty="0">
              <a:solidFill>
                <a:schemeClr val="tx1"/>
              </a:solidFill>
              <a:latin typeface="맑은 고딕" pitchFamily="34" charset="-122"/>
              <a:ea typeface="맑은 고딕" pitchFamily="34" charset="-122"/>
            </a:endParaRP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로봇 동작 이력 조회</a:t>
            </a:r>
          </a:p>
          <a:p>
            <a:pPr marL="227330" indent="-227330" algn="just" fontAlgn="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sz="1400" dirty="0">
                <a:solidFill>
                  <a:schemeClr val="tx1"/>
                </a:solidFill>
                <a:latin typeface="맑은 고딕" pitchFamily="34" charset="-122"/>
                <a:ea typeface="맑은 고딕" pitchFamily="34" charset="-122"/>
              </a:rPr>
              <a:t>이상 알람 이력 조회</a:t>
            </a:r>
          </a:p>
        </p:txBody>
      </p:sp>
      <p:sp>
        <p:nvSpPr>
          <p:cNvPr id="986" name="path 98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8" name="textbox 98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0" name="path 99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775" y="403860"/>
            <a:ext cx="2259278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ko-KR"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시스템 기능 소개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  <a:buClrTx/>
              <a:buSzTx/>
              <a:buFontTx/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92" y="3150489"/>
            <a:ext cx="4934585" cy="369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452504"/>
      </p:ext>
    </p:extLst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组合 2"/>
          <p:cNvGrpSpPr/>
          <p:nvPr/>
        </p:nvGrpSpPr>
        <p:grpSpPr bwMode="auto">
          <a:xfrm>
            <a:off x="8183563" y="2730500"/>
            <a:ext cx="8520112" cy="5124450"/>
            <a:chOff x="8184280" y="2730501"/>
            <a:chExt cx="8520113" cy="5124449"/>
          </a:xfrm>
        </p:grpSpPr>
        <p:sp>
          <p:nvSpPr>
            <p:cNvPr id="69" name="矩形: 圆角 68"/>
            <p:cNvSpPr/>
            <p:nvPr/>
          </p:nvSpPr>
          <p:spPr bwMode="auto">
            <a:xfrm>
              <a:off x="8184280" y="3321051"/>
              <a:ext cx="8502651" cy="4533899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3705606" y="3055939"/>
              <a:ext cx="2998787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표시 화면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6411" name="组合 49"/>
            <p:cNvGrpSpPr/>
            <p:nvPr/>
          </p:nvGrpSpPr>
          <p:grpSpPr bwMode="auto">
            <a:xfrm>
              <a:off x="8282705" y="2730501"/>
              <a:ext cx="8121880" cy="674586"/>
              <a:chOff x="6191243" y="1304866"/>
              <a:chExt cx="8121783" cy="674665"/>
            </a:xfrm>
          </p:grpSpPr>
          <p:sp>
            <p:nvSpPr>
              <p:cNvPr id="16412" name="TextBox 147"/>
              <p:cNvSpPr>
                <a:spLocks noChangeArrowheads="1"/>
              </p:cNvSpPr>
              <p:nvPr/>
            </p:nvSpPr>
            <p:spPr bwMode="auto">
              <a:xfrm>
                <a:off x="6460265" y="1304866"/>
                <a:ext cx="7852761" cy="674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제어 화면   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그래픽 조작 화면으로 설비 상태를 동적으로 표시합니다. 원클릭으로 '시작' '정지' '재개'를 실현하며, 시스템 조작이 간단하고 명확합니다.</a:t>
                </a:r>
                <a:endParaRPr lang="zh-CN" altLang="en-US" sz="1600" dirty="0"/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 flipV="1">
                <a:off x="6191243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6400791" y="1581123"/>
                <a:ext cx="7811995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390" name="文本框 23"/>
          <p:cNvSpPr txBox="1">
            <a:spLocks noChangeArrowheads="1"/>
          </p:cNvSpPr>
          <p:nvPr/>
        </p:nvSpPr>
        <p:spPr bwMode="auto">
          <a:xfrm>
            <a:off x="363538" y="1351915"/>
            <a:ext cx="5918200" cy="119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ko-KR" altLang="en-US" sz="1800" b="1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스마트 제어 화면</a:t>
            </a:r>
            <a:r>
              <a:rPr lang="en-US" altLang="ko-KR" sz="1800" b="1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 / </a:t>
            </a:r>
            <a:r>
              <a:rPr lang="ko-KR" altLang="en-US" sz="1800" b="1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오프라인 가공 지원</a:t>
            </a:r>
            <a:endParaRPr lang="ko-KR" sz="1800" b="1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ko-KR" altLang="en-US" sz="1600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스마트 제어 화면을 통해 라인 운행을 유연하고 신속하게 제어하며, 오프라인 가공도 지원합니다.</a:t>
            </a:r>
            <a:endParaRPr lang="ko-KR" sz="16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grpSp>
        <p:nvGrpSpPr>
          <p:cNvPr id="16395" name="组合 11"/>
          <p:cNvGrpSpPr/>
          <p:nvPr/>
        </p:nvGrpSpPr>
        <p:grpSpPr bwMode="auto">
          <a:xfrm>
            <a:off x="363538" y="3482975"/>
            <a:ext cx="8502650" cy="5124450"/>
            <a:chOff x="-493269" y="3235325"/>
            <a:chExt cx="8502650" cy="5124450"/>
          </a:xfrm>
        </p:grpSpPr>
        <p:sp>
          <p:nvSpPr>
            <p:cNvPr id="25" name="矩形: 圆角 24"/>
            <p:cNvSpPr/>
            <p:nvPr/>
          </p:nvSpPr>
          <p:spPr bwMode="auto">
            <a:xfrm>
              <a:off x="-493269" y="3825875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grpSp>
          <p:nvGrpSpPr>
            <p:cNvPr id="16405" name="组合 49"/>
            <p:cNvGrpSpPr/>
            <p:nvPr/>
          </p:nvGrpSpPr>
          <p:grpSpPr bwMode="auto">
            <a:xfrm>
              <a:off x="-394844" y="3235325"/>
              <a:ext cx="8021637" cy="504825"/>
              <a:chOff x="6191250" y="1304866"/>
              <a:chExt cx="8021553" cy="504884"/>
            </a:xfrm>
          </p:grpSpPr>
          <p:sp>
            <p:nvSpPr>
              <p:cNvPr id="16406" name="TextBox 147"/>
              <p:cNvSpPr>
                <a:spLocks noChangeArrowheads="1"/>
              </p:cNvSpPr>
              <p:nvPr/>
            </p:nvSpPr>
            <p:spPr bwMode="auto">
              <a:xfrm>
                <a:off x="6488860" y="1304866"/>
                <a:ext cx="7723940" cy="3372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오프라인 가공 </a:t>
                </a:r>
                <a:r>
                  <a: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라인 고장 수리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·유지보수</a:t>
                </a:r>
                <a:r>
                  <a: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또는 임시 수동 조작 시,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원클릭으로</a:t>
                </a:r>
                <a:r>
                  <a: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'비활성화'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가능하며, 설비</a:t>
                </a:r>
                <a:r>
                  <a: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오프라인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가공</a:t>
                </a:r>
                <a:endParaRPr lang="zh-CN" altLang="zh-CN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6400798" y="1581123"/>
                <a:ext cx="7812005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图片 2"/>
          <p:cNvPicPr/>
          <p:nvPr/>
        </p:nvPicPr>
        <p:blipFill>
          <a:blip r:embed="rId2"/>
        </p:blipFill>
        <p:spPr>
          <a:xfrm>
            <a:off x="8282940" y="3404870"/>
            <a:ext cx="8314690" cy="4340225"/>
          </a:xfrm>
          <a:prstGeom prst="rect">
            <a:avLst/>
          </a:prstGeom>
        </p:spPr>
      </p:pic>
      <p:pic>
        <p:nvPicPr>
          <p:cNvPr id="16396" name="图片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8FBFA"/>
              </a:clrFrom>
              <a:clrTo>
                <a:srgbClr val="F8FB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467" y="4538346"/>
            <a:ext cx="7996237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775" y="403860"/>
            <a:ext cx="2378449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ko-KR"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시스템 기능 소개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756464944"/>
      </p:ext>
    </p:extLst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文本框 23"/>
          <p:cNvSpPr txBox="1">
            <a:spLocks noChangeArrowheads="1"/>
          </p:cNvSpPr>
          <p:nvPr/>
        </p:nvSpPr>
        <p:spPr bwMode="auto">
          <a:xfrm>
            <a:off x="268288" y="1342349"/>
            <a:ext cx="8631237" cy="119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ko-KR" altLang="en-US" sz="1800" b="1" dirty="0">
                <a:latin typeface="맑은 고딕" pitchFamily="34" charset="-122"/>
                <a:ea typeface="맑은 고딕" pitchFamily="34" charset="-122"/>
              </a:rPr>
              <a:t>작업 투입 및 공정</a:t>
            </a:r>
          </a:p>
          <a:p>
            <a:pPr eaLnBrk="1" hangingPunct="1">
              <a:lnSpc>
                <a:spcPct val="150000"/>
              </a:lnSpc>
            </a:pPr>
            <a:r>
              <a:rPr lang="ko-KR" altLang="en-US" sz="1600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UG 연동 및 EXCEL 일괄 작업 투입을 지원하며, 페이퍼리스 공정으로 첨부파일 업로드 방식의 공정지도서 가져오기를 지원합니다.</a:t>
            </a:r>
            <a:endParaRPr lang="ko-KR" sz="16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</p:txBody>
      </p:sp>
      <p:grpSp>
        <p:nvGrpSpPr>
          <p:cNvPr id="14341" name="组合 8"/>
          <p:cNvGrpSpPr/>
          <p:nvPr>
            <p:custDataLst>
              <p:tags r:id="rId1"/>
            </p:custDataLst>
          </p:nvPr>
        </p:nvGrpSpPr>
        <p:grpSpPr bwMode="auto">
          <a:xfrm>
            <a:off x="88900" y="3660140"/>
            <a:ext cx="8520113" cy="5124450"/>
            <a:chOff x="8121650" y="2730500"/>
            <a:chExt cx="8520113" cy="5124450"/>
          </a:xfrm>
        </p:grpSpPr>
        <p:sp>
          <p:nvSpPr>
            <p:cNvPr id="69" name="矩形: 圆角 68"/>
            <p:cNvSpPr/>
            <p:nvPr>
              <p:custDataLst>
                <p:tags r:id="rId8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표시 화면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349" name="组合 49"/>
            <p:cNvGrpSpPr/>
            <p:nvPr/>
          </p:nvGrpSpPr>
          <p:grpSpPr bwMode="auto">
            <a:xfrm>
              <a:off x="8220075" y="2730500"/>
              <a:ext cx="8021638" cy="504825"/>
              <a:chOff x="6191250" y="1304866"/>
              <a:chExt cx="8021550" cy="504884"/>
            </a:xfrm>
          </p:grpSpPr>
          <p:sp>
            <p:nvSpPr>
              <p:cNvPr id="14350" name="TextBox 147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469145" y="1304866"/>
                <a:ext cx="5333306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작업 가져오기 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통해</a:t>
                </a:r>
                <a:r>
                  <a:rPr lang="en-US" altLang="zh-CN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NX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자동 가져오기 모듈로 시스템에 작업을 자동 생성합니다.</a:t>
                </a:r>
                <a:endParaRPr lang="zh-CN" altLang="en-US" sz="1600"/>
              </a:p>
            </p:txBody>
          </p:sp>
          <p:cxnSp>
            <p:nvCxnSpPr>
              <p:cNvPr id="75" name="直接连接符 74"/>
              <p:cNvCxnSpPr/>
              <p:nvPr>
                <p:custDataLst>
                  <p:tags r:id="rId11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8"/>
          <p:cNvGrpSpPr/>
          <p:nvPr>
            <p:custDataLst>
              <p:tags r:id="rId2"/>
            </p:custDataLst>
          </p:nvPr>
        </p:nvGrpSpPr>
        <p:grpSpPr bwMode="auto">
          <a:xfrm>
            <a:off x="8283575" y="2897505"/>
            <a:ext cx="8520113" cy="5124450"/>
            <a:chOff x="8121650" y="2730500"/>
            <a:chExt cx="8520113" cy="5124450"/>
          </a:xfrm>
        </p:grpSpPr>
        <p:sp>
          <p:nvSpPr>
            <p:cNvPr id="8" name="矩形: 圆角 68"/>
            <p:cNvSpPr/>
            <p:nvPr>
              <p:custDataLst>
                <p:tags r:id="rId3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표시 화면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49"/>
            <p:cNvGrpSpPr/>
            <p:nvPr/>
          </p:nvGrpSpPr>
          <p:grpSpPr bwMode="auto">
            <a:xfrm>
              <a:off x="8220075" y="2730500"/>
              <a:ext cx="8021638" cy="504825"/>
              <a:chOff x="6191250" y="1304866"/>
              <a:chExt cx="8021550" cy="504884"/>
            </a:xfrm>
          </p:grpSpPr>
          <p:sp>
            <p:nvSpPr>
              <p:cNvPr id="15" name="TextBox 147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469145" y="1304866"/>
                <a:ext cx="4427806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공정 설계 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템플릿 기반의 가공 작업 공정 경로를 생성합니다.</a:t>
                </a:r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6" name="直接连接符 15"/>
              <p:cNvCxnSpPr/>
              <p:nvPr>
                <p:custDataLst>
                  <p:tags r:id="rId6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8" name="图片 117"/>
          <p:cNvPicPr/>
          <p:nvPr/>
        </p:nvPicPr>
        <p:blipFill>
          <a:blip r:embed="rId14"/>
          <a:srcRect/>
          <a:stretch>
            <a:fillRect/>
          </a:stretch>
        </p:blipFill>
        <p:spPr>
          <a:xfrm>
            <a:off x="187325" y="4422775"/>
            <a:ext cx="7926070" cy="4084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图片 42" descr="IMG_256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8464550" y="3574415"/>
            <a:ext cx="8230870" cy="439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2" name="textbox 1012"/>
          <p:cNvSpPr/>
          <p:nvPr/>
        </p:nvSpPr>
        <p:spPr>
          <a:xfrm>
            <a:off x="1628775" y="403860"/>
            <a:ext cx="2270872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ko-KR"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시스템 기능 소개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487169733"/>
      </p:ext>
    </p:extLst>
  </p:cSld>
  <p:clrMapOvr>
    <a:masterClrMapping/>
  </p:clrMapOvr>
  <p:transition spd="slow"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文本框 23"/>
          <p:cNvSpPr txBox="1">
            <a:spLocks noChangeArrowheads="1"/>
          </p:cNvSpPr>
          <p:nvPr/>
        </p:nvSpPr>
        <p:spPr bwMode="auto">
          <a:xfrm>
            <a:off x="268288" y="1342349"/>
            <a:ext cx="8631237" cy="8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ko-KR" altLang="en-US" sz="1800" b="1" dirty="0">
                <a:latin typeface="맑은 고딕" pitchFamily="34" charset="-122"/>
                <a:ea typeface="맑은 고딕" pitchFamily="34" charset="-122"/>
              </a:rPr>
              <a:t>기외 클램핑·소재준비</a:t>
            </a:r>
            <a:r>
              <a:rPr lang="en-US" altLang="ko-KR" sz="1800" b="1" dirty="0">
                <a:latin typeface="맑은 고딕" pitchFamily="34" charset="-122"/>
                <a:ea typeface="맑은 고딕" pitchFamily="34" charset="-122"/>
              </a:rPr>
              <a:t> / </a:t>
            </a:r>
            <a:r>
              <a:rPr lang="ko-KR" altLang="en-US" sz="1800" b="1" dirty="0">
                <a:latin typeface="맑은 고딕" pitchFamily="34" charset="-122"/>
                <a:ea typeface="맑은 고딕" pitchFamily="34" charset="-122"/>
              </a:rPr>
              <a:t>통계 보고서</a:t>
            </a:r>
            <a:endParaRPr lang="ko-KR" sz="1800" b="1" dirty="0">
              <a:latin typeface="맑은 고딕" pitchFamily="34" charset="-122"/>
              <a:ea typeface="맑은 고딕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ko-KR" altLang="en-US" sz="1600" dirty="0">
                <a:latin typeface="맑은 고딕" pitchFamily="34" charset="-122"/>
                <a:ea typeface="맑은 고딕" pitchFamily="34" charset="-122"/>
              </a:rPr>
              <a:t>영점 빠른 교환 적용을 기반으로 체계적인 기외 클램핑 작업을 완료합니다.</a:t>
            </a:r>
            <a:endParaRPr lang="ko-KR" sz="1600" dirty="0">
              <a:latin typeface="맑은 고딕" pitchFamily="34" charset="-122"/>
              <a:ea typeface="맑은 고딕" pitchFamily="34" charset="-122"/>
            </a:endParaRPr>
          </a:p>
        </p:txBody>
      </p:sp>
      <p:grpSp>
        <p:nvGrpSpPr>
          <p:cNvPr id="14341" name="组合 8"/>
          <p:cNvGrpSpPr/>
          <p:nvPr>
            <p:custDataLst>
              <p:tags r:id="rId1"/>
            </p:custDataLst>
          </p:nvPr>
        </p:nvGrpSpPr>
        <p:grpSpPr bwMode="auto">
          <a:xfrm>
            <a:off x="88900" y="3660140"/>
            <a:ext cx="8520113" cy="5124450"/>
            <a:chOff x="8121650" y="2730500"/>
            <a:chExt cx="8520113" cy="5124450"/>
          </a:xfrm>
        </p:grpSpPr>
        <p:sp>
          <p:nvSpPr>
            <p:cNvPr id="69" name="矩形: 圆角 68"/>
            <p:cNvSpPr/>
            <p:nvPr>
              <p:custDataLst>
                <p:tags r:id="rId10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11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표시 화면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349" name="组合 49"/>
            <p:cNvGrpSpPr/>
            <p:nvPr/>
          </p:nvGrpSpPr>
          <p:grpSpPr bwMode="auto">
            <a:xfrm>
              <a:off x="8220075" y="2730500"/>
              <a:ext cx="8021638" cy="504825"/>
              <a:chOff x="6191250" y="1304866"/>
              <a:chExt cx="8021550" cy="504884"/>
            </a:xfrm>
          </p:grpSpPr>
          <p:sp>
            <p:nvSpPr>
              <p:cNvPr id="14350" name="TextBox 147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6469145" y="1304866"/>
                <a:ext cx="6662982" cy="337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클램핑 소재 준비 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모드바오 시스템을 기반으로 작업과 공구를 연동하여 전체 프로세스 데이터 관리를 실현합니다.</a:t>
                </a:r>
                <a:endParaRPr lang="zh-CN" altLang="en-US" sz="1600"/>
              </a:p>
            </p:txBody>
          </p:sp>
          <p:cxnSp>
            <p:nvCxnSpPr>
              <p:cNvPr id="75" name="直接连接符 74"/>
              <p:cNvCxnSpPr/>
              <p:nvPr>
                <p:custDataLst>
                  <p:tags r:id="rId13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68605" y="4389120"/>
            <a:ext cx="8218170" cy="4246245"/>
          </a:xfrm>
          <a:prstGeom prst="rect">
            <a:avLst/>
          </a:prstGeom>
        </p:spPr>
      </p:pic>
      <p:grpSp>
        <p:nvGrpSpPr>
          <p:cNvPr id="7" name="组合 8"/>
          <p:cNvGrpSpPr/>
          <p:nvPr>
            <p:custDataLst>
              <p:tags r:id="rId3"/>
            </p:custDataLst>
          </p:nvPr>
        </p:nvGrpSpPr>
        <p:grpSpPr bwMode="auto">
          <a:xfrm>
            <a:off x="8283575" y="2897505"/>
            <a:ext cx="8520113" cy="5124450"/>
            <a:chOff x="8121650" y="2730500"/>
            <a:chExt cx="8520113" cy="5124450"/>
          </a:xfrm>
        </p:grpSpPr>
        <p:sp>
          <p:nvSpPr>
            <p:cNvPr id="8" name="矩形: 圆角 68"/>
            <p:cNvSpPr/>
            <p:nvPr>
              <p:custDataLst>
                <p:tags r:id="rId5"/>
              </p:custDataLst>
            </p:nvPr>
          </p:nvSpPr>
          <p:spPr bwMode="auto">
            <a:xfrm>
              <a:off x="8121650" y="3321050"/>
              <a:ext cx="8502650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13642975" y="3055938"/>
              <a:ext cx="2998788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표시 화면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4" name="组合 49"/>
            <p:cNvGrpSpPr/>
            <p:nvPr/>
          </p:nvGrpSpPr>
          <p:grpSpPr bwMode="auto">
            <a:xfrm>
              <a:off x="8220075" y="2730500"/>
              <a:ext cx="8021638" cy="583565"/>
              <a:chOff x="6191250" y="1304866"/>
              <a:chExt cx="8021550" cy="583633"/>
            </a:xfrm>
          </p:grpSpPr>
          <p:sp>
            <p:nvSpPr>
              <p:cNvPr id="15" name="TextBox 147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6469145" y="1304866"/>
                <a:ext cx="6662982" cy="58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 b="1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보고서 통계  </a:t>
                </a: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 자동화 시스템이 운행 시 각 공작물의 로딩 완료 후 발생한 사항을 기록하며,</a:t>
                </a:r>
              </a:p>
              <a:p>
                <a:pPr algn="l">
                  <a:buFont typeface="Arial" panose="020B0604020202020204" pitchFamily="34" charset="0"/>
                  <a:buNone/>
                </a:pPr>
                <a:r>
                  <a:rPr lang="zh-CN" altLang="en-US" sz="160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각 주문, 공작물, 공정 및 기계 운행 상황을 포함합니다.</a:t>
                </a:r>
                <a:endParaRPr lang="zh-CN" altLang="en-US" sz="1600"/>
              </a:p>
            </p:txBody>
          </p:sp>
          <p:cxnSp>
            <p:nvCxnSpPr>
              <p:cNvPr id="16" name="直接连接符 15"/>
              <p:cNvCxnSpPr/>
              <p:nvPr>
                <p:custDataLst>
                  <p:tags r:id="rId8"/>
                </p:custDataLst>
              </p:nvPr>
            </p:nvCxnSpPr>
            <p:spPr>
              <a:xfrm flipV="1">
                <a:off x="6191250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>
                <p:custDataLst>
                  <p:tags r:id="rId9"/>
                </p:custDataLst>
              </p:nvPr>
            </p:nvCxnSpPr>
            <p:spPr>
              <a:xfrm>
                <a:off x="6400798" y="1581123"/>
                <a:ext cx="781200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69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9" t="10994"/>
          <a:stretch>
            <a:fillRect/>
          </a:stretch>
        </p:blipFill>
        <p:spPr bwMode="auto">
          <a:xfrm>
            <a:off x="8591550" y="3660140"/>
            <a:ext cx="7947660" cy="420751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2" name="textbox 1012"/>
          <p:cNvSpPr/>
          <p:nvPr/>
        </p:nvSpPr>
        <p:spPr>
          <a:xfrm>
            <a:off x="1628775" y="403860"/>
            <a:ext cx="2203637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ko-KR"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시스템 기능 소개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2352526760"/>
      </p:ext>
    </p:extLst>
  </p:cSld>
  <p:clrMapOvr>
    <a:masterClrMapping/>
  </p:clrMapOvr>
  <p:transition spd="slow"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文本框 23"/>
          <p:cNvSpPr txBox="1">
            <a:spLocks noChangeArrowheads="1"/>
          </p:cNvSpPr>
          <p:nvPr/>
        </p:nvSpPr>
        <p:spPr bwMode="auto">
          <a:xfrm>
            <a:off x="407988" y="1354743"/>
            <a:ext cx="8630920" cy="72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ko-KR" altLang="en-US" sz="1800" b="1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개별 소재 투입·취출 제어</a:t>
            </a:r>
            <a:r>
              <a:rPr lang="en-US" altLang="ko-KR" sz="1800" b="1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 / </a:t>
            </a:r>
            <a:r>
              <a:rPr lang="ko-KR" altLang="en-US" sz="1800" b="1" dirty="0"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긴급부품 가공</a:t>
            </a:r>
            <a:endParaRPr lang="ko-KR" sz="1800" b="1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ko-KR" altLang="en-US" sz="1600" dirty="0">
                <a:latin typeface="맑은 고딕" pitchFamily="34" charset="-122"/>
                <a:ea typeface="맑은 고딕" pitchFamily="34" charset="-122"/>
              </a:rPr>
              <a:t>시스템, 프로그램, 설비 등의 이상 발생 시 개별 격리 가능하며, 다른 설비의 정상 가공에는 영향을 주지 않습니다.</a:t>
            </a:r>
            <a:endParaRPr lang="ko-KR" sz="1600" dirty="0">
              <a:latin typeface="맑은 고딕" pitchFamily="34" charset="-122"/>
              <a:ea typeface="맑은 고딕" pitchFamily="34" charset="-122"/>
            </a:endParaRPr>
          </a:p>
        </p:txBody>
      </p:sp>
      <p:grpSp>
        <p:nvGrpSpPr>
          <p:cNvPr id="17416" name="组合 1"/>
          <p:cNvGrpSpPr/>
          <p:nvPr/>
        </p:nvGrpSpPr>
        <p:grpSpPr bwMode="auto">
          <a:xfrm>
            <a:off x="8183563" y="2728092"/>
            <a:ext cx="8520112" cy="5126858"/>
            <a:chOff x="8184280" y="2728226"/>
            <a:chExt cx="8520113" cy="5126724"/>
          </a:xfrm>
        </p:grpSpPr>
        <p:grpSp>
          <p:nvGrpSpPr>
            <p:cNvPr id="17430" name="组合 2"/>
            <p:cNvGrpSpPr/>
            <p:nvPr/>
          </p:nvGrpSpPr>
          <p:grpSpPr bwMode="auto">
            <a:xfrm>
              <a:off x="8184280" y="2728226"/>
              <a:ext cx="8520113" cy="5126724"/>
              <a:chOff x="8184280" y="2728226"/>
              <a:chExt cx="8520113" cy="5126724"/>
            </a:xfrm>
          </p:grpSpPr>
          <p:sp>
            <p:nvSpPr>
              <p:cNvPr id="69" name="矩形: 圆角 68"/>
              <p:cNvSpPr/>
              <p:nvPr/>
            </p:nvSpPr>
            <p:spPr bwMode="auto">
              <a:xfrm>
                <a:off x="8184280" y="3321168"/>
                <a:ext cx="8502651" cy="4533782"/>
              </a:xfrm>
              <a:prstGeom prst="roundRect">
                <a:avLst>
                  <a:gd name="adj" fmla="val 146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3705606" y="3056063"/>
                <a:ext cx="2998787" cy="46195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zh-CN" sz="2400" kern="100" dirty="0">
                    <a:solidFill>
                      <a:schemeClr val="bg1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다양한 선택 표시 화면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434" name="组合 49"/>
              <p:cNvGrpSpPr/>
              <p:nvPr/>
            </p:nvGrpSpPr>
            <p:grpSpPr bwMode="auto">
              <a:xfrm>
                <a:off x="8282705" y="2728226"/>
                <a:ext cx="8098914" cy="583637"/>
                <a:chOff x="6191243" y="1302584"/>
                <a:chExt cx="8098817" cy="583701"/>
              </a:xfrm>
            </p:grpSpPr>
            <p:sp>
              <p:nvSpPr>
                <p:cNvPr id="17435" name="TextBox 147"/>
                <p:cNvSpPr>
                  <a:spLocks noChangeArrowheads="1"/>
                </p:cNvSpPr>
                <p:nvPr/>
              </p:nvSpPr>
              <p:spPr bwMode="auto">
                <a:xfrm>
                  <a:off x="6437299" y="1302584"/>
                  <a:ext cx="7852761" cy="58370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1600" b="1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개별 투입·취출   </a:t>
                  </a:r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라인 이상 또는 수동 조작 시 이동이 어려울 경우, 이 기능을 사용하여</a:t>
                  </a:r>
                  <a:r>
                    <a:rPr lang="en-US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라인 내 설비의 개별 투입·취출 동작을 수행하여 작업자를 지원합니다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또는 단독 재가공</a:t>
                  </a:r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。</a:t>
                  </a:r>
                </a:p>
              </p:txBody>
            </p:sp>
            <p:cxnSp>
              <p:nvCxnSpPr>
                <p:cNvPr id="75" name="直接连接符 74"/>
                <p:cNvCxnSpPr/>
                <p:nvPr/>
              </p:nvCxnSpPr>
              <p:spPr>
                <a:xfrm flipV="1">
                  <a:off x="6191243" y="1581242"/>
                  <a:ext cx="209548" cy="228619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/>
                <p:nvPr/>
              </p:nvCxnSpPr>
              <p:spPr>
                <a:xfrm>
                  <a:off x="6400791" y="1581242"/>
                  <a:ext cx="7811995" cy="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7431" name="图片 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069" y="3603624"/>
              <a:ext cx="7945832" cy="3874414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7417" name="组合 1"/>
          <p:cNvGrpSpPr/>
          <p:nvPr/>
        </p:nvGrpSpPr>
        <p:grpSpPr bwMode="auto">
          <a:xfrm>
            <a:off x="407988" y="3603625"/>
            <a:ext cx="8502650" cy="5124450"/>
            <a:chOff x="3398838" y="3951288"/>
            <a:chExt cx="8502650" cy="5124450"/>
          </a:xfrm>
        </p:grpSpPr>
        <p:grpSp>
          <p:nvGrpSpPr>
            <p:cNvPr id="17420" name="组合 11"/>
            <p:cNvGrpSpPr/>
            <p:nvPr/>
          </p:nvGrpSpPr>
          <p:grpSpPr bwMode="auto">
            <a:xfrm>
              <a:off x="3398838" y="3951288"/>
              <a:ext cx="8502650" cy="5124450"/>
              <a:chOff x="-493269" y="3235325"/>
              <a:chExt cx="8502650" cy="5124450"/>
            </a:xfrm>
          </p:grpSpPr>
          <p:sp>
            <p:nvSpPr>
              <p:cNvPr id="79" name="矩形: 圆角 78"/>
              <p:cNvSpPr/>
              <p:nvPr/>
            </p:nvSpPr>
            <p:spPr bwMode="auto">
              <a:xfrm>
                <a:off x="-493269" y="3825875"/>
                <a:ext cx="8502650" cy="4533900"/>
              </a:xfrm>
              <a:prstGeom prst="roundRect">
                <a:avLst>
                  <a:gd name="adj" fmla="val 1461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7426" name="组合 49"/>
              <p:cNvGrpSpPr/>
              <p:nvPr/>
            </p:nvGrpSpPr>
            <p:grpSpPr bwMode="auto">
              <a:xfrm>
                <a:off x="-394844" y="3235325"/>
                <a:ext cx="8021637" cy="1364451"/>
                <a:chOff x="6191250" y="1304866"/>
                <a:chExt cx="8021553" cy="1364610"/>
              </a:xfrm>
            </p:grpSpPr>
            <p:sp>
              <p:nvSpPr>
                <p:cNvPr id="17427" name="TextBox 147"/>
                <p:cNvSpPr>
                  <a:spLocks noChangeArrowheads="1"/>
                </p:cNvSpPr>
                <p:nvPr/>
              </p:nvSpPr>
              <p:spPr bwMode="auto">
                <a:xfrm>
                  <a:off x="6488860" y="1304866"/>
                  <a:ext cx="7723940" cy="13646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1075055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zh-CN" altLang="en-US" sz="1600" b="1">
                      <a:latin typeface="微软雅黑" panose="020B0503020204020204" pitchFamily="34" charset="-122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긴급 부품 가공</a:t>
                  </a:r>
                  <a:r>
                    <a: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시스템</a:t>
                  </a:r>
                  <a:r>
                    <a:rPr lang="zh-CN" altLang="zh-CN" sz="16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자동 정렬하며, 동시에 수동 순서 조정도 가능합니다</a:t>
                  </a:r>
                  <a:r>
                    <a:rPr lang="zh-CN" altLang="en-US" sz="160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원클릭 우선순위 설정을 지원합니다.</a:t>
                  </a:r>
                  <a:endPara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endParaRPr lang="zh-CN" altLang="zh-CN" sz="16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84" name="直接连接符 83"/>
                <p:cNvCxnSpPr/>
                <p:nvPr/>
              </p:nvCxnSpPr>
              <p:spPr>
                <a:xfrm flipV="1">
                  <a:off x="6191250" y="1581123"/>
                  <a:ext cx="209548" cy="22862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/>
              </p:nvCxnSpPr>
              <p:spPr>
                <a:xfrm>
                  <a:off x="6400798" y="1581123"/>
                  <a:ext cx="7812005" cy="0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421" name="组合 1"/>
            <p:cNvGrpSpPr/>
            <p:nvPr/>
          </p:nvGrpSpPr>
          <p:grpSpPr bwMode="auto">
            <a:xfrm>
              <a:off x="3668713" y="4913313"/>
              <a:ext cx="7947025" cy="3873500"/>
              <a:chOff x="3781425" y="4913313"/>
              <a:chExt cx="7947025" cy="3873500"/>
            </a:xfrm>
          </p:grpSpPr>
          <p:pic>
            <p:nvPicPr>
              <p:cNvPr id="17422" name="图片 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81425" y="4913313"/>
                <a:ext cx="7947025" cy="3873500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rgbClr val="80808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7423" name="矩形 6"/>
              <p:cNvSpPr>
                <a:spLocks noChangeArrowheads="1"/>
              </p:cNvSpPr>
              <p:nvPr/>
            </p:nvSpPr>
            <p:spPr bwMode="auto">
              <a:xfrm>
                <a:off x="3794125" y="5427663"/>
                <a:ext cx="7934325" cy="3359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pic>
            <p:nvPicPr>
              <p:cNvPr id="17424" name="图片 1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003"/>
              <a:stretch>
                <a:fillRect/>
              </a:stretch>
            </p:blipFill>
            <p:spPr bwMode="auto">
              <a:xfrm>
                <a:off x="3781425" y="5319713"/>
                <a:ext cx="7947025" cy="34671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1628775" y="403860"/>
            <a:ext cx="2365001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ko-KR"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시스템 기능 소개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</p:spTree>
    <p:extLst>
      <p:ext uri="{BB962C8B-B14F-4D97-AF65-F5344CB8AC3E}">
        <p14:creationId xmlns:p14="http://schemas.microsoft.com/office/powerpoint/2010/main" val="80711476"/>
      </p:ext>
    </p:extLst>
  </p:cSld>
  <p:clrMapOvr>
    <a:masterClrMapping/>
  </p:clrMapOvr>
  <p:transition spd="slow"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68"/>
          <p:cNvSpPr/>
          <p:nvPr/>
        </p:nvSpPr>
        <p:spPr bwMode="auto">
          <a:xfrm>
            <a:off x="168910" y="4510405"/>
            <a:ext cx="7837170" cy="4533900"/>
          </a:xfrm>
          <a:prstGeom prst="roundRect">
            <a:avLst>
              <a:gd name="adj" fmla="val 146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anchor="ctr"/>
          <a:lstStyle/>
          <a:p>
            <a:pPr algn="ctr" eaLnBrk="1" hangingPunct="1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5364" name="文本框 23"/>
          <p:cNvSpPr txBox="1">
            <a:spLocks noChangeArrowheads="1"/>
          </p:cNvSpPr>
          <p:nvPr/>
        </p:nvSpPr>
        <p:spPr bwMode="auto">
          <a:xfrm>
            <a:off x="268288" y="1330325"/>
            <a:ext cx="8631237" cy="8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ko-KR" altLang="ko-KR" sz="1800" b="1">
                <a:latin typeface="맑은 고딕" pitchFamily="34" charset="-122"/>
                <a:ea typeface="맑은 고딕" pitchFamily="34" charset="-122"/>
              </a:rPr>
              <a:t>설비 가동률 분석</a:t>
            </a:r>
            <a:endParaRPr lang="ko-KR" sz="1800" b="1">
              <a:latin typeface="맑은 고딕" pitchFamily="34" charset="-122"/>
              <a:ea typeface="맑은 고딕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ko-KR" altLang="en-US" sz="1600">
                <a:latin typeface="맑은 고딕" pitchFamily="34" charset="-122"/>
                <a:ea typeface="맑은 고딕" pitchFamily="34" charset="-122"/>
              </a:rPr>
              <a:t>자동화 라인 내 모든 기계가공 관련 설비(로봇 포함)의 가동률을 필요에 따라 표시합니다.</a:t>
            </a:r>
            <a:endParaRPr lang="ko-KR" sz="1600">
              <a:latin typeface="맑은 고딕" pitchFamily="34" charset="-122"/>
              <a:ea typeface="맑은 고딕" pitchFamily="34" charset="-122"/>
            </a:endParaRPr>
          </a:p>
        </p:txBody>
      </p:sp>
      <p:grpSp>
        <p:nvGrpSpPr>
          <p:cNvPr id="15365" name="组合 2"/>
          <p:cNvGrpSpPr/>
          <p:nvPr/>
        </p:nvGrpSpPr>
        <p:grpSpPr bwMode="auto">
          <a:xfrm>
            <a:off x="8183563" y="2730501"/>
            <a:ext cx="8520112" cy="5124449"/>
            <a:chOff x="8184280" y="2730501"/>
            <a:chExt cx="8520113" cy="5124449"/>
          </a:xfrm>
        </p:grpSpPr>
        <p:sp>
          <p:nvSpPr>
            <p:cNvPr id="4" name="矩形: 圆角 68"/>
            <p:cNvSpPr/>
            <p:nvPr/>
          </p:nvSpPr>
          <p:spPr bwMode="auto">
            <a:xfrm>
              <a:off x="8184280" y="3321050"/>
              <a:ext cx="8502651" cy="4533900"/>
            </a:xfrm>
            <a:prstGeom prst="roundRect">
              <a:avLst>
                <a:gd name="adj" fmla="val 1461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705606" y="3055938"/>
              <a:ext cx="2998787" cy="4619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sz="2400" kern="100" dirty="0">
                  <a:solidFill>
                    <a:schemeClr val="bg1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다양한 선택 표시 화면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15382" name="组合 49"/>
            <p:cNvGrpSpPr/>
            <p:nvPr/>
          </p:nvGrpSpPr>
          <p:grpSpPr bwMode="auto">
            <a:xfrm>
              <a:off x="8282705" y="2730501"/>
              <a:ext cx="8199403" cy="584775"/>
              <a:chOff x="6191243" y="1304866"/>
              <a:chExt cx="8199305" cy="584843"/>
            </a:xfrm>
          </p:grpSpPr>
          <p:sp>
            <p:nvSpPr>
              <p:cNvPr id="15384" name="TextBox 147"/>
              <p:cNvSpPr>
                <a:spLocks noChangeArrowheads="1"/>
              </p:cNvSpPr>
              <p:nvPr/>
            </p:nvSpPr>
            <p:spPr bwMode="auto">
              <a:xfrm>
                <a:off x="6460266" y="1304866"/>
                <a:ext cx="7930282" cy="584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1075055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자동화 가동 분석   </a:t>
                </a:r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이 기능은 자동화 유닛 내 설비의 가동 분석을 수행하고 설비 운행 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상황을 모니터링합니다.</a:t>
                </a:r>
                <a:endParaRPr lang="zh-CN" altLang="en-US" sz="1600" dirty="0"/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 flipV="1">
                <a:off x="6191243" y="1581123"/>
                <a:ext cx="209548" cy="2286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6400791" y="1581123"/>
                <a:ext cx="7811994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文本框 7"/>
          <p:cNvSpPr txBox="1"/>
          <p:nvPr/>
        </p:nvSpPr>
        <p:spPr>
          <a:xfrm>
            <a:off x="628650" y="4025265"/>
            <a:ext cx="85344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600" b="1" u="sng" dirty="0">
                <a:latin typeface="맑은 고딕" pitchFamily="34" charset="-122"/>
                <a:ea typeface="맑은 고딕" pitchFamily="34" charset="-122"/>
              </a:rPr>
              <a:t>전자 간판  </a:t>
            </a:r>
            <a:r>
              <a:rPr lang="ko-KR" sz="1600" u="sng" dirty="0">
                <a:latin typeface="맑은 고딕" pitchFamily="34" charset="-122"/>
                <a:ea typeface="맑은 고딕" pitchFamily="34" charset="-122"/>
              </a:rPr>
              <a:t>사용자는 전자 간판을 통해 필요에 따라 실시간으로 설비 상태를 </a:t>
            </a:r>
            <a:endParaRPr lang="en-US" altLang="ko-KR" sz="1600" u="sng" dirty="0">
              <a:latin typeface="맑은 고딕" pitchFamily="34" charset="-122"/>
              <a:ea typeface="맑은 고딕" pitchFamily="34" charset="-122"/>
            </a:endParaRPr>
          </a:p>
          <a:p>
            <a:r>
              <a:rPr lang="ko-KR" sz="1600" u="sng" dirty="0">
                <a:latin typeface="맑은 고딕" pitchFamily="34" charset="-122"/>
                <a:ea typeface="맑은 고딕" pitchFamily="34" charset="-122"/>
              </a:rPr>
              <a:t>확인할 수 있습니다.</a:t>
            </a:r>
            <a:endParaRPr lang="ko-KR" sz="1400" u="sng" dirty="0">
              <a:latin typeface="맑은 고딕" pitchFamily="34" charset="-122"/>
              <a:ea typeface="맑은 고딕" pitchFamily="34" charset="-122"/>
            </a:endParaRPr>
          </a:p>
        </p:txBody>
      </p:sp>
      <p:sp>
        <p:nvSpPr>
          <p:cNvPr id="1326" name="path 1326"/>
          <p:cNvSpPr/>
          <p:nvPr/>
        </p:nvSpPr>
        <p:spPr>
          <a:xfrm>
            <a:off x="410946" y="1051559"/>
            <a:ext cx="16128007" cy="38100"/>
          </a:xfrm>
          <a:custGeom>
            <a:avLst/>
            <a:gdLst/>
            <a:ahLst/>
            <a:cxnLst/>
            <a:rect l="0" t="0" r="0" b="0"/>
            <a:pathLst>
              <a:path w="25398" h="60">
                <a:moveTo>
                  <a:pt x="0" y="30"/>
                </a:moveTo>
                <a:lnTo>
                  <a:pt x="25398" y="30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8" name="textbox 1328"/>
          <p:cNvSpPr/>
          <p:nvPr/>
        </p:nvSpPr>
        <p:spPr>
          <a:xfrm>
            <a:off x="428141" y="421132"/>
            <a:ext cx="112268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0"/>
              </a:spcBef>
            </a:pPr>
            <a:r>
              <a:rPr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00</a:t>
            </a:r>
            <a:r>
              <a:rPr lang="en-US" sz="4400" b="1" kern="0" spc="-4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4400" b="1" kern="0" spc="1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endParaRPr sz="4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30" name="path 1330"/>
          <p:cNvSpPr/>
          <p:nvPr/>
        </p:nvSpPr>
        <p:spPr>
          <a:xfrm>
            <a:off x="1494960" y="433832"/>
            <a:ext cx="38100" cy="504063"/>
          </a:xfrm>
          <a:custGeom>
            <a:avLst/>
            <a:gdLst/>
            <a:ahLst/>
            <a:cxnLst/>
            <a:rect l="0" t="0" r="0" b="0"/>
            <a:pathLst>
              <a:path w="60" h="793">
                <a:moveTo>
                  <a:pt x="30" y="0"/>
                </a:moveTo>
                <a:lnTo>
                  <a:pt x="30" y="793"/>
                </a:lnTo>
              </a:path>
            </a:pathLst>
          </a:custGeom>
          <a:noFill/>
          <a:ln w="38100" cap="flat">
            <a:solidFill>
              <a:srgbClr val="17406D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496888" y="4281805"/>
            <a:ext cx="209550" cy="2286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3" name="图片 1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82305" y="3421380"/>
            <a:ext cx="8256270" cy="4373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2" name="textbox 1012"/>
          <p:cNvSpPr/>
          <p:nvPr/>
        </p:nvSpPr>
        <p:spPr>
          <a:xfrm>
            <a:off x="1628775" y="403860"/>
            <a:ext cx="2391896" cy="553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9000"/>
              </a:lnSpc>
            </a:pPr>
            <a:r>
              <a:rPr lang="ko-KR" sz="2200" b="1" kern="0" spc="-10" dirty="0">
                <a:solidFill>
                  <a:srgbClr val="17406D">
                    <a:alpha val="100000"/>
                  </a:srgbClr>
                </a:solidFill>
                <a:latin typeface="맑은 고딕" pitchFamily="34" charset="-122"/>
                <a:ea typeface="맑은 고딕" pitchFamily="34" charset="-122"/>
                <a:cs typeface="맑은 고딕" pitchFamily="34" charset="-122"/>
              </a:rPr>
              <a:t>시스템 기능 소개</a:t>
            </a:r>
            <a:endParaRPr sz="2200" dirty="0">
              <a:latin typeface="맑은 고딕" pitchFamily="34" charset="-122"/>
              <a:ea typeface="맑은 고딕" pitchFamily="34" charset="-122"/>
              <a:cs typeface="맑은 고딕" pitchFamily="34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20"/>
              </a:spcBef>
            </a:pPr>
            <a:r>
              <a:rPr sz="1400" kern="0" spc="30" dirty="0">
                <a:solidFill>
                  <a:srgbClr val="1740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 Introduction</a:t>
            </a:r>
          </a:p>
        </p:txBody>
      </p:sp>
      <p:pic>
        <p:nvPicPr>
          <p:cNvPr id="115" name="图片 1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8605" y="4664530"/>
            <a:ext cx="7611371" cy="41320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095661462"/>
      </p:ext>
    </p:extLst>
  </p:cSld>
  <p:clrMapOvr>
    <a:masterClrMapping/>
  </p:clrMapOvr>
  <p:transition spd="slow">
    <p:circl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E4MDdkM2FiOWY2YTU5NzM0N2ZiNjY2NjNjN2VlZWMifQ=="/>
  <p:tag name="RESOURCE_RECORD_KEY" val="{&quot;13&quot;:[4685212,19951220,4695728,4722044],&quot;70&quot;:[3322077,331359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327.531730542995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3.55,&quot;left&quot;:7,&quot;top&quot;:228.15,&quot;width&quot;:1536.931744265263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/>
        </a:solidFill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 eaLnBrk="1" hangingPunct="1">
          <a:defRPr dirty="0" smtClean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145585-E1AE-4F06-A9AC-7EEC30A0EC35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21339920-fd52-4e44-93ca-49b4d05d6b0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1342</TotalTime>
  <Words>966</Words>
  <Application>Microsoft Office PowerPoint</Application>
  <PresentationFormat>사용자 지정</PresentationFormat>
  <Paragraphs>278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等线</vt:lpstr>
      <vt:lpstr>微软雅黑</vt:lpstr>
      <vt:lpstr>맑은 고딕</vt:lpstr>
      <vt:lpstr>思源黑体 CN Light</vt:lpstr>
      <vt:lpstr>Arial</vt:lpstr>
      <vt:lpstr>Calibri</vt:lpstr>
      <vt:lpstr>Calibri Light</vt:lpstr>
      <vt:lpstr>Office 主题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yong.xiong</dc:creator>
  <cp:lastModifiedBy>임재홍</cp:lastModifiedBy>
  <cp:revision>1632</cp:revision>
  <dcterms:created xsi:type="dcterms:W3CDTF">2020-11-07T13:40:00Z</dcterms:created>
  <dcterms:modified xsi:type="dcterms:W3CDTF">2026-04-26T07:06:59Z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A9AA212B73824F769EEE0BDD4624522C_13</vt:lpwstr>
  </property>
  <property fmtid="{D5CDD505-2E9C-101B-9397-08002B2CF9AE}" pid="3" name="KSOProductBuildVer">
    <vt:lpwstr>2052-12.1.0.22529</vt:lpwstr>
  </property>
</Properties>
</file>