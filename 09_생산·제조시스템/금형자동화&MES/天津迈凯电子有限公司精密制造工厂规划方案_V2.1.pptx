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1645" r:id="rId2"/>
    <p:sldId id="1648" r:id="rId3"/>
    <p:sldId id="1651" r:id="rId4"/>
    <p:sldId id="1653" r:id="rId5"/>
    <p:sldId id="1706" r:id="rId6"/>
    <p:sldId id="1709" r:id="rId7"/>
    <p:sldId id="1656" r:id="rId8"/>
    <p:sldId id="1707" r:id="rId9"/>
    <p:sldId id="1658" r:id="rId10"/>
    <p:sldId id="1659" r:id="rId11"/>
    <p:sldId id="1661" r:id="rId12"/>
    <p:sldId id="1664" r:id="rId13"/>
    <p:sldId id="1710" r:id="rId14"/>
    <p:sldId id="1711" r:id="rId15"/>
    <p:sldId id="1712" r:id="rId16"/>
    <p:sldId id="1673" r:id="rId17"/>
    <p:sldId id="1708" r:id="rId18"/>
    <p:sldId id="1677" r:id="rId19"/>
    <p:sldId id="1703" r:id="rId20"/>
    <p:sldId id="1682" r:id="rId21"/>
    <p:sldId id="1704" r:id="rId22"/>
    <p:sldId id="1705" r:id="rId23"/>
    <p:sldId id="1713" r:id="rId24"/>
    <p:sldId id="1714" r:id="rId25"/>
    <p:sldId id="1715" r:id="rId26"/>
    <p:sldId id="1716" r:id="rId27"/>
    <p:sldId id="1717" r:id="rId28"/>
    <p:sldId id="1718" r:id="rId29"/>
    <p:sldId id="1701" r:id="rId30"/>
  </p:sldIdLst>
  <p:sldSz cx="17068800" cy="9601200"/>
  <p:notesSz cx="6858000" cy="9144000"/>
  <p:custDataLst>
    <p:tags r:id="rId33"/>
  </p:custDataLst>
  <p:defaultTextStyle>
    <a:defPPr>
      <a:defRPr lang="zh-CN"/>
    </a:defPPr>
    <a:lvl1pPr marL="0" lvl="0" indent="0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36575" lvl="1" indent="-7937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075055" lvl="2" indent="-16065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612900" lvl="3" indent="-241300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149475" lvl="4" indent="-32067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32067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32067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32067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32067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BE9"/>
    <a:srgbClr val="0070C0"/>
    <a:srgbClr val="214DA5"/>
    <a:srgbClr val="9B3D28"/>
    <a:srgbClr val="FB8E7C"/>
    <a:srgbClr val="F384F2"/>
    <a:srgbClr val="05439A"/>
    <a:srgbClr val="D2BC69"/>
    <a:srgbClr val="FFA402"/>
    <a:srgbClr val="4CC1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AF357A-0B72-4F80-9485-7F61BE09D1C7}" v="3" dt="2026-05-05T08:15:02.4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8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임재홍" userId="dd14a72c-bfb9-4b91-8d21-07474b2ff6f5" providerId="ADAL" clId="{02B88EE5-7F74-47B5-9EDC-8BC54C8E5419}"/>
    <pc:docChg chg="custSel addSld delSld modSld">
      <pc:chgData name="임재홍" userId="dd14a72c-bfb9-4b91-8d21-07474b2ff6f5" providerId="ADAL" clId="{02B88EE5-7F74-47B5-9EDC-8BC54C8E5419}" dt="2026-04-24T05:22:17.615" v="393"/>
      <pc:docMkLst>
        <pc:docMk/>
      </pc:docMkLst>
      <pc:sldChg chg="add">
        <pc:chgData name="임재홍" userId="dd14a72c-bfb9-4b91-8d21-07474b2ff6f5" providerId="ADAL" clId="{02B88EE5-7F74-47B5-9EDC-8BC54C8E5419}" dt="2026-04-24T04:02:14.807" v="0"/>
        <pc:sldMkLst>
          <pc:docMk/>
          <pc:sldMk cId="1956951368" sldId="1645"/>
        </pc:sldMkLst>
      </pc:sldChg>
      <pc:sldChg chg="modSp add mod">
        <pc:chgData name="임재홍" userId="dd14a72c-bfb9-4b91-8d21-07474b2ff6f5" providerId="ADAL" clId="{02B88EE5-7F74-47B5-9EDC-8BC54C8E5419}" dt="2026-04-24T05:05:55.967" v="135" actId="14100"/>
        <pc:sldMkLst>
          <pc:docMk/>
          <pc:sldMk cId="1860652973" sldId="1648"/>
        </pc:sldMkLst>
        <pc:spChg chg="mod">
          <ac:chgData name="임재홍" userId="dd14a72c-bfb9-4b91-8d21-07474b2ff6f5" providerId="ADAL" clId="{02B88EE5-7F74-47B5-9EDC-8BC54C8E5419}" dt="2026-04-24T05:05:55.967" v="135" actId="14100"/>
          <ac:spMkLst>
            <pc:docMk/>
            <pc:sldMk cId="1860652973" sldId="1648"/>
            <ac:spMk id="24" creationId="{00000000-0000-0000-0000-000000000000}"/>
          </ac:spMkLst>
        </pc:spChg>
      </pc:sldChg>
      <pc:sldChg chg="add">
        <pc:chgData name="임재홍" userId="dd14a72c-bfb9-4b91-8d21-07474b2ff6f5" providerId="ADAL" clId="{02B88EE5-7F74-47B5-9EDC-8BC54C8E5419}" dt="2026-04-24T04:03:43.519" v="12"/>
        <pc:sldMkLst>
          <pc:docMk/>
          <pc:sldMk cId="2628122315" sldId="1651"/>
        </pc:sldMkLst>
      </pc:sldChg>
      <pc:sldChg chg="add">
        <pc:chgData name="임재홍" userId="dd14a72c-bfb9-4b91-8d21-07474b2ff6f5" providerId="ADAL" clId="{02B88EE5-7F74-47B5-9EDC-8BC54C8E5419}" dt="2026-04-24T04:04:57.905" v="16"/>
        <pc:sldMkLst>
          <pc:docMk/>
          <pc:sldMk cId="4235187216" sldId="1653"/>
        </pc:sldMkLst>
      </pc:sldChg>
      <pc:sldChg chg="add">
        <pc:chgData name="임재홍" userId="dd14a72c-bfb9-4b91-8d21-07474b2ff6f5" providerId="ADAL" clId="{02B88EE5-7F74-47B5-9EDC-8BC54C8E5419}" dt="2026-04-24T04:06:04.174" v="22"/>
        <pc:sldMkLst>
          <pc:docMk/>
          <pc:sldMk cId="3160586985" sldId="1656"/>
        </pc:sldMkLst>
      </pc:sldChg>
      <pc:sldChg chg="modSp add mod">
        <pc:chgData name="임재홍" userId="dd14a72c-bfb9-4b91-8d21-07474b2ff6f5" providerId="ADAL" clId="{02B88EE5-7F74-47B5-9EDC-8BC54C8E5419}" dt="2026-04-24T05:03:55.918" v="124" actId="14100"/>
        <pc:sldMkLst>
          <pc:docMk/>
          <pc:sldMk cId="1071520327" sldId="1658"/>
        </pc:sldMkLst>
        <pc:spChg chg="mod">
          <ac:chgData name="임재홍" userId="dd14a72c-bfb9-4b91-8d21-07474b2ff6f5" providerId="ADAL" clId="{02B88EE5-7F74-47B5-9EDC-8BC54C8E5419}" dt="2026-04-24T05:03:55.918" v="124" actId="14100"/>
          <ac:spMkLst>
            <pc:docMk/>
            <pc:sldMk cId="1071520327" sldId="1658"/>
            <ac:spMk id="136" creationId="{00000000-0000-0000-0000-000000000000}"/>
          </ac:spMkLst>
        </pc:spChg>
      </pc:sldChg>
      <pc:sldChg chg="add">
        <pc:chgData name="임재홍" userId="dd14a72c-bfb9-4b91-8d21-07474b2ff6f5" providerId="ADAL" clId="{02B88EE5-7F74-47B5-9EDC-8BC54C8E5419}" dt="2026-04-24T04:07:23.034" v="28"/>
        <pc:sldMkLst>
          <pc:docMk/>
          <pc:sldMk cId="726276150" sldId="1659"/>
        </pc:sldMkLst>
      </pc:sldChg>
      <pc:sldChg chg="add">
        <pc:chgData name="임재홍" userId="dd14a72c-bfb9-4b91-8d21-07474b2ff6f5" providerId="ADAL" clId="{02B88EE5-7F74-47B5-9EDC-8BC54C8E5419}" dt="2026-04-24T04:08:49.332" v="32"/>
        <pc:sldMkLst>
          <pc:docMk/>
          <pc:sldMk cId="1599503048" sldId="1661"/>
        </pc:sldMkLst>
      </pc:sldChg>
      <pc:sldChg chg="add">
        <pc:chgData name="임재홍" userId="dd14a72c-bfb9-4b91-8d21-07474b2ff6f5" providerId="ADAL" clId="{02B88EE5-7F74-47B5-9EDC-8BC54C8E5419}" dt="2026-04-24T04:09:44.932" v="38"/>
        <pc:sldMkLst>
          <pc:docMk/>
          <pc:sldMk cId="1241922163" sldId="1664"/>
        </pc:sldMkLst>
      </pc:sldChg>
      <pc:sldChg chg="modSp add mod">
        <pc:chgData name="임재홍" userId="dd14a72c-bfb9-4b91-8d21-07474b2ff6f5" providerId="ADAL" clId="{02B88EE5-7F74-47B5-9EDC-8BC54C8E5419}" dt="2026-04-24T05:04:37.407" v="126" actId="14100"/>
        <pc:sldMkLst>
          <pc:docMk/>
          <pc:sldMk cId="178074315" sldId="1673"/>
        </pc:sldMkLst>
        <pc:spChg chg="mod">
          <ac:chgData name="임재홍" userId="dd14a72c-bfb9-4b91-8d21-07474b2ff6f5" providerId="ADAL" clId="{02B88EE5-7F74-47B5-9EDC-8BC54C8E5419}" dt="2026-04-24T05:04:37.407" v="126" actId="14100"/>
          <ac:spMkLst>
            <pc:docMk/>
            <pc:sldMk cId="178074315" sldId="1673"/>
            <ac:spMk id="1004" creationId="{00000000-0000-0000-0000-000000000000}"/>
          </ac:spMkLst>
        </pc:spChg>
        <pc:spChg chg="mod">
          <ac:chgData name="임재홍" userId="dd14a72c-bfb9-4b91-8d21-07474b2ff6f5" providerId="ADAL" clId="{02B88EE5-7F74-47B5-9EDC-8BC54C8E5419}" dt="2026-04-24T05:04:33.771" v="125" actId="14100"/>
          <ac:spMkLst>
            <pc:docMk/>
            <pc:sldMk cId="178074315" sldId="1673"/>
            <ac:spMk id="1008" creationId="{00000000-0000-0000-0000-000000000000}"/>
          </ac:spMkLst>
        </pc:spChg>
      </pc:sldChg>
      <pc:sldChg chg="addSp delSp modSp add mod">
        <pc:chgData name="임재홍" userId="dd14a72c-bfb9-4b91-8d21-07474b2ff6f5" providerId="ADAL" clId="{02B88EE5-7F74-47B5-9EDC-8BC54C8E5419}" dt="2026-04-24T05:08:13.260" v="361"/>
        <pc:sldMkLst>
          <pc:docMk/>
          <pc:sldMk cId="3170897434" sldId="1677"/>
        </pc:sldMkLst>
        <pc:graphicFrameChg chg="add modGraphic">
          <ac:chgData name="임재홍" userId="dd14a72c-bfb9-4b91-8d21-07474b2ff6f5" providerId="ADAL" clId="{02B88EE5-7F74-47B5-9EDC-8BC54C8E5419}" dt="2026-04-24T05:08:13.260" v="361"/>
          <ac:graphicFrameMkLst>
            <pc:docMk/>
            <pc:sldMk cId="3170897434" sldId="1677"/>
            <ac:graphicFrameMk id="4" creationId="{554E67CA-7502-445A-B6E7-98ED8F5FF8EE}"/>
          </ac:graphicFrameMkLst>
        </pc:graphicFrameChg>
      </pc:sldChg>
      <pc:sldChg chg="add">
        <pc:chgData name="임재홍" userId="dd14a72c-bfb9-4b91-8d21-07474b2ff6f5" providerId="ADAL" clId="{02B88EE5-7F74-47B5-9EDC-8BC54C8E5419}" dt="2026-04-24T04:14:57.648" v="74"/>
        <pc:sldMkLst>
          <pc:docMk/>
          <pc:sldMk cId="588065087" sldId="1682"/>
        </pc:sldMkLst>
      </pc:sldChg>
      <pc:sldChg chg="add">
        <pc:chgData name="임재홍" userId="dd14a72c-bfb9-4b91-8d21-07474b2ff6f5" providerId="ADAL" clId="{02B88EE5-7F74-47B5-9EDC-8BC54C8E5419}" dt="2026-04-24T04:19:22.177" v="121"/>
        <pc:sldMkLst>
          <pc:docMk/>
          <pc:sldMk cId="3003645560" sldId="1701"/>
        </pc:sldMkLst>
      </pc:sldChg>
      <pc:sldChg chg="add">
        <pc:chgData name="임재홍" userId="dd14a72c-bfb9-4b91-8d21-07474b2ff6f5" providerId="ADAL" clId="{02B88EE5-7F74-47B5-9EDC-8BC54C8E5419}" dt="2026-04-24T05:08:49.616" v="362"/>
        <pc:sldMkLst>
          <pc:docMk/>
          <pc:sldMk cId="2396869519" sldId="1703"/>
        </pc:sldMkLst>
      </pc:sldChg>
      <pc:sldChg chg="add">
        <pc:chgData name="임재홍" userId="dd14a72c-bfb9-4b91-8d21-07474b2ff6f5" providerId="ADAL" clId="{02B88EE5-7F74-47B5-9EDC-8BC54C8E5419}" dt="2026-04-24T05:10:36.003" v="364"/>
        <pc:sldMkLst>
          <pc:docMk/>
          <pc:sldMk cId="834509678" sldId="1704"/>
        </pc:sldMkLst>
      </pc:sldChg>
      <pc:sldChg chg="add">
        <pc:chgData name="임재홍" userId="dd14a72c-bfb9-4b91-8d21-07474b2ff6f5" providerId="ADAL" clId="{02B88EE5-7F74-47B5-9EDC-8BC54C8E5419}" dt="2026-04-24T05:12:17.360" v="366"/>
        <pc:sldMkLst>
          <pc:docMk/>
          <pc:sldMk cId="3755922626" sldId="1705"/>
        </pc:sldMkLst>
      </pc:sldChg>
      <pc:sldChg chg="add">
        <pc:chgData name="임재홍" userId="dd14a72c-bfb9-4b91-8d21-07474b2ff6f5" providerId="ADAL" clId="{02B88EE5-7F74-47B5-9EDC-8BC54C8E5419}" dt="2026-04-24T05:20:09.710" v="368"/>
        <pc:sldMkLst>
          <pc:docMk/>
          <pc:sldMk cId="3341399452" sldId="1706"/>
        </pc:sldMkLst>
      </pc:sldChg>
      <pc:sldChg chg="add">
        <pc:chgData name="임재홍" userId="dd14a72c-bfb9-4b91-8d21-07474b2ff6f5" providerId="ADAL" clId="{02B88EE5-7F74-47B5-9EDC-8BC54C8E5419}" dt="2026-04-24T05:20:15.766" v="370"/>
        <pc:sldMkLst>
          <pc:docMk/>
          <pc:sldMk cId="3184143059" sldId="1707"/>
        </pc:sldMkLst>
      </pc:sldChg>
      <pc:sldChg chg="add">
        <pc:chgData name="임재홍" userId="dd14a72c-bfb9-4b91-8d21-07474b2ff6f5" providerId="ADAL" clId="{02B88EE5-7F74-47B5-9EDC-8BC54C8E5419}" dt="2026-04-24T05:20:21.168" v="372"/>
        <pc:sldMkLst>
          <pc:docMk/>
          <pc:sldMk cId="3135158924" sldId="1708"/>
        </pc:sldMkLst>
      </pc:sldChg>
      <pc:sldChg chg="add">
        <pc:chgData name="임재홍" userId="dd14a72c-bfb9-4b91-8d21-07474b2ff6f5" providerId="ADAL" clId="{02B88EE5-7F74-47B5-9EDC-8BC54C8E5419}" dt="2026-04-24T05:20:41.088" v="374"/>
        <pc:sldMkLst>
          <pc:docMk/>
          <pc:sldMk cId="1023430653" sldId="1709"/>
        </pc:sldMkLst>
      </pc:sldChg>
      <pc:sldChg chg="add">
        <pc:chgData name="임재홍" userId="dd14a72c-bfb9-4b91-8d21-07474b2ff6f5" providerId="ADAL" clId="{02B88EE5-7F74-47B5-9EDC-8BC54C8E5419}" dt="2026-04-24T05:20:50.035" v="376"/>
        <pc:sldMkLst>
          <pc:docMk/>
          <pc:sldMk cId="2729708247" sldId="1710"/>
        </pc:sldMkLst>
      </pc:sldChg>
      <pc:sldChg chg="add">
        <pc:chgData name="임재홍" userId="dd14a72c-bfb9-4b91-8d21-07474b2ff6f5" providerId="ADAL" clId="{02B88EE5-7F74-47B5-9EDC-8BC54C8E5419}" dt="2026-04-24T05:20:59.444" v="378"/>
        <pc:sldMkLst>
          <pc:docMk/>
          <pc:sldMk cId="2360730065" sldId="1711"/>
        </pc:sldMkLst>
      </pc:sldChg>
      <pc:sldChg chg="add">
        <pc:chgData name="임재홍" userId="dd14a72c-bfb9-4b91-8d21-07474b2ff6f5" providerId="ADAL" clId="{02B88EE5-7F74-47B5-9EDC-8BC54C8E5419}" dt="2026-04-24T05:21:06.564" v="380"/>
        <pc:sldMkLst>
          <pc:docMk/>
          <pc:sldMk cId="1884954873" sldId="1712"/>
        </pc:sldMkLst>
      </pc:sldChg>
      <pc:sldChg chg="add">
        <pc:chgData name="임재홍" userId="dd14a72c-bfb9-4b91-8d21-07474b2ff6f5" providerId="ADAL" clId="{02B88EE5-7F74-47B5-9EDC-8BC54C8E5419}" dt="2026-04-24T05:21:36.038" v="382"/>
        <pc:sldMkLst>
          <pc:docMk/>
          <pc:sldMk cId="3002225459" sldId="1713"/>
        </pc:sldMkLst>
      </pc:sldChg>
      <pc:sldChg chg="add">
        <pc:chgData name="임재홍" userId="dd14a72c-bfb9-4b91-8d21-07474b2ff6f5" providerId="ADAL" clId="{02B88EE5-7F74-47B5-9EDC-8BC54C8E5419}" dt="2026-04-24T05:21:42.570" v="384"/>
        <pc:sldMkLst>
          <pc:docMk/>
          <pc:sldMk cId="2337239629" sldId="1714"/>
        </pc:sldMkLst>
      </pc:sldChg>
      <pc:sldChg chg="add">
        <pc:chgData name="임재홍" userId="dd14a72c-bfb9-4b91-8d21-07474b2ff6f5" providerId="ADAL" clId="{02B88EE5-7F74-47B5-9EDC-8BC54C8E5419}" dt="2026-04-24T05:21:52.191" v="386"/>
        <pc:sldMkLst>
          <pc:docMk/>
          <pc:sldMk cId="1692070749" sldId="1715"/>
        </pc:sldMkLst>
      </pc:sldChg>
      <pc:sldChg chg="add">
        <pc:chgData name="임재홍" userId="dd14a72c-bfb9-4b91-8d21-07474b2ff6f5" providerId="ADAL" clId="{02B88EE5-7F74-47B5-9EDC-8BC54C8E5419}" dt="2026-04-24T05:22:02.188" v="388"/>
        <pc:sldMkLst>
          <pc:docMk/>
          <pc:sldMk cId="2163520328" sldId="1716"/>
        </pc:sldMkLst>
      </pc:sldChg>
      <pc:sldChg chg="add">
        <pc:chgData name="임재홍" userId="dd14a72c-bfb9-4b91-8d21-07474b2ff6f5" providerId="ADAL" clId="{02B88EE5-7F74-47B5-9EDC-8BC54C8E5419}" dt="2026-04-24T05:22:08.037" v="390"/>
        <pc:sldMkLst>
          <pc:docMk/>
          <pc:sldMk cId="757484363" sldId="1717"/>
        </pc:sldMkLst>
      </pc:sldChg>
      <pc:sldChg chg="add">
        <pc:chgData name="임재홍" userId="dd14a72c-bfb9-4b91-8d21-07474b2ff6f5" providerId="ADAL" clId="{02B88EE5-7F74-47B5-9EDC-8BC54C8E5419}" dt="2026-04-24T05:22:17.613" v="392"/>
        <pc:sldMkLst>
          <pc:docMk/>
          <pc:sldMk cId="2632109425" sldId="171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1075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1075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128E07-2CAF-4AAE-8D49-670BB14DAA6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2026/5/5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1075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571308"/>
            <a:ext cx="12801600" cy="3342640"/>
          </a:xfrm>
          <a:prstGeom prst="rect">
            <a:avLst/>
          </a:prstGeom>
        </p:spPr>
        <p:txBody>
          <a:bodyPr anchor="b"/>
          <a:lstStyle>
            <a:lvl1pPr algn="ctr"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5042853"/>
            <a:ext cx="128016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2026/5/5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590" y="2393634"/>
            <a:ext cx="14721840" cy="3993832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590" y="6425249"/>
            <a:ext cx="1472184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2026/5/5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511175"/>
            <a:ext cx="14722475" cy="18557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480" y="2555875"/>
            <a:ext cx="7254240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41080" y="2555875"/>
            <a:ext cx="7254240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2026/5/5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3" y="511176"/>
            <a:ext cx="14721840" cy="18557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5704" y="2353628"/>
            <a:ext cx="7220902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5704" y="3507105"/>
            <a:ext cx="7220902" cy="51584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641080" y="2353628"/>
            <a:ext cx="7256463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41080" y="3507105"/>
            <a:ext cx="7256463" cy="51584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2026/5/5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511175"/>
            <a:ext cx="14722475" cy="18557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2026/5/5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2026/5/5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  <a:prstGeom prst="rect">
            <a:avLst/>
          </a:prstGeom>
        </p:spPr>
        <p:txBody>
          <a:bodyPr anchor="b"/>
          <a:lstStyle>
            <a:lvl1pPr>
              <a:defRPr sz="44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6463" y="1382396"/>
            <a:ext cx="864108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2026/5/5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  <a:prstGeom prst="rect">
            <a:avLst/>
          </a:prstGeom>
        </p:spPr>
        <p:txBody>
          <a:bodyPr anchor="b"/>
          <a:lstStyle>
            <a:lvl1pPr>
              <a:defRPr sz="44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256463" y="1382396"/>
            <a:ext cx="8641080" cy="682307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pPr marL="0" marR="0" lvl="0" indent="0" algn="l" defTabSz="1279525" rtl="0" eaLnBrk="0" fontAlgn="base" latinLnBrk="0" hangingPunct="0">
              <a:lnSpc>
                <a:spcPct val="9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48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448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2026/5/5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511175"/>
            <a:ext cx="14722475" cy="18557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2026/5/5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214860" y="511175"/>
            <a:ext cx="3680460" cy="8136573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480" y="511175"/>
            <a:ext cx="10828020" cy="813657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2026/5/5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511175"/>
            <a:ext cx="14722475" cy="18557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5BDCD5-B3E1-4BDE-BB60-AAAFEF9CE7C3}" type="datetimeFigureOut">
              <a:rPr lang="zh-CN" altLang="en-US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BFB95-8BE8-447F-B4CA-E70EC3968EF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24"/>
          <p:cNvSpPr>
            <a:spLocks noChangeArrowheads="1"/>
          </p:cNvSpPr>
          <p:nvPr userDrawn="1"/>
        </p:nvSpPr>
        <p:spPr bwMode="auto">
          <a:xfrm>
            <a:off x="1076314" y="2986000"/>
            <a:ext cx="1511775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bg1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绩效概述</a:t>
            </a:r>
            <a:endParaRPr lang="en-US" altLang="zh-CN" sz="2800" b="0" dirty="0">
              <a:solidFill>
                <a:schemeClr val="bg1"/>
              </a:solidFill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" name="矩形 24"/>
          <p:cNvSpPr>
            <a:spLocks noChangeArrowheads="1"/>
          </p:cNvSpPr>
          <p:nvPr userDrawn="1"/>
        </p:nvSpPr>
        <p:spPr bwMode="auto">
          <a:xfrm>
            <a:off x="2084162" y="4974581"/>
            <a:ext cx="1511775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bg1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绩效管理</a:t>
            </a:r>
            <a:endParaRPr lang="en-US" altLang="zh-CN" sz="2800" b="0" dirty="0">
              <a:solidFill>
                <a:schemeClr val="bg1"/>
              </a:solidFill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矩形 24"/>
          <p:cNvSpPr>
            <a:spLocks noChangeArrowheads="1"/>
          </p:cNvSpPr>
          <p:nvPr userDrawn="1"/>
        </p:nvSpPr>
        <p:spPr bwMode="auto">
          <a:xfrm>
            <a:off x="874742" y="6716014"/>
            <a:ext cx="3527474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2800" b="0" dirty="0">
                <a:solidFill>
                  <a:schemeClr val="bg1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绩效管理实施过程</a:t>
            </a:r>
            <a:endParaRPr lang="en-US" altLang="zh-CN" sz="2800" b="0" dirty="0">
              <a:solidFill>
                <a:schemeClr val="bg1"/>
              </a:solidFill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" name="矩形 24"/>
          <p:cNvSpPr>
            <a:spLocks noChangeArrowheads="1"/>
          </p:cNvSpPr>
          <p:nvPr userDrawn="1"/>
        </p:nvSpPr>
        <p:spPr bwMode="auto">
          <a:xfrm>
            <a:off x="2588086" y="8391468"/>
            <a:ext cx="2217270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KPI</a:t>
            </a:r>
            <a:r>
              <a:rPr lang="zh-CN" altLang="en-US" sz="2800" b="0" dirty="0">
                <a:solidFill>
                  <a:schemeClr val="bg1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与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BSC</a:t>
            </a: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15154098" y="9236293"/>
            <a:ext cx="191470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矩形 24"/>
          <p:cNvSpPr/>
          <p:nvPr userDrawn="1"/>
        </p:nvSpPr>
        <p:spPr>
          <a:xfrm>
            <a:off x="15167385" y="8719228"/>
            <a:ext cx="1530596" cy="51706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zh-CN" altLang="en-US" sz="224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224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zh-CN" altLang="en-US" sz="224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zh-CN" altLang="en-US" sz="224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</a:p>
        </p:txBody>
      </p:sp>
      <p:sp>
        <p:nvSpPr>
          <p:cNvPr id="26" name="矩形 25"/>
          <p:cNvSpPr/>
          <p:nvPr userDrawn="1"/>
        </p:nvSpPr>
        <p:spPr>
          <a:xfrm>
            <a:off x="874743" y="868965"/>
            <a:ext cx="4232969" cy="5594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l" defTabSz="12801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目录页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960" b="1" dirty="0">
                <a:solidFill>
                  <a:srgbClr val="FFFF00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CONTENTS PAGE</a:t>
            </a:r>
            <a:r>
              <a:rPr lang="en-US" altLang="zh-CN" sz="19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9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553259" y="868963"/>
            <a:ext cx="302182" cy="559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2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过渡页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"/>
          <p:cNvSpPr txBox="1"/>
          <p:nvPr userDrawn="1"/>
        </p:nvSpPr>
        <p:spPr>
          <a:xfrm>
            <a:off x="1983377" y="667341"/>
            <a:ext cx="24188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24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r>
              <a:rPr lang="zh-CN" altLang="en-US" sz="252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模德宝</a:t>
            </a:r>
          </a:p>
        </p:txBody>
      </p:sp>
      <p:sp>
        <p:nvSpPr>
          <p:cNvPr id="42" name="textbox 42"/>
          <p:cNvSpPr/>
          <p:nvPr userDrawn="1"/>
        </p:nvSpPr>
        <p:spPr>
          <a:xfrm>
            <a:off x="8134350" y="9274175"/>
            <a:ext cx="837565" cy="29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18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fld id="{9A0DB2DC-4C9A-4742-B13C-FB6460FD3503}" type="slidenum">
              <a:rPr lang="zh-CN" altLang="en-US" sz="1800" dirty="0">
                <a:latin typeface="Calibri" panose="020F0502020204030204" pitchFamily="34" charset="0"/>
              </a:rPr>
              <a:t>‹#›</a:t>
            </a:fld>
            <a:r>
              <a:rPr sz="18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/>
          <p:cNvSpPr/>
          <p:nvPr userDrawn="1"/>
        </p:nvSpPr>
        <p:spPr>
          <a:xfrm>
            <a:off x="8134350" y="9274175"/>
            <a:ext cx="837565" cy="29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18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fld id="{9A0DB2DC-4C9A-4742-B13C-FB6460FD3503}" type="slidenum">
              <a:rPr lang="zh-CN" altLang="en-US" sz="1800" dirty="0">
                <a:latin typeface="Calibri" panose="020F0502020204030204" pitchFamily="34" charset="0"/>
              </a:rPr>
              <a:t>‹#›</a:t>
            </a:fld>
            <a:r>
              <a:rPr sz="18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046800" y="19800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3046730" y="2800985"/>
            <a:ext cx="10968355" cy="3816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/>
          <p:cNvSpPr/>
          <p:nvPr userDrawn="1"/>
        </p:nvSpPr>
        <p:spPr>
          <a:xfrm>
            <a:off x="8134350" y="9274175"/>
            <a:ext cx="837565" cy="29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18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fld id="{9A0DB2DC-4C9A-4742-B13C-FB6460FD3503}" type="slidenum">
              <a:rPr lang="zh-CN" altLang="en-US" sz="1800" dirty="0">
                <a:latin typeface="Calibri" panose="020F0502020204030204" pitchFamily="34" charset="0"/>
              </a:rPr>
              <a:t>‹#›</a:t>
            </a:fld>
            <a:r>
              <a:rPr sz="1800" kern="0" spc="-20" dirty="0">
                <a:solidFill>
                  <a:srgbClr val="7F7F7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8534400" y="0"/>
            <a:ext cx="8534400" cy="96012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4335125" y="433388"/>
            <a:ext cx="2271713" cy="51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1173163" y="2555875"/>
            <a:ext cx="14722475" cy="60912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3163" y="8899525"/>
            <a:ext cx="3840163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075055" eaLnBrk="1" fontAlgn="auto" hangingPunct="1">
              <a:spcBef>
                <a:spcPts val="0"/>
              </a:spcBef>
              <a:spcAft>
                <a:spcPts val="0"/>
              </a:spcAft>
              <a:defRPr sz="168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2026/5/5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4675" y="8899525"/>
            <a:ext cx="575945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075055" eaLnBrk="1" fontAlgn="auto" hangingPunct="1">
              <a:spcBef>
                <a:spcPts val="0"/>
              </a:spcBef>
              <a:spcAft>
                <a:spcPts val="0"/>
              </a:spcAft>
              <a:defRPr sz="168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055475" y="8899525"/>
            <a:ext cx="3840163" cy="5111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6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  <p:grpSp>
        <p:nvGrpSpPr>
          <p:cNvPr id="1031" name="Group 4"/>
          <p:cNvGrpSpPr>
            <a:grpSpLocks noChangeAspect="1"/>
          </p:cNvGrpSpPr>
          <p:nvPr userDrawn="1"/>
        </p:nvGrpSpPr>
        <p:grpSpPr>
          <a:xfrm>
            <a:off x="0" y="1933575"/>
            <a:ext cx="17068800" cy="6877050"/>
            <a:chOff x="-941" y="7"/>
            <a:chExt cx="9147" cy="3709"/>
          </a:xfrm>
        </p:grpSpPr>
        <p:sp>
          <p:nvSpPr>
            <p:cNvPr id="8" name="Freeform 5"/>
            <p:cNvSpPr/>
            <p:nvPr/>
          </p:nvSpPr>
          <p:spPr bwMode="auto">
            <a:xfrm>
              <a:off x="-941" y="1610"/>
              <a:ext cx="9147" cy="2106"/>
            </a:xfrm>
            <a:custGeom>
              <a:avLst/>
              <a:gdLst>
                <a:gd name="T0" fmla="*/ 0 w 3856"/>
                <a:gd name="T1" fmla="*/ 376 h 887"/>
                <a:gd name="T2" fmla="*/ 678 w 3856"/>
                <a:gd name="T3" fmla="*/ 863 h 887"/>
                <a:gd name="T4" fmla="*/ 861 w 3856"/>
                <a:gd name="T5" fmla="*/ 882 h 887"/>
                <a:gd name="T6" fmla="*/ 2044 w 3856"/>
                <a:gd name="T7" fmla="*/ 127 h 887"/>
                <a:gd name="T8" fmla="*/ 2351 w 3856"/>
                <a:gd name="T9" fmla="*/ 9 h 887"/>
                <a:gd name="T10" fmla="*/ 3856 w 3856"/>
                <a:gd name="T11" fmla="*/ 456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887">
                  <a:moveTo>
                    <a:pt x="0" y="376"/>
                  </a:moveTo>
                  <a:cubicBezTo>
                    <a:pt x="0" y="376"/>
                    <a:pt x="223" y="772"/>
                    <a:pt x="678" y="863"/>
                  </a:cubicBezTo>
                  <a:cubicBezTo>
                    <a:pt x="736" y="875"/>
                    <a:pt x="797" y="881"/>
                    <a:pt x="861" y="882"/>
                  </a:cubicBezTo>
                  <a:cubicBezTo>
                    <a:pt x="1307" y="887"/>
                    <a:pt x="1681" y="370"/>
                    <a:pt x="2044" y="127"/>
                  </a:cubicBezTo>
                  <a:cubicBezTo>
                    <a:pt x="2148" y="58"/>
                    <a:pt x="2250" y="11"/>
                    <a:pt x="2351" y="9"/>
                  </a:cubicBezTo>
                  <a:cubicBezTo>
                    <a:pt x="2803" y="0"/>
                    <a:pt x="2843" y="456"/>
                    <a:pt x="3856" y="456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Freeform 6"/>
            <p:cNvSpPr/>
            <p:nvPr/>
          </p:nvSpPr>
          <p:spPr bwMode="auto">
            <a:xfrm>
              <a:off x="-941" y="1615"/>
              <a:ext cx="9147" cy="2023"/>
            </a:xfrm>
            <a:custGeom>
              <a:avLst/>
              <a:gdLst>
                <a:gd name="T0" fmla="*/ 0 w 3856"/>
                <a:gd name="T1" fmla="*/ 365 h 852"/>
                <a:gd name="T2" fmla="*/ 682 w 3856"/>
                <a:gd name="T3" fmla="*/ 823 h 852"/>
                <a:gd name="T4" fmla="*/ 865 w 3856"/>
                <a:gd name="T5" fmla="*/ 843 h 852"/>
                <a:gd name="T6" fmla="*/ 2051 w 3856"/>
                <a:gd name="T7" fmla="*/ 137 h 852"/>
                <a:gd name="T8" fmla="*/ 2360 w 3856"/>
                <a:gd name="T9" fmla="*/ 19 h 852"/>
                <a:gd name="T10" fmla="*/ 3856 w 3856"/>
                <a:gd name="T11" fmla="*/ 416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852">
                  <a:moveTo>
                    <a:pt x="0" y="365"/>
                  </a:moveTo>
                  <a:cubicBezTo>
                    <a:pt x="0" y="365"/>
                    <a:pt x="224" y="735"/>
                    <a:pt x="682" y="823"/>
                  </a:cubicBezTo>
                  <a:cubicBezTo>
                    <a:pt x="740" y="834"/>
                    <a:pt x="801" y="841"/>
                    <a:pt x="865" y="843"/>
                  </a:cubicBezTo>
                  <a:cubicBezTo>
                    <a:pt x="1310" y="852"/>
                    <a:pt x="1682" y="372"/>
                    <a:pt x="2051" y="137"/>
                  </a:cubicBezTo>
                  <a:cubicBezTo>
                    <a:pt x="2157" y="70"/>
                    <a:pt x="2258" y="23"/>
                    <a:pt x="2360" y="19"/>
                  </a:cubicBezTo>
                  <a:cubicBezTo>
                    <a:pt x="2810" y="0"/>
                    <a:pt x="2856" y="416"/>
                    <a:pt x="3856" y="416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-941" y="1622"/>
              <a:ext cx="9147" cy="1938"/>
            </a:xfrm>
            <a:custGeom>
              <a:avLst/>
              <a:gdLst>
                <a:gd name="T0" fmla="*/ 0 w 3856"/>
                <a:gd name="T1" fmla="*/ 353 h 816"/>
                <a:gd name="T2" fmla="*/ 686 w 3856"/>
                <a:gd name="T3" fmla="*/ 782 h 816"/>
                <a:gd name="T4" fmla="*/ 869 w 3856"/>
                <a:gd name="T5" fmla="*/ 802 h 816"/>
                <a:gd name="T6" fmla="*/ 2059 w 3856"/>
                <a:gd name="T7" fmla="*/ 145 h 816"/>
                <a:gd name="T8" fmla="*/ 2368 w 3856"/>
                <a:gd name="T9" fmla="*/ 27 h 816"/>
                <a:gd name="T10" fmla="*/ 3856 w 3856"/>
                <a:gd name="T11" fmla="*/ 375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816">
                  <a:moveTo>
                    <a:pt x="0" y="353"/>
                  </a:moveTo>
                  <a:cubicBezTo>
                    <a:pt x="0" y="353"/>
                    <a:pt x="226" y="697"/>
                    <a:pt x="686" y="782"/>
                  </a:cubicBezTo>
                  <a:cubicBezTo>
                    <a:pt x="744" y="793"/>
                    <a:pt x="805" y="800"/>
                    <a:pt x="869" y="802"/>
                  </a:cubicBezTo>
                  <a:cubicBezTo>
                    <a:pt x="1313" y="816"/>
                    <a:pt x="1683" y="373"/>
                    <a:pt x="2059" y="145"/>
                  </a:cubicBezTo>
                  <a:cubicBezTo>
                    <a:pt x="2165" y="81"/>
                    <a:pt x="2267" y="34"/>
                    <a:pt x="2368" y="27"/>
                  </a:cubicBezTo>
                  <a:cubicBezTo>
                    <a:pt x="2817" y="0"/>
                    <a:pt x="2870" y="375"/>
                    <a:pt x="3856" y="375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-941" y="1629"/>
              <a:ext cx="9147" cy="1855"/>
            </a:xfrm>
            <a:custGeom>
              <a:avLst/>
              <a:gdLst>
                <a:gd name="T0" fmla="*/ 0 w 3856"/>
                <a:gd name="T1" fmla="*/ 341 h 780"/>
                <a:gd name="T2" fmla="*/ 690 w 3856"/>
                <a:gd name="T3" fmla="*/ 741 h 780"/>
                <a:gd name="T4" fmla="*/ 873 w 3856"/>
                <a:gd name="T5" fmla="*/ 762 h 780"/>
                <a:gd name="T6" fmla="*/ 2067 w 3856"/>
                <a:gd name="T7" fmla="*/ 153 h 780"/>
                <a:gd name="T8" fmla="*/ 2376 w 3856"/>
                <a:gd name="T9" fmla="*/ 36 h 780"/>
                <a:gd name="T10" fmla="*/ 3856 w 3856"/>
                <a:gd name="T11" fmla="*/ 335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780">
                  <a:moveTo>
                    <a:pt x="0" y="341"/>
                  </a:moveTo>
                  <a:cubicBezTo>
                    <a:pt x="0" y="341"/>
                    <a:pt x="227" y="659"/>
                    <a:pt x="690" y="741"/>
                  </a:cubicBezTo>
                  <a:cubicBezTo>
                    <a:pt x="748" y="752"/>
                    <a:pt x="809" y="759"/>
                    <a:pt x="873" y="762"/>
                  </a:cubicBezTo>
                  <a:cubicBezTo>
                    <a:pt x="1316" y="780"/>
                    <a:pt x="1684" y="375"/>
                    <a:pt x="2067" y="153"/>
                  </a:cubicBezTo>
                  <a:cubicBezTo>
                    <a:pt x="2173" y="92"/>
                    <a:pt x="2275" y="45"/>
                    <a:pt x="2376" y="36"/>
                  </a:cubicBezTo>
                  <a:cubicBezTo>
                    <a:pt x="2824" y="0"/>
                    <a:pt x="2884" y="335"/>
                    <a:pt x="3856" y="335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Freeform 9"/>
            <p:cNvSpPr/>
            <p:nvPr/>
          </p:nvSpPr>
          <p:spPr bwMode="auto">
            <a:xfrm>
              <a:off x="-941" y="1636"/>
              <a:ext cx="9147" cy="1765"/>
            </a:xfrm>
            <a:custGeom>
              <a:avLst/>
              <a:gdLst>
                <a:gd name="T0" fmla="*/ 0 w 3856"/>
                <a:gd name="T1" fmla="*/ 328 h 744"/>
                <a:gd name="T2" fmla="*/ 693 w 3856"/>
                <a:gd name="T3" fmla="*/ 700 h 744"/>
                <a:gd name="T4" fmla="*/ 877 w 3856"/>
                <a:gd name="T5" fmla="*/ 721 h 744"/>
                <a:gd name="T6" fmla="*/ 2075 w 3856"/>
                <a:gd name="T7" fmla="*/ 162 h 744"/>
                <a:gd name="T8" fmla="*/ 2384 w 3856"/>
                <a:gd name="T9" fmla="*/ 45 h 744"/>
                <a:gd name="T10" fmla="*/ 3856 w 3856"/>
                <a:gd name="T11" fmla="*/ 294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744">
                  <a:moveTo>
                    <a:pt x="0" y="328"/>
                  </a:moveTo>
                  <a:cubicBezTo>
                    <a:pt x="0" y="328"/>
                    <a:pt x="229" y="621"/>
                    <a:pt x="693" y="700"/>
                  </a:cubicBezTo>
                  <a:cubicBezTo>
                    <a:pt x="752" y="710"/>
                    <a:pt x="813" y="718"/>
                    <a:pt x="877" y="721"/>
                  </a:cubicBezTo>
                  <a:cubicBezTo>
                    <a:pt x="1319" y="744"/>
                    <a:pt x="1685" y="376"/>
                    <a:pt x="2075" y="162"/>
                  </a:cubicBezTo>
                  <a:cubicBezTo>
                    <a:pt x="2182" y="103"/>
                    <a:pt x="2284" y="56"/>
                    <a:pt x="2384" y="45"/>
                  </a:cubicBezTo>
                  <a:cubicBezTo>
                    <a:pt x="2831" y="0"/>
                    <a:pt x="2897" y="294"/>
                    <a:pt x="3856" y="294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Freeform 10"/>
            <p:cNvSpPr/>
            <p:nvPr/>
          </p:nvSpPr>
          <p:spPr bwMode="auto">
            <a:xfrm>
              <a:off x="-941" y="1641"/>
              <a:ext cx="9147" cy="1683"/>
            </a:xfrm>
            <a:custGeom>
              <a:avLst/>
              <a:gdLst>
                <a:gd name="T0" fmla="*/ 0 w 3856"/>
                <a:gd name="T1" fmla="*/ 317 h 709"/>
                <a:gd name="T2" fmla="*/ 697 w 3856"/>
                <a:gd name="T3" fmla="*/ 660 h 709"/>
                <a:gd name="T4" fmla="*/ 881 w 3856"/>
                <a:gd name="T5" fmla="*/ 682 h 709"/>
                <a:gd name="T6" fmla="*/ 2082 w 3856"/>
                <a:gd name="T7" fmla="*/ 171 h 709"/>
                <a:gd name="T8" fmla="*/ 2393 w 3856"/>
                <a:gd name="T9" fmla="*/ 55 h 709"/>
                <a:gd name="T10" fmla="*/ 3856 w 3856"/>
                <a:gd name="T11" fmla="*/ 254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709">
                  <a:moveTo>
                    <a:pt x="0" y="317"/>
                  </a:moveTo>
                  <a:cubicBezTo>
                    <a:pt x="0" y="317"/>
                    <a:pt x="230" y="584"/>
                    <a:pt x="697" y="660"/>
                  </a:cubicBezTo>
                  <a:cubicBezTo>
                    <a:pt x="756" y="670"/>
                    <a:pt x="817" y="678"/>
                    <a:pt x="881" y="682"/>
                  </a:cubicBezTo>
                  <a:cubicBezTo>
                    <a:pt x="1322" y="709"/>
                    <a:pt x="1686" y="378"/>
                    <a:pt x="2082" y="171"/>
                  </a:cubicBezTo>
                  <a:cubicBezTo>
                    <a:pt x="2190" y="114"/>
                    <a:pt x="2292" y="68"/>
                    <a:pt x="2393" y="55"/>
                  </a:cubicBezTo>
                  <a:cubicBezTo>
                    <a:pt x="2838" y="0"/>
                    <a:pt x="2911" y="254"/>
                    <a:pt x="3856" y="254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Freeform 11"/>
            <p:cNvSpPr/>
            <p:nvPr/>
          </p:nvSpPr>
          <p:spPr bwMode="auto">
            <a:xfrm>
              <a:off x="-941" y="1648"/>
              <a:ext cx="9147" cy="1598"/>
            </a:xfrm>
            <a:custGeom>
              <a:avLst/>
              <a:gdLst>
                <a:gd name="T0" fmla="*/ 0 w 3856"/>
                <a:gd name="T1" fmla="*/ 305 h 673"/>
                <a:gd name="T2" fmla="*/ 701 w 3856"/>
                <a:gd name="T3" fmla="*/ 619 h 673"/>
                <a:gd name="T4" fmla="*/ 885 w 3856"/>
                <a:gd name="T5" fmla="*/ 641 h 673"/>
                <a:gd name="T6" fmla="*/ 2090 w 3856"/>
                <a:gd name="T7" fmla="*/ 179 h 673"/>
                <a:gd name="T8" fmla="*/ 2401 w 3856"/>
                <a:gd name="T9" fmla="*/ 64 h 673"/>
                <a:gd name="T10" fmla="*/ 3856 w 3856"/>
                <a:gd name="T11" fmla="*/ 214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673">
                  <a:moveTo>
                    <a:pt x="0" y="305"/>
                  </a:moveTo>
                  <a:cubicBezTo>
                    <a:pt x="0" y="305"/>
                    <a:pt x="231" y="546"/>
                    <a:pt x="701" y="619"/>
                  </a:cubicBezTo>
                  <a:cubicBezTo>
                    <a:pt x="760" y="629"/>
                    <a:pt x="821" y="636"/>
                    <a:pt x="885" y="641"/>
                  </a:cubicBezTo>
                  <a:cubicBezTo>
                    <a:pt x="1325" y="673"/>
                    <a:pt x="1687" y="380"/>
                    <a:pt x="2090" y="179"/>
                  </a:cubicBezTo>
                  <a:cubicBezTo>
                    <a:pt x="2199" y="125"/>
                    <a:pt x="2300" y="78"/>
                    <a:pt x="2401" y="64"/>
                  </a:cubicBezTo>
                  <a:cubicBezTo>
                    <a:pt x="2846" y="0"/>
                    <a:pt x="2924" y="214"/>
                    <a:pt x="3856" y="214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Freeform 12"/>
            <p:cNvSpPr/>
            <p:nvPr/>
          </p:nvSpPr>
          <p:spPr bwMode="auto">
            <a:xfrm>
              <a:off x="-941" y="1655"/>
              <a:ext cx="9147" cy="1513"/>
            </a:xfrm>
            <a:custGeom>
              <a:avLst/>
              <a:gdLst>
                <a:gd name="T0" fmla="*/ 0 w 3856"/>
                <a:gd name="T1" fmla="*/ 293 h 637"/>
                <a:gd name="T2" fmla="*/ 705 w 3856"/>
                <a:gd name="T3" fmla="*/ 579 h 637"/>
                <a:gd name="T4" fmla="*/ 888 w 3856"/>
                <a:gd name="T5" fmla="*/ 601 h 637"/>
                <a:gd name="T6" fmla="*/ 2098 w 3856"/>
                <a:gd name="T7" fmla="*/ 188 h 637"/>
                <a:gd name="T8" fmla="*/ 2409 w 3856"/>
                <a:gd name="T9" fmla="*/ 73 h 637"/>
                <a:gd name="T10" fmla="*/ 3856 w 3856"/>
                <a:gd name="T11" fmla="*/ 173 h 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637">
                  <a:moveTo>
                    <a:pt x="0" y="293"/>
                  </a:moveTo>
                  <a:cubicBezTo>
                    <a:pt x="0" y="293"/>
                    <a:pt x="233" y="508"/>
                    <a:pt x="705" y="579"/>
                  </a:cubicBezTo>
                  <a:cubicBezTo>
                    <a:pt x="764" y="587"/>
                    <a:pt x="825" y="595"/>
                    <a:pt x="888" y="601"/>
                  </a:cubicBezTo>
                  <a:cubicBezTo>
                    <a:pt x="1328" y="637"/>
                    <a:pt x="1688" y="381"/>
                    <a:pt x="2098" y="188"/>
                  </a:cubicBezTo>
                  <a:cubicBezTo>
                    <a:pt x="2207" y="136"/>
                    <a:pt x="2309" y="89"/>
                    <a:pt x="2409" y="73"/>
                  </a:cubicBezTo>
                  <a:cubicBezTo>
                    <a:pt x="2853" y="0"/>
                    <a:pt x="2938" y="173"/>
                    <a:pt x="3856" y="173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Freeform 13"/>
            <p:cNvSpPr/>
            <p:nvPr/>
          </p:nvSpPr>
          <p:spPr bwMode="auto">
            <a:xfrm>
              <a:off x="-941" y="1660"/>
              <a:ext cx="9147" cy="1429"/>
            </a:xfrm>
            <a:custGeom>
              <a:avLst/>
              <a:gdLst>
                <a:gd name="T0" fmla="*/ 0 w 3856"/>
                <a:gd name="T1" fmla="*/ 282 h 602"/>
                <a:gd name="T2" fmla="*/ 708 w 3856"/>
                <a:gd name="T3" fmla="*/ 539 h 602"/>
                <a:gd name="T4" fmla="*/ 892 w 3856"/>
                <a:gd name="T5" fmla="*/ 561 h 602"/>
                <a:gd name="T6" fmla="*/ 2105 w 3856"/>
                <a:gd name="T7" fmla="*/ 197 h 602"/>
                <a:gd name="T8" fmla="*/ 2417 w 3856"/>
                <a:gd name="T9" fmla="*/ 82 h 602"/>
                <a:gd name="T10" fmla="*/ 3856 w 3856"/>
                <a:gd name="T11" fmla="*/ 133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602">
                  <a:moveTo>
                    <a:pt x="0" y="282"/>
                  </a:moveTo>
                  <a:cubicBezTo>
                    <a:pt x="0" y="282"/>
                    <a:pt x="234" y="472"/>
                    <a:pt x="708" y="539"/>
                  </a:cubicBezTo>
                  <a:cubicBezTo>
                    <a:pt x="768" y="547"/>
                    <a:pt x="829" y="555"/>
                    <a:pt x="892" y="561"/>
                  </a:cubicBezTo>
                  <a:cubicBezTo>
                    <a:pt x="1331" y="602"/>
                    <a:pt x="1689" y="383"/>
                    <a:pt x="2105" y="197"/>
                  </a:cubicBezTo>
                  <a:cubicBezTo>
                    <a:pt x="2215" y="148"/>
                    <a:pt x="2317" y="101"/>
                    <a:pt x="2417" y="82"/>
                  </a:cubicBezTo>
                  <a:cubicBezTo>
                    <a:pt x="2860" y="0"/>
                    <a:pt x="2952" y="133"/>
                    <a:pt x="3856" y="133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Freeform 14"/>
            <p:cNvSpPr/>
            <p:nvPr/>
          </p:nvSpPr>
          <p:spPr bwMode="auto">
            <a:xfrm>
              <a:off x="-941" y="1667"/>
              <a:ext cx="9147" cy="1344"/>
            </a:xfrm>
            <a:custGeom>
              <a:avLst/>
              <a:gdLst>
                <a:gd name="T0" fmla="*/ 0 w 3856"/>
                <a:gd name="T1" fmla="*/ 269 h 566"/>
                <a:gd name="T2" fmla="*/ 712 w 3856"/>
                <a:gd name="T3" fmla="*/ 498 h 566"/>
                <a:gd name="T4" fmla="*/ 896 w 3856"/>
                <a:gd name="T5" fmla="*/ 520 h 566"/>
                <a:gd name="T6" fmla="*/ 2113 w 3856"/>
                <a:gd name="T7" fmla="*/ 206 h 566"/>
                <a:gd name="T8" fmla="*/ 2426 w 3856"/>
                <a:gd name="T9" fmla="*/ 91 h 566"/>
                <a:gd name="T10" fmla="*/ 3856 w 3856"/>
                <a:gd name="T11" fmla="*/ 93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566">
                  <a:moveTo>
                    <a:pt x="0" y="269"/>
                  </a:moveTo>
                  <a:cubicBezTo>
                    <a:pt x="0" y="269"/>
                    <a:pt x="235" y="434"/>
                    <a:pt x="712" y="498"/>
                  </a:cubicBezTo>
                  <a:cubicBezTo>
                    <a:pt x="772" y="506"/>
                    <a:pt x="833" y="514"/>
                    <a:pt x="896" y="520"/>
                  </a:cubicBezTo>
                  <a:cubicBezTo>
                    <a:pt x="1334" y="566"/>
                    <a:pt x="1690" y="384"/>
                    <a:pt x="2113" y="206"/>
                  </a:cubicBezTo>
                  <a:cubicBezTo>
                    <a:pt x="2224" y="159"/>
                    <a:pt x="2326" y="112"/>
                    <a:pt x="2426" y="91"/>
                  </a:cubicBezTo>
                  <a:cubicBezTo>
                    <a:pt x="2867" y="0"/>
                    <a:pt x="2965" y="93"/>
                    <a:pt x="3856" y="93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Freeform 15"/>
            <p:cNvSpPr/>
            <p:nvPr/>
          </p:nvSpPr>
          <p:spPr bwMode="auto">
            <a:xfrm>
              <a:off x="-941" y="1674"/>
              <a:ext cx="9147" cy="1259"/>
            </a:xfrm>
            <a:custGeom>
              <a:avLst/>
              <a:gdLst>
                <a:gd name="T0" fmla="*/ 0 w 3856"/>
                <a:gd name="T1" fmla="*/ 257 h 530"/>
                <a:gd name="T2" fmla="*/ 716 w 3856"/>
                <a:gd name="T3" fmla="*/ 457 h 530"/>
                <a:gd name="T4" fmla="*/ 900 w 3856"/>
                <a:gd name="T5" fmla="*/ 480 h 530"/>
                <a:gd name="T6" fmla="*/ 2121 w 3856"/>
                <a:gd name="T7" fmla="*/ 214 h 530"/>
                <a:gd name="T8" fmla="*/ 2434 w 3856"/>
                <a:gd name="T9" fmla="*/ 100 h 530"/>
                <a:gd name="T10" fmla="*/ 3856 w 3856"/>
                <a:gd name="T11" fmla="*/ 5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530">
                  <a:moveTo>
                    <a:pt x="0" y="257"/>
                  </a:moveTo>
                  <a:cubicBezTo>
                    <a:pt x="0" y="257"/>
                    <a:pt x="237" y="396"/>
                    <a:pt x="716" y="457"/>
                  </a:cubicBezTo>
                  <a:cubicBezTo>
                    <a:pt x="776" y="464"/>
                    <a:pt x="837" y="473"/>
                    <a:pt x="900" y="480"/>
                  </a:cubicBezTo>
                  <a:cubicBezTo>
                    <a:pt x="1337" y="530"/>
                    <a:pt x="1690" y="385"/>
                    <a:pt x="2121" y="214"/>
                  </a:cubicBezTo>
                  <a:cubicBezTo>
                    <a:pt x="2232" y="170"/>
                    <a:pt x="2334" y="123"/>
                    <a:pt x="2434" y="100"/>
                  </a:cubicBezTo>
                  <a:cubicBezTo>
                    <a:pt x="2874" y="0"/>
                    <a:pt x="2979" y="52"/>
                    <a:pt x="3856" y="52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Freeform 16"/>
            <p:cNvSpPr/>
            <p:nvPr/>
          </p:nvSpPr>
          <p:spPr bwMode="auto">
            <a:xfrm>
              <a:off x="-941" y="1681"/>
              <a:ext cx="9147" cy="1173"/>
            </a:xfrm>
            <a:custGeom>
              <a:avLst/>
              <a:gdLst>
                <a:gd name="T0" fmla="*/ 0 w 3856"/>
                <a:gd name="T1" fmla="*/ 245 h 494"/>
                <a:gd name="T2" fmla="*/ 719 w 3856"/>
                <a:gd name="T3" fmla="*/ 416 h 494"/>
                <a:gd name="T4" fmla="*/ 904 w 3856"/>
                <a:gd name="T5" fmla="*/ 439 h 494"/>
                <a:gd name="T6" fmla="*/ 2128 w 3856"/>
                <a:gd name="T7" fmla="*/ 222 h 494"/>
                <a:gd name="T8" fmla="*/ 2442 w 3856"/>
                <a:gd name="T9" fmla="*/ 109 h 494"/>
                <a:gd name="T10" fmla="*/ 3856 w 3856"/>
                <a:gd name="T11" fmla="*/ 11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494">
                  <a:moveTo>
                    <a:pt x="0" y="245"/>
                  </a:moveTo>
                  <a:cubicBezTo>
                    <a:pt x="0" y="245"/>
                    <a:pt x="238" y="358"/>
                    <a:pt x="719" y="416"/>
                  </a:cubicBezTo>
                  <a:cubicBezTo>
                    <a:pt x="780" y="423"/>
                    <a:pt x="841" y="432"/>
                    <a:pt x="904" y="439"/>
                  </a:cubicBezTo>
                  <a:cubicBezTo>
                    <a:pt x="1340" y="494"/>
                    <a:pt x="1691" y="385"/>
                    <a:pt x="2128" y="222"/>
                  </a:cubicBezTo>
                  <a:cubicBezTo>
                    <a:pt x="2240" y="181"/>
                    <a:pt x="2343" y="134"/>
                    <a:pt x="2442" y="109"/>
                  </a:cubicBezTo>
                  <a:cubicBezTo>
                    <a:pt x="2881" y="0"/>
                    <a:pt x="2992" y="11"/>
                    <a:pt x="3856" y="11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Freeform 17"/>
            <p:cNvSpPr/>
            <p:nvPr/>
          </p:nvSpPr>
          <p:spPr bwMode="auto">
            <a:xfrm>
              <a:off x="-941" y="1619"/>
              <a:ext cx="9147" cy="1157"/>
            </a:xfrm>
            <a:custGeom>
              <a:avLst/>
              <a:gdLst>
                <a:gd name="T0" fmla="*/ 0 w 3856"/>
                <a:gd name="T1" fmla="*/ 262 h 487"/>
                <a:gd name="T2" fmla="*/ 723 w 3856"/>
                <a:gd name="T3" fmla="*/ 404 h 487"/>
                <a:gd name="T4" fmla="*/ 908 w 3856"/>
                <a:gd name="T5" fmla="*/ 428 h 487"/>
                <a:gd name="T6" fmla="*/ 2136 w 3856"/>
                <a:gd name="T7" fmla="*/ 260 h 487"/>
                <a:gd name="T8" fmla="*/ 2450 w 3856"/>
                <a:gd name="T9" fmla="*/ 147 h 487"/>
                <a:gd name="T10" fmla="*/ 3856 w 3856"/>
                <a:gd name="T11" fmla="*/ 0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487">
                  <a:moveTo>
                    <a:pt x="0" y="262"/>
                  </a:moveTo>
                  <a:cubicBezTo>
                    <a:pt x="0" y="262"/>
                    <a:pt x="239" y="349"/>
                    <a:pt x="723" y="404"/>
                  </a:cubicBezTo>
                  <a:cubicBezTo>
                    <a:pt x="784" y="411"/>
                    <a:pt x="845" y="419"/>
                    <a:pt x="908" y="428"/>
                  </a:cubicBezTo>
                  <a:cubicBezTo>
                    <a:pt x="1343" y="487"/>
                    <a:pt x="1692" y="415"/>
                    <a:pt x="2136" y="260"/>
                  </a:cubicBezTo>
                  <a:cubicBezTo>
                    <a:pt x="2248" y="220"/>
                    <a:pt x="2351" y="174"/>
                    <a:pt x="2450" y="147"/>
                  </a:cubicBezTo>
                  <a:cubicBezTo>
                    <a:pt x="2889" y="28"/>
                    <a:pt x="3006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Freeform 18"/>
            <p:cNvSpPr/>
            <p:nvPr/>
          </p:nvSpPr>
          <p:spPr bwMode="auto">
            <a:xfrm>
              <a:off x="-941" y="1529"/>
              <a:ext cx="9147" cy="1169"/>
            </a:xfrm>
            <a:custGeom>
              <a:avLst/>
              <a:gdLst>
                <a:gd name="T0" fmla="*/ 0 w 3856"/>
                <a:gd name="T1" fmla="*/ 290 h 492"/>
                <a:gd name="T2" fmla="*/ 727 w 3856"/>
                <a:gd name="T3" fmla="*/ 404 h 492"/>
                <a:gd name="T4" fmla="*/ 912 w 3856"/>
                <a:gd name="T5" fmla="*/ 428 h 492"/>
                <a:gd name="T6" fmla="*/ 2144 w 3856"/>
                <a:gd name="T7" fmla="*/ 309 h 492"/>
                <a:gd name="T8" fmla="*/ 2459 w 3856"/>
                <a:gd name="T9" fmla="*/ 197 h 492"/>
                <a:gd name="T10" fmla="*/ 3856 w 3856"/>
                <a:gd name="T11" fmla="*/ 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492">
                  <a:moveTo>
                    <a:pt x="0" y="290"/>
                  </a:moveTo>
                  <a:cubicBezTo>
                    <a:pt x="0" y="290"/>
                    <a:pt x="241" y="352"/>
                    <a:pt x="727" y="404"/>
                  </a:cubicBezTo>
                  <a:cubicBezTo>
                    <a:pt x="788" y="410"/>
                    <a:pt x="849" y="419"/>
                    <a:pt x="912" y="428"/>
                  </a:cubicBezTo>
                  <a:cubicBezTo>
                    <a:pt x="1346" y="492"/>
                    <a:pt x="1692" y="457"/>
                    <a:pt x="2144" y="309"/>
                  </a:cubicBezTo>
                  <a:cubicBezTo>
                    <a:pt x="2257" y="272"/>
                    <a:pt x="2359" y="226"/>
                    <a:pt x="2459" y="197"/>
                  </a:cubicBezTo>
                  <a:cubicBezTo>
                    <a:pt x="2896" y="69"/>
                    <a:pt x="3020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Freeform 19"/>
            <p:cNvSpPr/>
            <p:nvPr/>
          </p:nvSpPr>
          <p:spPr bwMode="auto">
            <a:xfrm>
              <a:off x="-941" y="1439"/>
              <a:ext cx="9147" cy="1182"/>
            </a:xfrm>
            <a:custGeom>
              <a:avLst/>
              <a:gdLst>
                <a:gd name="T0" fmla="*/ 0 w 3856"/>
                <a:gd name="T1" fmla="*/ 319 h 498"/>
                <a:gd name="T2" fmla="*/ 731 w 3856"/>
                <a:gd name="T3" fmla="*/ 404 h 498"/>
                <a:gd name="T4" fmla="*/ 916 w 3856"/>
                <a:gd name="T5" fmla="*/ 429 h 498"/>
                <a:gd name="T6" fmla="*/ 2151 w 3856"/>
                <a:gd name="T7" fmla="*/ 358 h 498"/>
                <a:gd name="T8" fmla="*/ 2467 w 3856"/>
                <a:gd name="T9" fmla="*/ 246 h 498"/>
                <a:gd name="T10" fmla="*/ 3856 w 3856"/>
                <a:gd name="T11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498">
                  <a:moveTo>
                    <a:pt x="0" y="319"/>
                  </a:moveTo>
                  <a:cubicBezTo>
                    <a:pt x="0" y="319"/>
                    <a:pt x="242" y="355"/>
                    <a:pt x="731" y="404"/>
                  </a:cubicBezTo>
                  <a:cubicBezTo>
                    <a:pt x="792" y="410"/>
                    <a:pt x="853" y="419"/>
                    <a:pt x="916" y="429"/>
                  </a:cubicBezTo>
                  <a:cubicBezTo>
                    <a:pt x="1349" y="497"/>
                    <a:pt x="1693" y="498"/>
                    <a:pt x="2151" y="358"/>
                  </a:cubicBezTo>
                  <a:cubicBezTo>
                    <a:pt x="2265" y="324"/>
                    <a:pt x="2368" y="278"/>
                    <a:pt x="2467" y="246"/>
                  </a:cubicBezTo>
                  <a:cubicBezTo>
                    <a:pt x="2903" y="110"/>
                    <a:pt x="3033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Freeform 20"/>
            <p:cNvSpPr/>
            <p:nvPr/>
          </p:nvSpPr>
          <p:spPr bwMode="auto">
            <a:xfrm>
              <a:off x="-941" y="1349"/>
              <a:ext cx="9147" cy="1283"/>
            </a:xfrm>
            <a:custGeom>
              <a:avLst/>
              <a:gdLst>
                <a:gd name="T0" fmla="*/ 0 w 3856"/>
                <a:gd name="T1" fmla="*/ 348 h 540"/>
                <a:gd name="T2" fmla="*/ 734 w 3856"/>
                <a:gd name="T3" fmla="*/ 404 h 540"/>
                <a:gd name="T4" fmla="*/ 919 w 3856"/>
                <a:gd name="T5" fmla="*/ 429 h 540"/>
                <a:gd name="T6" fmla="*/ 2159 w 3856"/>
                <a:gd name="T7" fmla="*/ 408 h 540"/>
                <a:gd name="T8" fmla="*/ 2475 w 3856"/>
                <a:gd name="T9" fmla="*/ 296 h 540"/>
                <a:gd name="T10" fmla="*/ 3856 w 3856"/>
                <a:gd name="T11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540">
                  <a:moveTo>
                    <a:pt x="0" y="348"/>
                  </a:moveTo>
                  <a:cubicBezTo>
                    <a:pt x="0" y="348"/>
                    <a:pt x="243" y="358"/>
                    <a:pt x="734" y="404"/>
                  </a:cubicBezTo>
                  <a:cubicBezTo>
                    <a:pt x="796" y="410"/>
                    <a:pt x="857" y="419"/>
                    <a:pt x="919" y="429"/>
                  </a:cubicBezTo>
                  <a:cubicBezTo>
                    <a:pt x="1352" y="503"/>
                    <a:pt x="1693" y="540"/>
                    <a:pt x="2159" y="408"/>
                  </a:cubicBezTo>
                  <a:cubicBezTo>
                    <a:pt x="2273" y="376"/>
                    <a:pt x="2376" y="330"/>
                    <a:pt x="2475" y="296"/>
                  </a:cubicBezTo>
                  <a:cubicBezTo>
                    <a:pt x="2910" y="150"/>
                    <a:pt x="3047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Freeform 21"/>
            <p:cNvSpPr/>
            <p:nvPr/>
          </p:nvSpPr>
          <p:spPr bwMode="auto">
            <a:xfrm>
              <a:off x="-941" y="1261"/>
              <a:ext cx="9147" cy="1377"/>
            </a:xfrm>
            <a:custGeom>
              <a:avLst/>
              <a:gdLst>
                <a:gd name="T0" fmla="*/ 0 w 3856"/>
                <a:gd name="T1" fmla="*/ 376 h 580"/>
                <a:gd name="T2" fmla="*/ 738 w 3856"/>
                <a:gd name="T3" fmla="*/ 403 h 580"/>
                <a:gd name="T4" fmla="*/ 923 w 3856"/>
                <a:gd name="T5" fmla="*/ 429 h 580"/>
                <a:gd name="T6" fmla="*/ 2167 w 3856"/>
                <a:gd name="T7" fmla="*/ 456 h 580"/>
                <a:gd name="T8" fmla="*/ 2483 w 3856"/>
                <a:gd name="T9" fmla="*/ 345 h 580"/>
                <a:gd name="T10" fmla="*/ 3856 w 3856"/>
                <a:gd name="T11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580">
                  <a:moveTo>
                    <a:pt x="0" y="376"/>
                  </a:moveTo>
                  <a:cubicBezTo>
                    <a:pt x="0" y="376"/>
                    <a:pt x="245" y="360"/>
                    <a:pt x="738" y="403"/>
                  </a:cubicBezTo>
                  <a:cubicBezTo>
                    <a:pt x="800" y="408"/>
                    <a:pt x="861" y="418"/>
                    <a:pt x="923" y="429"/>
                  </a:cubicBezTo>
                  <a:cubicBezTo>
                    <a:pt x="1355" y="507"/>
                    <a:pt x="1693" y="580"/>
                    <a:pt x="2167" y="456"/>
                  </a:cubicBezTo>
                  <a:cubicBezTo>
                    <a:pt x="2281" y="426"/>
                    <a:pt x="2385" y="381"/>
                    <a:pt x="2483" y="345"/>
                  </a:cubicBezTo>
                  <a:cubicBezTo>
                    <a:pt x="2917" y="190"/>
                    <a:pt x="3060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Freeform 22"/>
            <p:cNvSpPr/>
            <p:nvPr/>
          </p:nvSpPr>
          <p:spPr bwMode="auto">
            <a:xfrm>
              <a:off x="-941" y="1171"/>
              <a:ext cx="9147" cy="1473"/>
            </a:xfrm>
            <a:custGeom>
              <a:avLst/>
              <a:gdLst>
                <a:gd name="T0" fmla="*/ 0 w 3856"/>
                <a:gd name="T1" fmla="*/ 405 h 621"/>
                <a:gd name="T2" fmla="*/ 742 w 3856"/>
                <a:gd name="T3" fmla="*/ 403 h 621"/>
                <a:gd name="T4" fmla="*/ 927 w 3856"/>
                <a:gd name="T5" fmla="*/ 429 h 621"/>
                <a:gd name="T6" fmla="*/ 2174 w 3856"/>
                <a:gd name="T7" fmla="*/ 506 h 621"/>
                <a:gd name="T8" fmla="*/ 2492 w 3856"/>
                <a:gd name="T9" fmla="*/ 395 h 621"/>
                <a:gd name="T10" fmla="*/ 3856 w 3856"/>
                <a:gd name="T11" fmla="*/ 0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621">
                  <a:moveTo>
                    <a:pt x="0" y="405"/>
                  </a:moveTo>
                  <a:cubicBezTo>
                    <a:pt x="0" y="405"/>
                    <a:pt x="246" y="364"/>
                    <a:pt x="742" y="403"/>
                  </a:cubicBezTo>
                  <a:cubicBezTo>
                    <a:pt x="804" y="408"/>
                    <a:pt x="865" y="418"/>
                    <a:pt x="927" y="429"/>
                  </a:cubicBezTo>
                  <a:cubicBezTo>
                    <a:pt x="1358" y="512"/>
                    <a:pt x="1694" y="621"/>
                    <a:pt x="2174" y="506"/>
                  </a:cubicBezTo>
                  <a:cubicBezTo>
                    <a:pt x="2290" y="478"/>
                    <a:pt x="2393" y="433"/>
                    <a:pt x="2492" y="395"/>
                  </a:cubicBezTo>
                  <a:cubicBezTo>
                    <a:pt x="2924" y="231"/>
                    <a:pt x="3074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Freeform 23"/>
            <p:cNvSpPr/>
            <p:nvPr/>
          </p:nvSpPr>
          <p:spPr bwMode="auto">
            <a:xfrm>
              <a:off x="-941" y="1080"/>
              <a:ext cx="9147" cy="1572"/>
            </a:xfrm>
            <a:custGeom>
              <a:avLst/>
              <a:gdLst>
                <a:gd name="T0" fmla="*/ 0 w 3856"/>
                <a:gd name="T1" fmla="*/ 433 h 662"/>
                <a:gd name="T2" fmla="*/ 746 w 3856"/>
                <a:gd name="T3" fmla="*/ 403 h 662"/>
                <a:gd name="T4" fmla="*/ 931 w 3856"/>
                <a:gd name="T5" fmla="*/ 430 h 662"/>
                <a:gd name="T6" fmla="*/ 2182 w 3856"/>
                <a:gd name="T7" fmla="*/ 555 h 662"/>
                <a:gd name="T8" fmla="*/ 2500 w 3856"/>
                <a:gd name="T9" fmla="*/ 445 h 662"/>
                <a:gd name="T10" fmla="*/ 3856 w 3856"/>
                <a:gd name="T11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662">
                  <a:moveTo>
                    <a:pt x="0" y="433"/>
                  </a:moveTo>
                  <a:cubicBezTo>
                    <a:pt x="0" y="433"/>
                    <a:pt x="247" y="367"/>
                    <a:pt x="746" y="403"/>
                  </a:cubicBezTo>
                  <a:cubicBezTo>
                    <a:pt x="808" y="408"/>
                    <a:pt x="869" y="417"/>
                    <a:pt x="931" y="430"/>
                  </a:cubicBezTo>
                  <a:cubicBezTo>
                    <a:pt x="1361" y="517"/>
                    <a:pt x="1694" y="662"/>
                    <a:pt x="2182" y="555"/>
                  </a:cubicBezTo>
                  <a:cubicBezTo>
                    <a:pt x="2298" y="529"/>
                    <a:pt x="2402" y="484"/>
                    <a:pt x="2500" y="445"/>
                  </a:cubicBezTo>
                  <a:cubicBezTo>
                    <a:pt x="2932" y="272"/>
                    <a:pt x="3087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Freeform 24"/>
            <p:cNvSpPr/>
            <p:nvPr/>
          </p:nvSpPr>
          <p:spPr bwMode="auto">
            <a:xfrm>
              <a:off x="-941" y="993"/>
              <a:ext cx="9147" cy="1667"/>
            </a:xfrm>
            <a:custGeom>
              <a:avLst/>
              <a:gdLst>
                <a:gd name="T0" fmla="*/ 0 w 3856"/>
                <a:gd name="T1" fmla="*/ 461 h 702"/>
                <a:gd name="T2" fmla="*/ 749 w 3856"/>
                <a:gd name="T3" fmla="*/ 402 h 702"/>
                <a:gd name="T4" fmla="*/ 935 w 3856"/>
                <a:gd name="T5" fmla="*/ 429 h 702"/>
                <a:gd name="T6" fmla="*/ 2190 w 3856"/>
                <a:gd name="T7" fmla="*/ 603 h 702"/>
                <a:gd name="T8" fmla="*/ 2508 w 3856"/>
                <a:gd name="T9" fmla="*/ 494 h 702"/>
                <a:gd name="T10" fmla="*/ 3856 w 3856"/>
                <a:gd name="T11" fmla="*/ 0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702">
                  <a:moveTo>
                    <a:pt x="0" y="461"/>
                  </a:moveTo>
                  <a:cubicBezTo>
                    <a:pt x="0" y="461"/>
                    <a:pt x="249" y="369"/>
                    <a:pt x="749" y="402"/>
                  </a:cubicBezTo>
                  <a:cubicBezTo>
                    <a:pt x="812" y="407"/>
                    <a:pt x="873" y="416"/>
                    <a:pt x="935" y="429"/>
                  </a:cubicBezTo>
                  <a:cubicBezTo>
                    <a:pt x="1364" y="521"/>
                    <a:pt x="1695" y="702"/>
                    <a:pt x="2190" y="603"/>
                  </a:cubicBezTo>
                  <a:cubicBezTo>
                    <a:pt x="2306" y="580"/>
                    <a:pt x="2410" y="535"/>
                    <a:pt x="2508" y="494"/>
                  </a:cubicBezTo>
                  <a:cubicBezTo>
                    <a:pt x="2939" y="311"/>
                    <a:pt x="3101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Freeform 25"/>
            <p:cNvSpPr/>
            <p:nvPr/>
          </p:nvSpPr>
          <p:spPr bwMode="auto">
            <a:xfrm>
              <a:off x="-941" y="902"/>
              <a:ext cx="9147" cy="1765"/>
            </a:xfrm>
            <a:custGeom>
              <a:avLst/>
              <a:gdLst>
                <a:gd name="T0" fmla="*/ 0 w 3856"/>
                <a:gd name="T1" fmla="*/ 490 h 743"/>
                <a:gd name="T2" fmla="*/ 753 w 3856"/>
                <a:gd name="T3" fmla="*/ 402 h 743"/>
                <a:gd name="T4" fmla="*/ 939 w 3856"/>
                <a:gd name="T5" fmla="*/ 430 h 743"/>
                <a:gd name="T6" fmla="*/ 2198 w 3856"/>
                <a:gd name="T7" fmla="*/ 653 h 743"/>
                <a:gd name="T8" fmla="*/ 2516 w 3856"/>
                <a:gd name="T9" fmla="*/ 543 h 743"/>
                <a:gd name="T10" fmla="*/ 3856 w 3856"/>
                <a:gd name="T11" fmla="*/ 0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743">
                  <a:moveTo>
                    <a:pt x="0" y="490"/>
                  </a:moveTo>
                  <a:cubicBezTo>
                    <a:pt x="0" y="490"/>
                    <a:pt x="250" y="372"/>
                    <a:pt x="753" y="402"/>
                  </a:cubicBezTo>
                  <a:cubicBezTo>
                    <a:pt x="816" y="406"/>
                    <a:pt x="877" y="416"/>
                    <a:pt x="939" y="430"/>
                  </a:cubicBezTo>
                  <a:cubicBezTo>
                    <a:pt x="1367" y="526"/>
                    <a:pt x="1695" y="743"/>
                    <a:pt x="2198" y="653"/>
                  </a:cubicBezTo>
                  <a:cubicBezTo>
                    <a:pt x="2314" y="632"/>
                    <a:pt x="2418" y="587"/>
                    <a:pt x="2516" y="543"/>
                  </a:cubicBezTo>
                  <a:cubicBezTo>
                    <a:pt x="2946" y="352"/>
                    <a:pt x="3115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Freeform 26"/>
            <p:cNvSpPr/>
            <p:nvPr/>
          </p:nvSpPr>
          <p:spPr bwMode="auto">
            <a:xfrm>
              <a:off x="-941" y="812"/>
              <a:ext cx="9147" cy="1862"/>
            </a:xfrm>
            <a:custGeom>
              <a:avLst/>
              <a:gdLst>
                <a:gd name="T0" fmla="*/ 0 w 3856"/>
                <a:gd name="T1" fmla="*/ 519 h 784"/>
                <a:gd name="T2" fmla="*/ 757 w 3856"/>
                <a:gd name="T3" fmla="*/ 402 h 784"/>
                <a:gd name="T4" fmla="*/ 943 w 3856"/>
                <a:gd name="T5" fmla="*/ 430 h 784"/>
                <a:gd name="T6" fmla="*/ 2205 w 3856"/>
                <a:gd name="T7" fmla="*/ 702 h 784"/>
                <a:gd name="T8" fmla="*/ 2525 w 3856"/>
                <a:gd name="T9" fmla="*/ 593 h 784"/>
                <a:gd name="T10" fmla="*/ 3856 w 3856"/>
                <a:gd name="T11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784">
                  <a:moveTo>
                    <a:pt x="0" y="519"/>
                  </a:moveTo>
                  <a:cubicBezTo>
                    <a:pt x="0" y="519"/>
                    <a:pt x="252" y="375"/>
                    <a:pt x="757" y="402"/>
                  </a:cubicBezTo>
                  <a:cubicBezTo>
                    <a:pt x="820" y="406"/>
                    <a:pt x="882" y="416"/>
                    <a:pt x="943" y="430"/>
                  </a:cubicBezTo>
                  <a:cubicBezTo>
                    <a:pt x="1370" y="531"/>
                    <a:pt x="1695" y="784"/>
                    <a:pt x="2205" y="702"/>
                  </a:cubicBezTo>
                  <a:cubicBezTo>
                    <a:pt x="2323" y="683"/>
                    <a:pt x="2427" y="639"/>
                    <a:pt x="2525" y="593"/>
                  </a:cubicBezTo>
                  <a:cubicBezTo>
                    <a:pt x="2953" y="393"/>
                    <a:pt x="3128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Freeform 27"/>
            <p:cNvSpPr/>
            <p:nvPr/>
          </p:nvSpPr>
          <p:spPr bwMode="auto">
            <a:xfrm>
              <a:off x="-941" y="724"/>
              <a:ext cx="9147" cy="1956"/>
            </a:xfrm>
            <a:custGeom>
              <a:avLst/>
              <a:gdLst>
                <a:gd name="T0" fmla="*/ 0 w 3856"/>
                <a:gd name="T1" fmla="*/ 546 h 823"/>
                <a:gd name="T2" fmla="*/ 761 w 3856"/>
                <a:gd name="T3" fmla="*/ 401 h 823"/>
                <a:gd name="T4" fmla="*/ 946 w 3856"/>
                <a:gd name="T5" fmla="*/ 430 h 823"/>
                <a:gd name="T6" fmla="*/ 2213 w 3856"/>
                <a:gd name="T7" fmla="*/ 750 h 823"/>
                <a:gd name="T8" fmla="*/ 2533 w 3856"/>
                <a:gd name="T9" fmla="*/ 642 h 823"/>
                <a:gd name="T10" fmla="*/ 3856 w 3856"/>
                <a:gd name="T11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823">
                  <a:moveTo>
                    <a:pt x="0" y="546"/>
                  </a:moveTo>
                  <a:cubicBezTo>
                    <a:pt x="0" y="546"/>
                    <a:pt x="253" y="377"/>
                    <a:pt x="761" y="401"/>
                  </a:cubicBezTo>
                  <a:cubicBezTo>
                    <a:pt x="824" y="405"/>
                    <a:pt x="886" y="415"/>
                    <a:pt x="946" y="430"/>
                  </a:cubicBezTo>
                  <a:cubicBezTo>
                    <a:pt x="1373" y="535"/>
                    <a:pt x="1696" y="823"/>
                    <a:pt x="2213" y="750"/>
                  </a:cubicBezTo>
                  <a:cubicBezTo>
                    <a:pt x="2331" y="734"/>
                    <a:pt x="2435" y="690"/>
                    <a:pt x="2533" y="642"/>
                  </a:cubicBezTo>
                  <a:cubicBezTo>
                    <a:pt x="2960" y="432"/>
                    <a:pt x="3142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Freeform 28"/>
            <p:cNvSpPr/>
            <p:nvPr/>
          </p:nvSpPr>
          <p:spPr bwMode="auto">
            <a:xfrm>
              <a:off x="-941" y="634"/>
              <a:ext cx="9147" cy="2052"/>
            </a:xfrm>
            <a:custGeom>
              <a:avLst/>
              <a:gdLst>
                <a:gd name="T0" fmla="*/ 0 w 3856"/>
                <a:gd name="T1" fmla="*/ 575 h 864"/>
                <a:gd name="T2" fmla="*/ 764 w 3856"/>
                <a:gd name="T3" fmla="*/ 402 h 864"/>
                <a:gd name="T4" fmla="*/ 950 w 3856"/>
                <a:gd name="T5" fmla="*/ 430 h 864"/>
                <a:gd name="T6" fmla="*/ 2221 w 3856"/>
                <a:gd name="T7" fmla="*/ 800 h 864"/>
                <a:gd name="T8" fmla="*/ 2541 w 3856"/>
                <a:gd name="T9" fmla="*/ 692 h 864"/>
                <a:gd name="T10" fmla="*/ 3856 w 3856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864">
                  <a:moveTo>
                    <a:pt x="0" y="575"/>
                  </a:moveTo>
                  <a:cubicBezTo>
                    <a:pt x="0" y="575"/>
                    <a:pt x="254" y="380"/>
                    <a:pt x="764" y="402"/>
                  </a:cubicBezTo>
                  <a:cubicBezTo>
                    <a:pt x="828" y="404"/>
                    <a:pt x="890" y="415"/>
                    <a:pt x="950" y="430"/>
                  </a:cubicBezTo>
                  <a:cubicBezTo>
                    <a:pt x="1376" y="540"/>
                    <a:pt x="1696" y="864"/>
                    <a:pt x="2221" y="800"/>
                  </a:cubicBezTo>
                  <a:cubicBezTo>
                    <a:pt x="2339" y="785"/>
                    <a:pt x="2444" y="742"/>
                    <a:pt x="2541" y="692"/>
                  </a:cubicBezTo>
                  <a:cubicBezTo>
                    <a:pt x="2967" y="473"/>
                    <a:pt x="3155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Freeform 29"/>
            <p:cNvSpPr/>
            <p:nvPr/>
          </p:nvSpPr>
          <p:spPr bwMode="auto">
            <a:xfrm>
              <a:off x="-941" y="544"/>
              <a:ext cx="9147" cy="2146"/>
            </a:xfrm>
            <a:custGeom>
              <a:avLst/>
              <a:gdLst>
                <a:gd name="T0" fmla="*/ 0 w 3856"/>
                <a:gd name="T1" fmla="*/ 604 h 904"/>
                <a:gd name="T2" fmla="*/ 768 w 3856"/>
                <a:gd name="T3" fmla="*/ 402 h 904"/>
                <a:gd name="T4" fmla="*/ 954 w 3856"/>
                <a:gd name="T5" fmla="*/ 431 h 904"/>
                <a:gd name="T6" fmla="*/ 2228 w 3856"/>
                <a:gd name="T7" fmla="*/ 849 h 904"/>
                <a:gd name="T8" fmla="*/ 2549 w 3856"/>
                <a:gd name="T9" fmla="*/ 742 h 904"/>
                <a:gd name="T10" fmla="*/ 3856 w 3856"/>
                <a:gd name="T1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904">
                  <a:moveTo>
                    <a:pt x="0" y="604"/>
                  </a:moveTo>
                  <a:cubicBezTo>
                    <a:pt x="0" y="604"/>
                    <a:pt x="256" y="383"/>
                    <a:pt x="768" y="402"/>
                  </a:cubicBezTo>
                  <a:cubicBezTo>
                    <a:pt x="832" y="404"/>
                    <a:pt x="894" y="414"/>
                    <a:pt x="954" y="431"/>
                  </a:cubicBezTo>
                  <a:cubicBezTo>
                    <a:pt x="1379" y="545"/>
                    <a:pt x="1697" y="904"/>
                    <a:pt x="2228" y="849"/>
                  </a:cubicBezTo>
                  <a:cubicBezTo>
                    <a:pt x="2347" y="837"/>
                    <a:pt x="2452" y="794"/>
                    <a:pt x="2549" y="742"/>
                  </a:cubicBezTo>
                  <a:cubicBezTo>
                    <a:pt x="2975" y="514"/>
                    <a:pt x="3169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Freeform 30"/>
            <p:cNvSpPr/>
            <p:nvPr/>
          </p:nvSpPr>
          <p:spPr bwMode="auto">
            <a:xfrm>
              <a:off x="-941" y="456"/>
              <a:ext cx="9147" cy="2242"/>
            </a:xfrm>
            <a:custGeom>
              <a:avLst/>
              <a:gdLst>
                <a:gd name="T0" fmla="*/ 0 w 3856"/>
                <a:gd name="T1" fmla="*/ 632 h 944"/>
                <a:gd name="T2" fmla="*/ 772 w 3856"/>
                <a:gd name="T3" fmla="*/ 401 h 944"/>
                <a:gd name="T4" fmla="*/ 958 w 3856"/>
                <a:gd name="T5" fmla="*/ 430 h 944"/>
                <a:gd name="T6" fmla="*/ 2236 w 3856"/>
                <a:gd name="T7" fmla="*/ 897 h 944"/>
                <a:gd name="T8" fmla="*/ 2558 w 3856"/>
                <a:gd name="T9" fmla="*/ 790 h 944"/>
                <a:gd name="T10" fmla="*/ 3856 w 3856"/>
                <a:gd name="T11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944">
                  <a:moveTo>
                    <a:pt x="0" y="632"/>
                  </a:moveTo>
                  <a:cubicBezTo>
                    <a:pt x="0" y="632"/>
                    <a:pt x="257" y="385"/>
                    <a:pt x="772" y="401"/>
                  </a:cubicBezTo>
                  <a:cubicBezTo>
                    <a:pt x="836" y="403"/>
                    <a:pt x="898" y="413"/>
                    <a:pt x="958" y="430"/>
                  </a:cubicBezTo>
                  <a:cubicBezTo>
                    <a:pt x="1382" y="549"/>
                    <a:pt x="1697" y="944"/>
                    <a:pt x="2236" y="897"/>
                  </a:cubicBezTo>
                  <a:cubicBezTo>
                    <a:pt x="2355" y="887"/>
                    <a:pt x="2461" y="845"/>
                    <a:pt x="2558" y="790"/>
                  </a:cubicBezTo>
                  <a:cubicBezTo>
                    <a:pt x="2982" y="554"/>
                    <a:pt x="3183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Freeform 31"/>
            <p:cNvSpPr/>
            <p:nvPr/>
          </p:nvSpPr>
          <p:spPr bwMode="auto">
            <a:xfrm>
              <a:off x="-941" y="366"/>
              <a:ext cx="9147" cy="2337"/>
            </a:xfrm>
            <a:custGeom>
              <a:avLst/>
              <a:gdLst>
                <a:gd name="T0" fmla="*/ 0 w 3856"/>
                <a:gd name="T1" fmla="*/ 661 h 984"/>
                <a:gd name="T2" fmla="*/ 775 w 3856"/>
                <a:gd name="T3" fmla="*/ 401 h 984"/>
                <a:gd name="T4" fmla="*/ 962 w 3856"/>
                <a:gd name="T5" fmla="*/ 431 h 984"/>
                <a:gd name="T6" fmla="*/ 2244 w 3856"/>
                <a:gd name="T7" fmla="*/ 947 h 984"/>
                <a:gd name="T8" fmla="*/ 2566 w 3856"/>
                <a:gd name="T9" fmla="*/ 840 h 984"/>
                <a:gd name="T10" fmla="*/ 3856 w 3856"/>
                <a:gd name="T11" fmla="*/ 0 h 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984">
                  <a:moveTo>
                    <a:pt x="0" y="661"/>
                  </a:moveTo>
                  <a:cubicBezTo>
                    <a:pt x="0" y="661"/>
                    <a:pt x="258" y="389"/>
                    <a:pt x="775" y="401"/>
                  </a:cubicBezTo>
                  <a:cubicBezTo>
                    <a:pt x="840" y="402"/>
                    <a:pt x="902" y="413"/>
                    <a:pt x="962" y="431"/>
                  </a:cubicBezTo>
                  <a:cubicBezTo>
                    <a:pt x="1385" y="554"/>
                    <a:pt x="1698" y="984"/>
                    <a:pt x="2244" y="947"/>
                  </a:cubicBezTo>
                  <a:cubicBezTo>
                    <a:pt x="2364" y="939"/>
                    <a:pt x="2469" y="897"/>
                    <a:pt x="2566" y="840"/>
                  </a:cubicBezTo>
                  <a:cubicBezTo>
                    <a:pt x="2989" y="594"/>
                    <a:pt x="3196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Freeform 32"/>
            <p:cNvSpPr/>
            <p:nvPr/>
          </p:nvSpPr>
          <p:spPr bwMode="auto">
            <a:xfrm>
              <a:off x="-941" y="275"/>
              <a:ext cx="9147" cy="2432"/>
            </a:xfrm>
            <a:custGeom>
              <a:avLst/>
              <a:gdLst>
                <a:gd name="T0" fmla="*/ 0 w 3856"/>
                <a:gd name="T1" fmla="*/ 689 h 1024"/>
                <a:gd name="T2" fmla="*/ 779 w 3856"/>
                <a:gd name="T3" fmla="*/ 401 h 1024"/>
                <a:gd name="T4" fmla="*/ 966 w 3856"/>
                <a:gd name="T5" fmla="*/ 431 h 1024"/>
                <a:gd name="T6" fmla="*/ 2251 w 3856"/>
                <a:gd name="T7" fmla="*/ 996 h 1024"/>
                <a:gd name="T8" fmla="*/ 2574 w 3856"/>
                <a:gd name="T9" fmla="*/ 890 h 1024"/>
                <a:gd name="T10" fmla="*/ 3856 w 3856"/>
                <a:gd name="T11" fmla="*/ 0 h 1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1024">
                  <a:moveTo>
                    <a:pt x="0" y="689"/>
                  </a:moveTo>
                  <a:cubicBezTo>
                    <a:pt x="0" y="689"/>
                    <a:pt x="260" y="392"/>
                    <a:pt x="779" y="401"/>
                  </a:cubicBezTo>
                  <a:cubicBezTo>
                    <a:pt x="844" y="402"/>
                    <a:pt x="906" y="413"/>
                    <a:pt x="966" y="431"/>
                  </a:cubicBezTo>
                  <a:cubicBezTo>
                    <a:pt x="1388" y="559"/>
                    <a:pt x="1698" y="1024"/>
                    <a:pt x="2251" y="996"/>
                  </a:cubicBezTo>
                  <a:cubicBezTo>
                    <a:pt x="2372" y="990"/>
                    <a:pt x="2477" y="949"/>
                    <a:pt x="2574" y="890"/>
                  </a:cubicBezTo>
                  <a:cubicBezTo>
                    <a:pt x="2996" y="635"/>
                    <a:pt x="3210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Freeform 33"/>
            <p:cNvSpPr/>
            <p:nvPr/>
          </p:nvSpPr>
          <p:spPr bwMode="auto">
            <a:xfrm>
              <a:off x="-941" y="185"/>
              <a:ext cx="9147" cy="2527"/>
            </a:xfrm>
            <a:custGeom>
              <a:avLst/>
              <a:gdLst>
                <a:gd name="T0" fmla="*/ 0 w 3856"/>
                <a:gd name="T1" fmla="*/ 718 h 1064"/>
                <a:gd name="T2" fmla="*/ 783 w 3856"/>
                <a:gd name="T3" fmla="*/ 401 h 1064"/>
                <a:gd name="T4" fmla="*/ 970 w 3856"/>
                <a:gd name="T5" fmla="*/ 432 h 1064"/>
                <a:gd name="T6" fmla="*/ 2259 w 3856"/>
                <a:gd name="T7" fmla="*/ 1046 h 1064"/>
                <a:gd name="T8" fmla="*/ 2582 w 3856"/>
                <a:gd name="T9" fmla="*/ 940 h 1064"/>
                <a:gd name="T10" fmla="*/ 3856 w 3856"/>
                <a:gd name="T11" fmla="*/ 0 h 1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1064">
                  <a:moveTo>
                    <a:pt x="0" y="718"/>
                  </a:moveTo>
                  <a:cubicBezTo>
                    <a:pt x="0" y="718"/>
                    <a:pt x="261" y="395"/>
                    <a:pt x="783" y="401"/>
                  </a:cubicBezTo>
                  <a:cubicBezTo>
                    <a:pt x="848" y="402"/>
                    <a:pt x="910" y="413"/>
                    <a:pt x="970" y="432"/>
                  </a:cubicBezTo>
                  <a:cubicBezTo>
                    <a:pt x="1391" y="564"/>
                    <a:pt x="1699" y="1064"/>
                    <a:pt x="2259" y="1046"/>
                  </a:cubicBezTo>
                  <a:cubicBezTo>
                    <a:pt x="2380" y="1042"/>
                    <a:pt x="2486" y="1001"/>
                    <a:pt x="2582" y="940"/>
                  </a:cubicBezTo>
                  <a:cubicBezTo>
                    <a:pt x="3003" y="676"/>
                    <a:pt x="3223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Freeform 34"/>
            <p:cNvSpPr/>
            <p:nvPr/>
          </p:nvSpPr>
          <p:spPr bwMode="auto">
            <a:xfrm>
              <a:off x="-941" y="97"/>
              <a:ext cx="9147" cy="2620"/>
            </a:xfrm>
            <a:custGeom>
              <a:avLst/>
              <a:gdLst>
                <a:gd name="T0" fmla="*/ 0 w 3856"/>
                <a:gd name="T1" fmla="*/ 746 h 1103"/>
                <a:gd name="T2" fmla="*/ 787 w 3856"/>
                <a:gd name="T3" fmla="*/ 400 h 1103"/>
                <a:gd name="T4" fmla="*/ 974 w 3856"/>
                <a:gd name="T5" fmla="*/ 431 h 1103"/>
                <a:gd name="T6" fmla="*/ 2267 w 3856"/>
                <a:gd name="T7" fmla="*/ 1094 h 1103"/>
                <a:gd name="T8" fmla="*/ 2591 w 3856"/>
                <a:gd name="T9" fmla="*/ 989 h 1103"/>
                <a:gd name="T10" fmla="*/ 3856 w 3856"/>
                <a:gd name="T11" fmla="*/ 0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1103">
                  <a:moveTo>
                    <a:pt x="0" y="746"/>
                  </a:moveTo>
                  <a:cubicBezTo>
                    <a:pt x="0" y="746"/>
                    <a:pt x="262" y="397"/>
                    <a:pt x="787" y="400"/>
                  </a:cubicBezTo>
                  <a:cubicBezTo>
                    <a:pt x="852" y="400"/>
                    <a:pt x="914" y="412"/>
                    <a:pt x="974" y="431"/>
                  </a:cubicBezTo>
                  <a:cubicBezTo>
                    <a:pt x="1394" y="568"/>
                    <a:pt x="1699" y="1103"/>
                    <a:pt x="2267" y="1094"/>
                  </a:cubicBezTo>
                  <a:cubicBezTo>
                    <a:pt x="2389" y="1092"/>
                    <a:pt x="2494" y="1052"/>
                    <a:pt x="2591" y="989"/>
                  </a:cubicBezTo>
                  <a:cubicBezTo>
                    <a:pt x="3010" y="716"/>
                    <a:pt x="3237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Freeform 35"/>
            <p:cNvSpPr/>
            <p:nvPr/>
          </p:nvSpPr>
          <p:spPr bwMode="auto">
            <a:xfrm>
              <a:off x="-941" y="7"/>
              <a:ext cx="9147" cy="2714"/>
            </a:xfrm>
            <a:custGeom>
              <a:avLst/>
              <a:gdLst>
                <a:gd name="T0" fmla="*/ 0 w 3856"/>
                <a:gd name="T1" fmla="*/ 775 h 1143"/>
                <a:gd name="T2" fmla="*/ 790 w 3856"/>
                <a:gd name="T3" fmla="*/ 400 h 1143"/>
                <a:gd name="T4" fmla="*/ 2274 w 3856"/>
                <a:gd name="T5" fmla="*/ 1143 h 1143"/>
                <a:gd name="T6" fmla="*/ 3856 w 3856"/>
                <a:gd name="T7" fmla="*/ 0 h 1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56" h="1143">
                  <a:moveTo>
                    <a:pt x="0" y="775"/>
                  </a:moveTo>
                  <a:cubicBezTo>
                    <a:pt x="0" y="775"/>
                    <a:pt x="264" y="400"/>
                    <a:pt x="790" y="400"/>
                  </a:cubicBezTo>
                  <a:cubicBezTo>
                    <a:pt x="1317" y="400"/>
                    <a:pt x="1619" y="1143"/>
                    <a:pt x="2274" y="1143"/>
                  </a:cubicBezTo>
                  <a:cubicBezTo>
                    <a:pt x="2930" y="1143"/>
                    <a:pt x="3112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5" r:id="rId16"/>
    <p:sldLayoutId id="2147483666" r:id="rId17"/>
    <p:sldLayoutId id="2147483667" r:id="rId18"/>
  </p:sldLayoutIdLst>
  <p:hf sldNum="0" hdr="0" ftr="0" dt="0"/>
  <p:txStyles>
    <p:titleStyle>
      <a:lvl1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1279525" rtl="0" fontAlgn="base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1279525" rtl="0" fontAlgn="base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1279525" rtl="0" fontAlgn="base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1279525" rtl="0" fontAlgn="base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319405" indent="-319405" algn="l" defTabSz="1279525" rtl="0" eaLnBrk="0" fontAlgn="base" hangingPunct="0">
        <a:lnSpc>
          <a:spcPct val="90000"/>
        </a:lnSpc>
        <a:spcBef>
          <a:spcPts val="1400"/>
        </a:spcBef>
        <a:spcAft>
          <a:spcPct val="0"/>
        </a:spcAft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58850" indent="-319405" algn="l" defTabSz="1279525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19405" algn="l" defTabSz="1279525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19405" algn="l" defTabSz="1279525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879725" indent="-319405" algn="l" defTabSz="1279525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3" Type="http://schemas.openxmlformats.org/officeDocument/2006/relationships/image" Target="../media/image23.png"/><Relationship Id="rId21" Type="http://schemas.openxmlformats.org/officeDocument/2006/relationships/image" Target="../media/image41.png"/><Relationship Id="rId34" Type="http://schemas.openxmlformats.org/officeDocument/2006/relationships/image" Target="../media/image5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3.jpe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32" Type="http://schemas.openxmlformats.org/officeDocument/2006/relationships/image" Target="../media/image52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28" Type="http://schemas.openxmlformats.org/officeDocument/2006/relationships/image" Target="../media/image48.jpeg"/><Relationship Id="rId36" Type="http://schemas.openxmlformats.org/officeDocument/2006/relationships/image" Target="../media/image56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31" Type="http://schemas.openxmlformats.org/officeDocument/2006/relationships/image" Target="../media/image51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Relationship Id="rId35" Type="http://schemas.openxmlformats.org/officeDocument/2006/relationships/image" Target="../media/image55.jpeg"/><Relationship Id="rId8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1.jpeg"/><Relationship Id="rId5" Type="http://schemas.openxmlformats.org/officeDocument/2006/relationships/image" Target="../media/image60.GIF"/><Relationship Id="rId4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0.jpeg"/><Relationship Id="rId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74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slideLayout" Target="../slideLayouts/slideLayout14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image" Target="../media/image93.png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image" Target="../media/image9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image" Target="../media/image95.png"/><Relationship Id="rId2" Type="http://schemas.openxmlformats.org/officeDocument/2006/relationships/tags" Target="../tags/tag22.xml"/><Relationship Id="rId16" Type="http://schemas.openxmlformats.org/officeDocument/2006/relationships/image" Target="../media/image94.pn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slideLayout" Target="../slideLayouts/slideLayout14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068800" cy="8732240"/>
          </a:xfrm>
          <a:prstGeom prst="rect">
            <a:avLst/>
          </a:prstGeom>
        </p:spPr>
      </p:pic>
      <p:sp>
        <p:nvSpPr>
          <p:cNvPr id="4" name="rect 4"/>
          <p:cNvSpPr/>
          <p:nvPr/>
        </p:nvSpPr>
        <p:spPr>
          <a:xfrm>
            <a:off x="9139301" y="7400035"/>
            <a:ext cx="302386" cy="315341"/>
          </a:xfrm>
          <a:prstGeom prst="rect">
            <a:avLst/>
          </a:prstGeom>
          <a:solidFill>
            <a:srgbClr val="C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rect 6"/>
          <p:cNvSpPr/>
          <p:nvPr/>
        </p:nvSpPr>
        <p:spPr>
          <a:xfrm>
            <a:off x="9137791" y="7398746"/>
            <a:ext cx="305404" cy="317920"/>
          </a:xfrm>
          <a:prstGeom prst="rect">
            <a:avLst/>
          </a:prstGeom>
          <a:solidFill>
            <a:srgbClr val="C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textbox 8"/>
          <p:cNvSpPr/>
          <p:nvPr/>
        </p:nvSpPr>
        <p:spPr>
          <a:xfrm>
            <a:off x="470487" y="7421159"/>
            <a:ext cx="8911590" cy="937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6100" b="1" kern="0" spc="5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정밀 제조</a:t>
            </a:r>
            <a:r>
              <a:rPr lang="ko-KR" sz="6100" b="1" kern="0" spc="5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공장 계획</a:t>
            </a:r>
            <a:r>
              <a:rPr sz="6100" b="1" kern="0" spc="5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방</a:t>
            </a:r>
            <a:r>
              <a:rPr sz="6100" b="1" kern="0" spc="4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안 </a:t>
            </a:r>
            <a:endParaRPr sz="61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9204785" y="7492952"/>
            <a:ext cx="183514" cy="151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1100" b="1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V1</a:t>
            </a:r>
            <a:endParaRPr sz="11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303818" y="8239346"/>
            <a:ext cx="1580896" cy="35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51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3052254" y="5037010"/>
          <a:ext cx="3072129" cy="2293620"/>
        </p:xfrm>
        <a:graphic>
          <a:graphicData uri="http://schemas.openxmlformats.org/drawingml/2006/table">
            <a:tbl>
              <a:tblPr/>
              <a:tblGrid>
                <a:gridCol w="3072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36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B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061842" y="5046471"/>
            <a:ext cx="3053334" cy="2284095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71700" y="3631438"/>
            <a:ext cx="5295011" cy="1099311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6440574" y="5062408"/>
            <a:ext cx="10445346" cy="687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4400" b="1" kern="0" spc="80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선전 모더바오 과학기술 유한공사</a:t>
            </a:r>
            <a:endParaRPr sz="44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6490030" y="6107395"/>
            <a:ext cx="1313180" cy="1194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등선" charset="-122"/>
                <a:ea typeface="등선" charset="-122"/>
                <a:cs typeface="등선" charset="-122"/>
              </a:rPr>
              <a:t>□ </a:t>
            </a: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회사 소개</a:t>
            </a:r>
            <a:endParaRPr sz="1900" dirty="0">
              <a:latin typeface="맑은 고딕"/>
              <a:ea typeface="맑은 고딕"/>
              <a:cs typeface="맑은 고딕"/>
            </a:endParaRPr>
          </a:p>
          <a:p>
            <a:pPr marL="12700" algn="l" rtl="0" eaLnBrk="0">
              <a:lnSpc>
                <a:spcPct val="100000"/>
              </a:lnSpc>
              <a:spcBef>
                <a:spcPts val="1250"/>
              </a:spcBef>
            </a:pP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등선" charset="-122"/>
                <a:ea typeface="등선" charset="-122"/>
                <a:cs typeface="등선" charset="-122"/>
              </a:rPr>
              <a:t>□ </a:t>
            </a: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발전 연혁</a:t>
            </a:r>
            <a:endParaRPr sz="1900" dirty="0">
              <a:latin typeface="맑은 고딕"/>
              <a:ea typeface="맑은 고딕"/>
              <a:cs typeface="맑은 고딕"/>
            </a:endParaRPr>
          </a:p>
          <a:p>
            <a:pPr algn="l" rtl="0" eaLnBrk="0">
              <a:lnSpc>
                <a:spcPct val="104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등선" charset="-122"/>
                <a:ea typeface="등선" charset="-122"/>
                <a:cs typeface="등선" charset="-122"/>
              </a:rPr>
              <a:t>□ </a:t>
            </a: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연구개발 센터</a:t>
            </a:r>
            <a:endParaRPr sz="19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2500833" y="4038143"/>
            <a:ext cx="3801745" cy="358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30045" indent="-1617345" algn="l" rtl="0" eaLnBrk="0">
              <a:lnSpc>
                <a:spcPct val="91000"/>
              </a:lnSpc>
            </a:pPr>
            <a:r>
              <a:rPr sz="1200" kern="0" spc="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Top level planning helps t</a:t>
            </a:r>
            <a:r>
              <a:rPr sz="1200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 effectively allocate</a:t>
            </a:r>
            <a:r>
              <a:rPr sz="12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resources</a:t>
            </a:r>
            <a:r>
              <a:rPr sz="1200" kern="0" spc="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and prevent waste of r</a:t>
            </a:r>
            <a:r>
              <a:rPr sz="1200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esources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691439" y="403590"/>
            <a:ext cx="1885314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기업 소개</a:t>
            </a:r>
            <a:endParaRPr sz="2200" dirty="0">
              <a:latin typeface="맑은 고딕"/>
              <a:ea typeface="맑은 고딕"/>
              <a:cs typeface="맑은 고딕"/>
            </a:endParaRPr>
          </a:p>
          <a:p>
            <a:pPr marL="56515" algn="l" rtl="0" eaLnBrk="0">
              <a:lnSpc>
                <a:spcPct val="85000"/>
              </a:lnSpc>
              <a:spcBef>
                <a:spcPts val="130"/>
              </a:spcBef>
            </a:pPr>
            <a:r>
              <a:rPr sz="1400" kern="0" spc="2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</a:t>
            </a:r>
            <a:r>
              <a:rPr sz="1400" kern="0" spc="18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kern="0" spc="2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Introduction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path 34"/>
          <p:cNvSpPr/>
          <p:nvPr/>
        </p:nvSpPr>
        <p:spPr>
          <a:xfrm>
            <a:off x="479450" y="1051559"/>
            <a:ext cx="1612795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" name="textbox 36"/>
          <p:cNvSpPr/>
          <p:nvPr/>
        </p:nvSpPr>
        <p:spPr>
          <a:xfrm>
            <a:off x="49672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001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path 38"/>
          <p:cNvSpPr/>
          <p:nvPr/>
        </p:nvSpPr>
        <p:spPr>
          <a:xfrm>
            <a:off x="156354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" name="textbox 40"/>
          <p:cNvSpPr/>
          <p:nvPr/>
        </p:nvSpPr>
        <p:spPr>
          <a:xfrm>
            <a:off x="6466020" y="3919453"/>
            <a:ext cx="875664" cy="772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  <a:spcBef>
                <a:spcPts val="0"/>
              </a:spcBef>
            </a:pPr>
            <a:r>
              <a:rPr sz="61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6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26200" y="5782246"/>
            <a:ext cx="7312660" cy="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5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8"/>
          <p:cNvSpPr/>
          <p:nvPr/>
        </p:nvSpPr>
        <p:spPr>
          <a:xfrm>
            <a:off x="9108947" y="6866052"/>
            <a:ext cx="6727190" cy="2242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ko-KR" sz="100" dirty="0">
              <a:latin typeface="Arial"/>
              <a:ea typeface="Arial"/>
              <a:cs typeface="Arial"/>
            </a:endParaRPr>
          </a:p>
          <a:p>
            <a:pPr marL="145415" algn="l" rtl="0" eaLnBrk="0">
              <a:lnSpc>
                <a:spcPct val="89000"/>
              </a:lnSpc>
            </a:pPr>
            <a:r>
              <a:rPr lang="ko-KR" sz="1800" kern="0" spc="4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선전 모더바오 과학기술 유한공사</a:t>
            </a:r>
            <a:r>
              <a:rPr lang="ko-KR" sz="1800" kern="0" spc="3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는 선전시 난산구 웨하이 거리 선전만 과학기술 생태원에 위치하며, 2012년 5월 21일에 설립되었습니다. 현재 직원 수 </a:t>
            </a:r>
            <a:r>
              <a:rPr lang="ko-KR" sz="1800" b="1" u="sng" kern="0" spc="1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400</a:t>
            </a:r>
            <a:r>
              <a:rPr lang="ko-KR" sz="1800" kern="0" spc="1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여 명이며, 주로 금형 및 정밀제조 산업의 전환·고도화를 위한 스마트 제조 원스톱 서비스를 제공하며, 업계 최고의 경쟁력을 갖춘 제조형 스마트 공장 구현을 목표로 합니다.</a:t>
            </a:r>
            <a:endParaRPr lang="ko-KR" sz="1800" dirty="0">
              <a:latin typeface="맑은 고딕"/>
              <a:ea typeface="맑은 고딕"/>
              <a:cs typeface="맑은 고딕"/>
            </a:endParaRPr>
          </a:p>
          <a:p>
            <a:pPr algn="l" rtl="0" eaLnBrk="0">
              <a:lnSpc>
                <a:spcPct val="135000"/>
              </a:lnSpc>
            </a:pPr>
            <a:endParaRPr lang="ko-KR" sz="1000" dirty="0">
              <a:latin typeface="Arial"/>
              <a:ea typeface="Arial"/>
              <a:cs typeface="Arial"/>
            </a:endParaRPr>
          </a:p>
          <a:p>
            <a:pPr marL="364490" algn="l" rtl="0" eaLnBrk="0">
              <a:lnSpc>
                <a:spcPct val="87000"/>
              </a:lnSpc>
              <a:tabLst>
                <a:tab pos="422275" algn="l"/>
              </a:tabLst>
            </a:pPr>
            <a:r>
              <a:rPr lang="ko-KR" sz="15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https://www.moldbao.com</a:t>
            </a:r>
            <a:endParaRPr lang="ko-KR" sz="1500" dirty="0">
              <a:latin typeface="Arial"/>
              <a:ea typeface="Arial"/>
              <a:cs typeface="Arial"/>
            </a:endParaRPr>
          </a:p>
        </p:txBody>
      </p:sp>
      <p:sp>
        <p:nvSpPr>
          <p:cNvPr id="50" name="path 50"/>
          <p:cNvSpPr/>
          <p:nvPr/>
        </p:nvSpPr>
        <p:spPr>
          <a:xfrm>
            <a:off x="9121647" y="8735948"/>
            <a:ext cx="351790" cy="351828"/>
          </a:xfrm>
          <a:custGeom>
            <a:avLst/>
            <a:gdLst/>
            <a:ahLst/>
            <a:cxnLst/>
            <a:rect l="0" t="0" r="0" b="0"/>
            <a:pathLst>
              <a:path w="554" h="554">
                <a:moveTo>
                  <a:pt x="183" y="179"/>
                </a:moveTo>
                <a:cubicBezTo>
                  <a:pt x="174" y="174"/>
                  <a:pt x="164" y="171"/>
                  <a:pt x="157" y="167"/>
                </a:cubicBezTo>
                <a:cubicBezTo>
                  <a:pt x="174" y="150"/>
                  <a:pt x="193" y="136"/>
                  <a:pt x="215" y="126"/>
                </a:cubicBezTo>
                <a:cubicBezTo>
                  <a:pt x="203" y="140"/>
                  <a:pt x="193" y="157"/>
                  <a:pt x="183" y="179"/>
                </a:cubicBezTo>
                <a:moveTo>
                  <a:pt x="179" y="191"/>
                </a:moveTo>
                <a:cubicBezTo>
                  <a:pt x="167" y="188"/>
                  <a:pt x="157" y="183"/>
                  <a:pt x="147" y="176"/>
                </a:cubicBezTo>
                <a:cubicBezTo>
                  <a:pt x="126" y="202"/>
                  <a:pt x="114" y="234"/>
                  <a:pt x="112" y="269"/>
                </a:cubicBezTo>
                <a:cubicBezTo>
                  <a:pt x="167" y="269"/>
                  <a:pt x="167" y="269"/>
                  <a:pt x="167" y="269"/>
                </a:cubicBezTo>
                <a:cubicBezTo>
                  <a:pt x="167" y="241"/>
                  <a:pt x="171" y="214"/>
                  <a:pt x="179" y="191"/>
                </a:cubicBezTo>
                <a:moveTo>
                  <a:pt x="181" y="269"/>
                </a:moveTo>
                <a:cubicBezTo>
                  <a:pt x="265" y="269"/>
                  <a:pt x="265" y="269"/>
                  <a:pt x="265" y="269"/>
                </a:cubicBezTo>
                <a:cubicBezTo>
                  <a:pt x="265" y="207"/>
                  <a:pt x="265" y="207"/>
                  <a:pt x="265" y="207"/>
                </a:cubicBezTo>
                <a:cubicBezTo>
                  <a:pt x="238" y="207"/>
                  <a:pt x="215" y="202"/>
                  <a:pt x="193" y="195"/>
                </a:cubicBezTo>
                <a:cubicBezTo>
                  <a:pt x="186" y="217"/>
                  <a:pt x="183" y="243"/>
                  <a:pt x="181" y="269"/>
                </a:cubicBezTo>
                <a:moveTo>
                  <a:pt x="386" y="167"/>
                </a:moveTo>
                <a:cubicBezTo>
                  <a:pt x="370" y="150"/>
                  <a:pt x="351" y="136"/>
                  <a:pt x="329" y="126"/>
                </a:cubicBezTo>
                <a:cubicBezTo>
                  <a:pt x="341" y="140"/>
                  <a:pt x="351" y="157"/>
                  <a:pt x="360" y="179"/>
                </a:cubicBezTo>
                <a:cubicBezTo>
                  <a:pt x="370" y="174"/>
                  <a:pt x="379" y="171"/>
                  <a:pt x="386" y="167"/>
                </a:cubicBezTo>
                <a:moveTo>
                  <a:pt x="296" y="119"/>
                </a:moveTo>
                <a:cubicBezTo>
                  <a:pt x="289" y="117"/>
                  <a:pt x="284" y="117"/>
                  <a:pt x="279" y="117"/>
                </a:cubicBezTo>
                <a:cubicBezTo>
                  <a:pt x="279" y="193"/>
                  <a:pt x="279" y="193"/>
                  <a:pt x="279" y="193"/>
                </a:cubicBezTo>
                <a:cubicBezTo>
                  <a:pt x="303" y="191"/>
                  <a:pt x="324" y="188"/>
                  <a:pt x="346" y="183"/>
                </a:cubicBezTo>
                <a:cubicBezTo>
                  <a:pt x="334" y="150"/>
                  <a:pt x="315" y="128"/>
                  <a:pt x="296" y="119"/>
                </a:cubicBezTo>
                <a:moveTo>
                  <a:pt x="265" y="193"/>
                </a:moveTo>
                <a:cubicBezTo>
                  <a:pt x="265" y="117"/>
                  <a:pt x="265" y="117"/>
                  <a:pt x="265" y="117"/>
                </a:cubicBezTo>
                <a:cubicBezTo>
                  <a:pt x="260" y="117"/>
                  <a:pt x="255" y="117"/>
                  <a:pt x="248" y="119"/>
                </a:cubicBezTo>
                <a:cubicBezTo>
                  <a:pt x="229" y="128"/>
                  <a:pt x="210" y="150"/>
                  <a:pt x="198" y="183"/>
                </a:cubicBezTo>
                <a:cubicBezTo>
                  <a:pt x="219" y="188"/>
                  <a:pt x="241" y="191"/>
                  <a:pt x="265" y="193"/>
                </a:cubicBezTo>
                <a:moveTo>
                  <a:pt x="329" y="425"/>
                </a:moveTo>
                <a:cubicBezTo>
                  <a:pt x="351" y="415"/>
                  <a:pt x="370" y="403"/>
                  <a:pt x="386" y="386"/>
                </a:cubicBezTo>
                <a:cubicBezTo>
                  <a:pt x="379" y="382"/>
                  <a:pt x="370" y="377"/>
                  <a:pt x="360" y="374"/>
                </a:cubicBezTo>
                <a:cubicBezTo>
                  <a:pt x="351" y="394"/>
                  <a:pt x="341" y="410"/>
                  <a:pt x="329" y="425"/>
                </a:cubicBezTo>
                <a:moveTo>
                  <a:pt x="554" y="277"/>
                </a:moveTo>
                <a:cubicBezTo>
                  <a:pt x="554" y="429"/>
                  <a:pt x="429" y="554"/>
                  <a:pt x="277" y="554"/>
                </a:cubicBezTo>
                <a:cubicBezTo>
                  <a:pt x="124" y="554"/>
                  <a:pt x="0" y="429"/>
                  <a:pt x="0" y="277"/>
                </a:cubicBezTo>
                <a:cubicBezTo>
                  <a:pt x="0" y="124"/>
                  <a:pt x="124" y="0"/>
                  <a:pt x="277" y="0"/>
                </a:cubicBezTo>
                <a:cubicBezTo>
                  <a:pt x="429" y="0"/>
                  <a:pt x="554" y="124"/>
                  <a:pt x="554" y="277"/>
                </a:cubicBezTo>
                <a:moveTo>
                  <a:pt x="90" y="277"/>
                </a:moveTo>
                <a:cubicBezTo>
                  <a:pt x="90" y="312"/>
                  <a:pt x="102" y="348"/>
                  <a:pt x="121" y="377"/>
                </a:cubicBezTo>
                <a:cubicBezTo>
                  <a:pt x="129" y="374"/>
                  <a:pt x="136" y="372"/>
                  <a:pt x="145" y="372"/>
                </a:cubicBezTo>
                <a:cubicBezTo>
                  <a:pt x="126" y="346"/>
                  <a:pt x="114" y="317"/>
                  <a:pt x="112" y="284"/>
                </a:cubicBezTo>
                <a:cubicBezTo>
                  <a:pt x="167" y="284"/>
                  <a:pt x="167" y="284"/>
                  <a:pt x="167" y="284"/>
                </a:cubicBezTo>
                <a:cubicBezTo>
                  <a:pt x="167" y="310"/>
                  <a:pt x="171" y="336"/>
                  <a:pt x="179" y="360"/>
                </a:cubicBezTo>
                <a:cubicBezTo>
                  <a:pt x="176" y="362"/>
                  <a:pt x="171" y="362"/>
                  <a:pt x="167" y="365"/>
                </a:cubicBezTo>
                <a:cubicBezTo>
                  <a:pt x="179" y="362"/>
                  <a:pt x="191" y="358"/>
                  <a:pt x="205" y="353"/>
                </a:cubicBezTo>
                <a:cubicBezTo>
                  <a:pt x="200" y="353"/>
                  <a:pt x="198" y="355"/>
                  <a:pt x="193" y="355"/>
                </a:cubicBezTo>
                <a:cubicBezTo>
                  <a:pt x="186" y="334"/>
                  <a:pt x="183" y="310"/>
                  <a:pt x="181" y="284"/>
                </a:cubicBezTo>
                <a:cubicBezTo>
                  <a:pt x="265" y="284"/>
                  <a:pt x="265" y="284"/>
                  <a:pt x="265" y="284"/>
                </a:cubicBezTo>
                <a:cubicBezTo>
                  <a:pt x="265" y="327"/>
                  <a:pt x="265" y="327"/>
                  <a:pt x="265" y="327"/>
                </a:cubicBezTo>
                <a:cubicBezTo>
                  <a:pt x="269" y="324"/>
                  <a:pt x="274" y="322"/>
                  <a:pt x="279" y="320"/>
                </a:cubicBezTo>
                <a:cubicBezTo>
                  <a:pt x="279" y="284"/>
                  <a:pt x="279" y="284"/>
                  <a:pt x="279" y="284"/>
                </a:cubicBezTo>
                <a:cubicBezTo>
                  <a:pt x="341" y="284"/>
                  <a:pt x="341" y="284"/>
                  <a:pt x="341" y="284"/>
                </a:cubicBezTo>
                <a:cubicBezTo>
                  <a:pt x="346" y="279"/>
                  <a:pt x="353" y="274"/>
                  <a:pt x="360" y="269"/>
                </a:cubicBezTo>
                <a:cubicBezTo>
                  <a:pt x="279" y="269"/>
                  <a:pt x="279" y="269"/>
                  <a:pt x="279" y="269"/>
                </a:cubicBezTo>
                <a:cubicBezTo>
                  <a:pt x="279" y="207"/>
                  <a:pt x="279" y="207"/>
                  <a:pt x="279" y="207"/>
                </a:cubicBezTo>
                <a:cubicBezTo>
                  <a:pt x="305" y="207"/>
                  <a:pt x="329" y="202"/>
                  <a:pt x="351" y="195"/>
                </a:cubicBezTo>
                <a:cubicBezTo>
                  <a:pt x="358" y="217"/>
                  <a:pt x="360" y="241"/>
                  <a:pt x="363" y="267"/>
                </a:cubicBezTo>
                <a:cubicBezTo>
                  <a:pt x="367" y="265"/>
                  <a:pt x="372" y="260"/>
                  <a:pt x="377" y="257"/>
                </a:cubicBezTo>
                <a:cubicBezTo>
                  <a:pt x="375" y="234"/>
                  <a:pt x="370" y="212"/>
                  <a:pt x="365" y="191"/>
                </a:cubicBezTo>
                <a:cubicBezTo>
                  <a:pt x="377" y="188"/>
                  <a:pt x="386" y="183"/>
                  <a:pt x="396" y="176"/>
                </a:cubicBezTo>
                <a:cubicBezTo>
                  <a:pt x="401" y="181"/>
                  <a:pt x="405" y="188"/>
                  <a:pt x="408" y="193"/>
                </a:cubicBezTo>
                <a:cubicBezTo>
                  <a:pt x="415" y="191"/>
                  <a:pt x="422" y="186"/>
                  <a:pt x="429" y="183"/>
                </a:cubicBezTo>
                <a:cubicBezTo>
                  <a:pt x="396" y="131"/>
                  <a:pt x="339" y="95"/>
                  <a:pt x="272" y="95"/>
                </a:cubicBezTo>
                <a:cubicBezTo>
                  <a:pt x="171" y="95"/>
                  <a:pt x="90" y="176"/>
                  <a:pt x="90" y="277"/>
                </a:cubicBezTo>
                <a:moveTo>
                  <a:pt x="451" y="310"/>
                </a:moveTo>
                <a:cubicBezTo>
                  <a:pt x="449" y="310"/>
                  <a:pt x="446" y="310"/>
                  <a:pt x="444" y="310"/>
                </a:cubicBezTo>
                <a:cubicBezTo>
                  <a:pt x="441" y="310"/>
                  <a:pt x="437" y="310"/>
                  <a:pt x="432" y="308"/>
                </a:cubicBezTo>
                <a:cubicBezTo>
                  <a:pt x="432" y="310"/>
                  <a:pt x="429" y="310"/>
                  <a:pt x="427" y="312"/>
                </a:cubicBezTo>
                <a:cubicBezTo>
                  <a:pt x="422" y="336"/>
                  <a:pt x="410" y="358"/>
                  <a:pt x="396" y="374"/>
                </a:cubicBezTo>
                <a:cubicBezTo>
                  <a:pt x="386" y="370"/>
                  <a:pt x="377" y="365"/>
                  <a:pt x="365" y="360"/>
                </a:cubicBezTo>
                <a:cubicBezTo>
                  <a:pt x="365" y="355"/>
                  <a:pt x="367" y="353"/>
                  <a:pt x="367" y="348"/>
                </a:cubicBezTo>
                <a:cubicBezTo>
                  <a:pt x="355" y="355"/>
                  <a:pt x="343" y="360"/>
                  <a:pt x="334" y="367"/>
                </a:cubicBezTo>
                <a:cubicBezTo>
                  <a:pt x="336" y="367"/>
                  <a:pt x="341" y="367"/>
                  <a:pt x="346" y="370"/>
                </a:cubicBezTo>
                <a:cubicBezTo>
                  <a:pt x="334" y="401"/>
                  <a:pt x="315" y="425"/>
                  <a:pt x="296" y="434"/>
                </a:cubicBezTo>
                <a:cubicBezTo>
                  <a:pt x="289" y="434"/>
                  <a:pt x="284" y="434"/>
                  <a:pt x="279" y="434"/>
                </a:cubicBezTo>
                <a:cubicBezTo>
                  <a:pt x="279" y="389"/>
                  <a:pt x="279" y="389"/>
                  <a:pt x="279" y="389"/>
                </a:cubicBezTo>
                <a:cubicBezTo>
                  <a:pt x="274" y="391"/>
                  <a:pt x="269" y="394"/>
                  <a:pt x="265" y="394"/>
                </a:cubicBezTo>
                <a:cubicBezTo>
                  <a:pt x="265" y="434"/>
                  <a:pt x="265" y="434"/>
                  <a:pt x="265" y="434"/>
                </a:cubicBezTo>
                <a:cubicBezTo>
                  <a:pt x="260" y="434"/>
                  <a:pt x="255" y="434"/>
                  <a:pt x="248" y="434"/>
                </a:cubicBezTo>
                <a:cubicBezTo>
                  <a:pt x="238" y="429"/>
                  <a:pt x="229" y="420"/>
                  <a:pt x="219" y="408"/>
                </a:cubicBezTo>
                <a:cubicBezTo>
                  <a:pt x="215" y="410"/>
                  <a:pt x="210" y="413"/>
                  <a:pt x="205" y="413"/>
                </a:cubicBezTo>
                <a:cubicBezTo>
                  <a:pt x="207" y="417"/>
                  <a:pt x="212" y="422"/>
                  <a:pt x="215" y="425"/>
                </a:cubicBezTo>
                <a:cubicBezTo>
                  <a:pt x="207" y="422"/>
                  <a:pt x="203" y="420"/>
                  <a:pt x="195" y="415"/>
                </a:cubicBezTo>
                <a:cubicBezTo>
                  <a:pt x="186" y="417"/>
                  <a:pt x="174" y="420"/>
                  <a:pt x="164" y="422"/>
                </a:cubicBezTo>
                <a:cubicBezTo>
                  <a:pt x="195" y="444"/>
                  <a:pt x="231" y="458"/>
                  <a:pt x="272" y="458"/>
                </a:cubicBezTo>
                <a:cubicBezTo>
                  <a:pt x="360" y="458"/>
                  <a:pt x="434" y="394"/>
                  <a:pt x="451" y="310"/>
                </a:cubicBezTo>
                <a:moveTo>
                  <a:pt x="491" y="245"/>
                </a:moveTo>
                <a:cubicBezTo>
                  <a:pt x="491" y="219"/>
                  <a:pt x="470" y="198"/>
                  <a:pt x="444" y="198"/>
                </a:cubicBezTo>
                <a:cubicBezTo>
                  <a:pt x="417" y="198"/>
                  <a:pt x="398" y="219"/>
                  <a:pt x="398" y="245"/>
                </a:cubicBezTo>
                <a:cubicBezTo>
                  <a:pt x="398" y="250"/>
                  <a:pt x="398" y="255"/>
                  <a:pt x="398" y="257"/>
                </a:cubicBezTo>
                <a:cubicBezTo>
                  <a:pt x="375" y="281"/>
                  <a:pt x="339" y="305"/>
                  <a:pt x="293" y="331"/>
                </a:cubicBezTo>
                <a:cubicBezTo>
                  <a:pt x="238" y="362"/>
                  <a:pt x="143" y="396"/>
                  <a:pt x="93" y="394"/>
                </a:cubicBezTo>
                <a:cubicBezTo>
                  <a:pt x="61" y="394"/>
                  <a:pt x="93" y="341"/>
                  <a:pt x="93" y="341"/>
                </a:cubicBezTo>
                <a:cubicBezTo>
                  <a:pt x="93" y="341"/>
                  <a:pt x="31" y="401"/>
                  <a:pt x="83" y="413"/>
                </a:cubicBezTo>
                <a:cubicBezTo>
                  <a:pt x="112" y="420"/>
                  <a:pt x="207" y="403"/>
                  <a:pt x="310" y="360"/>
                </a:cubicBezTo>
                <a:cubicBezTo>
                  <a:pt x="358" y="339"/>
                  <a:pt x="398" y="315"/>
                  <a:pt x="429" y="291"/>
                </a:cubicBezTo>
                <a:cubicBezTo>
                  <a:pt x="434" y="293"/>
                  <a:pt x="439" y="293"/>
                  <a:pt x="444" y="293"/>
                </a:cubicBezTo>
                <a:cubicBezTo>
                  <a:pt x="470" y="293"/>
                  <a:pt x="491" y="272"/>
                  <a:pt x="491" y="245"/>
                </a:cubicBezTo>
              </a:path>
            </a:pathLst>
          </a:cu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9240036" y="6112979"/>
            <a:ext cx="5706109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2700" b="1" kern="0" spc="90" dirty="0">
                <a:solidFill>
                  <a:srgbClr val="003F8E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정밀제조 디지털 공장 솔루션 서비스 기업</a:t>
            </a:r>
            <a:endParaRPr sz="27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778238" y="403590"/>
            <a:ext cx="1821179" cy="542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F4889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회사 소개</a:t>
            </a:r>
            <a:endParaRPr sz="2200" dirty="0">
              <a:latin typeface="맑은 고딕"/>
              <a:ea typeface="맑은 고딕"/>
              <a:cs typeface="맑은 고딕"/>
            </a:endParaRPr>
          </a:p>
          <a:p>
            <a:pPr marL="15875" algn="l" rtl="0" eaLnBrk="0">
              <a:lnSpc>
                <a:spcPct val="81000"/>
              </a:lnSpc>
              <a:spcBef>
                <a:spcPts val="110"/>
              </a:spcBef>
            </a:pPr>
            <a:r>
              <a:rPr sz="1400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</a:t>
            </a:r>
            <a:r>
              <a:rPr sz="1400" kern="0" spc="1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Introduction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501802" y="372364"/>
            <a:ext cx="1201419" cy="704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4800" b="1" kern="0" spc="-80" dirty="0">
                <a:solidFill>
                  <a:srgbClr val="1F48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001</a:t>
            </a:r>
            <a:r>
              <a:rPr sz="4800" b="1" kern="0" spc="-10" dirty="0">
                <a:solidFill>
                  <a:srgbClr val="1F48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4" name="path 64"/>
          <p:cNvSpPr/>
          <p:nvPr/>
        </p:nvSpPr>
        <p:spPr>
          <a:xfrm>
            <a:off x="1650974" y="385064"/>
            <a:ext cx="38100" cy="540004"/>
          </a:xfrm>
          <a:custGeom>
            <a:avLst/>
            <a:gdLst/>
            <a:ahLst/>
            <a:cxnLst/>
            <a:rect l="0" t="0" r="0" b="0"/>
            <a:pathLst>
              <a:path w="60" h="850">
                <a:moveTo>
                  <a:pt x="30" y="0"/>
                </a:moveTo>
                <a:lnTo>
                  <a:pt x="30" y="85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" name="path 66"/>
          <p:cNvSpPr/>
          <p:nvPr/>
        </p:nvSpPr>
        <p:spPr>
          <a:xfrm>
            <a:off x="470395" y="1051559"/>
            <a:ext cx="1612799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0" name="rect 70"/>
          <p:cNvSpPr/>
          <p:nvPr/>
        </p:nvSpPr>
        <p:spPr>
          <a:xfrm>
            <a:off x="15995015" y="6336144"/>
            <a:ext cx="302400" cy="302399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" name="path 72"/>
          <p:cNvSpPr/>
          <p:nvPr/>
        </p:nvSpPr>
        <p:spPr>
          <a:xfrm>
            <a:off x="9158985" y="6703250"/>
            <a:ext cx="7156703" cy="9525"/>
          </a:xfrm>
          <a:custGeom>
            <a:avLst/>
            <a:gdLst/>
            <a:ahLst/>
            <a:cxnLst/>
            <a:rect l="0" t="0" r="0" b="0"/>
            <a:pathLst>
              <a:path w="11270" h="15">
                <a:moveTo>
                  <a:pt x="0" y="7"/>
                </a:moveTo>
                <a:lnTo>
                  <a:pt x="11270" y="7"/>
                </a:lnTo>
              </a:path>
            </a:pathLst>
          </a:custGeom>
          <a:noFill/>
          <a:ln w="9525" cap="flat">
            <a:solidFill>
              <a:srgbClr val="0F6FC6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" name="path 74"/>
          <p:cNvSpPr/>
          <p:nvPr/>
        </p:nvSpPr>
        <p:spPr>
          <a:xfrm>
            <a:off x="15907703" y="6304788"/>
            <a:ext cx="9525" cy="2664028"/>
          </a:xfrm>
          <a:custGeom>
            <a:avLst/>
            <a:gdLst/>
            <a:ahLst/>
            <a:cxnLst/>
            <a:rect l="0" t="0" r="0" b="0"/>
            <a:pathLst>
              <a:path w="15" h="4195">
                <a:moveTo>
                  <a:pt x="7" y="0"/>
                </a:moveTo>
                <a:lnTo>
                  <a:pt x="7" y="4195"/>
                </a:lnTo>
              </a:path>
            </a:pathLst>
          </a:custGeom>
          <a:noFill/>
          <a:ln w="9525" cap="flat">
            <a:solidFill>
              <a:srgbClr val="0F6FC6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r="2093" b="8825"/>
          <a:stretch>
            <a:fillRect/>
          </a:stretch>
        </p:blipFill>
        <p:spPr>
          <a:xfrm>
            <a:off x="332105" y="1167130"/>
            <a:ext cx="6209030" cy="783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22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 76"/>
          <p:cNvSpPr/>
          <p:nvPr/>
        </p:nvSpPr>
        <p:spPr>
          <a:xfrm>
            <a:off x="1671320" y="1428177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" name="rect 78"/>
          <p:cNvSpPr/>
          <p:nvPr/>
        </p:nvSpPr>
        <p:spPr>
          <a:xfrm>
            <a:off x="1671320" y="4453572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rect 80"/>
          <p:cNvSpPr/>
          <p:nvPr/>
        </p:nvSpPr>
        <p:spPr>
          <a:xfrm>
            <a:off x="1671320" y="2033333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rect 82"/>
          <p:cNvSpPr/>
          <p:nvPr/>
        </p:nvSpPr>
        <p:spPr>
          <a:xfrm>
            <a:off x="1671320" y="3243389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rect 84"/>
          <p:cNvSpPr/>
          <p:nvPr/>
        </p:nvSpPr>
        <p:spPr>
          <a:xfrm>
            <a:off x="1671320" y="5058600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" name="rect 86"/>
          <p:cNvSpPr/>
          <p:nvPr/>
        </p:nvSpPr>
        <p:spPr>
          <a:xfrm>
            <a:off x="1671320" y="2638361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" name="rect 88"/>
          <p:cNvSpPr/>
          <p:nvPr/>
        </p:nvSpPr>
        <p:spPr>
          <a:xfrm>
            <a:off x="1671320" y="5663755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" name="rect 90"/>
          <p:cNvSpPr/>
          <p:nvPr/>
        </p:nvSpPr>
        <p:spPr>
          <a:xfrm>
            <a:off x="1671320" y="3848544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36223" y="1416189"/>
            <a:ext cx="5162169" cy="7692897"/>
          </a:xfrm>
          <a:prstGeom prst="rect">
            <a:avLst/>
          </a:prstGeom>
        </p:spPr>
      </p:pic>
      <p:sp>
        <p:nvSpPr>
          <p:cNvPr id="94" name="rect 94"/>
          <p:cNvSpPr/>
          <p:nvPr/>
        </p:nvSpPr>
        <p:spPr>
          <a:xfrm>
            <a:off x="1671320" y="8083969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rect 96"/>
          <p:cNvSpPr/>
          <p:nvPr/>
        </p:nvSpPr>
        <p:spPr>
          <a:xfrm>
            <a:off x="1671320" y="8689035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" name="rect 98"/>
          <p:cNvSpPr/>
          <p:nvPr/>
        </p:nvSpPr>
        <p:spPr>
          <a:xfrm>
            <a:off x="1671320" y="7478839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" name="rect 100"/>
          <p:cNvSpPr/>
          <p:nvPr/>
        </p:nvSpPr>
        <p:spPr>
          <a:xfrm>
            <a:off x="1671320" y="6873811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rect 102"/>
          <p:cNvSpPr/>
          <p:nvPr/>
        </p:nvSpPr>
        <p:spPr>
          <a:xfrm>
            <a:off x="1671320" y="6268783"/>
            <a:ext cx="855789" cy="420052"/>
          </a:xfrm>
          <a:prstGeom prst="rect">
            <a:avLst/>
          </a:prstGeom>
          <a:solidFill>
            <a:srgbClr val="17406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textbox 104"/>
          <p:cNvSpPr/>
          <p:nvPr/>
        </p:nvSpPr>
        <p:spPr>
          <a:xfrm>
            <a:off x="1658620" y="1394949"/>
            <a:ext cx="12416790" cy="7586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>
                <a:tab pos="173355" algn="l"/>
              </a:tabLst>
            </a:pPr>
            <a:r>
              <a:rPr sz="3400" kern="0" spc="60" baseline="-14000" dirty="0">
                <a:solidFill>
                  <a:srgbClr val="FFFFFF">
                    <a:alpha val="100000"/>
                  </a:srgbClr>
                </a:solidFill>
                <a:latin typeface="Impact"/>
                <a:ea typeface="Impact"/>
                <a:cs typeface="Impact"/>
              </a:rPr>
              <a:t>	2012</a:t>
            </a: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       선전 난산에 법인 설립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; 선전시 과학기술국·난산구 정부와 첨단과학기술 전략 도입 및 인큐베이팅 협약 체결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670"/>
              </a:spcBef>
              <a:tabLst>
                <a:tab pos="169545" algn="l"/>
              </a:tabLst>
            </a:pPr>
            <a:r>
              <a:rPr sz="3400" kern="0" spc="70" baseline="-14000" dirty="0">
                <a:solidFill>
                  <a:srgbClr val="FFFFFF">
                    <a:alpha val="100000"/>
                  </a:srgbClr>
                </a:solidFill>
                <a:latin typeface="Impact"/>
                <a:ea typeface="Impact"/>
                <a:cs typeface="Impact"/>
              </a:rPr>
              <a:t>	2013</a:t>
            </a:r>
            <a:r>
              <a:rPr sz="1400" b="1" kern="0" spc="7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       칭화대학교 선전연구원과 RFID 및 사물인터넷 연구개발 협력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; OPPLE, 수푸전자(速普电子), 허난 팍스콘 금형 실습기지 구축 프로젝트 수주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670"/>
              </a:spcBef>
              <a:tabLst>
                <a:tab pos="173355" algn="l"/>
              </a:tabLst>
            </a:pPr>
            <a:r>
              <a:rPr sz="3400" kern="0" spc="70" baseline="-14000" dirty="0">
                <a:solidFill>
                  <a:srgbClr val="FFFFFF">
                    <a:alpha val="100000"/>
                  </a:srgbClr>
                </a:solidFill>
                <a:latin typeface="Impact"/>
                <a:ea typeface="Impact"/>
                <a:cs typeface="Impact"/>
              </a:rPr>
              <a:t>	2014</a:t>
            </a:r>
            <a:r>
              <a:rPr sz="1400" b="1" kern="0" spc="7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       국가 슈퍼컴퓨팅·클라우드컴퓨팅 센터와 기계산업 클라우드 응용·연구 협력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; Philips와 전략적 협력 체결, 필립스 글로벌 금형 공장 스마트 제조 서비스 공급업체가 됨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 algn="l" rtl="0" eaLnBrk="0">
              <a:lnSpc>
                <a:spcPct val="157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665"/>
              </a:spcBef>
              <a:tabLst>
                <a:tab pos="169545" algn="l"/>
              </a:tabLst>
            </a:pPr>
            <a:r>
              <a:rPr sz="3400" kern="0" spc="50" baseline="-14000" dirty="0">
                <a:solidFill>
                  <a:srgbClr val="FFFFFF">
                    <a:alpha val="100000"/>
                  </a:srgbClr>
                </a:solidFill>
                <a:latin typeface="Impact"/>
                <a:ea typeface="Impact"/>
                <a:cs typeface="Impact"/>
              </a:rPr>
              <a:t>	2015</a:t>
            </a: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       국내 최초 자체 지식재산권 유연 자동화 라인 양산 가동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; 복수의 수입 설비 공급업체와 협력 협약 체결, 차세대 CNC 시스템 및 로봇 유연 제어 시스템 연구 착수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 algn="l" rtl="0" eaLnBrk="0">
              <a:lnSpc>
                <a:spcPct val="145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670"/>
              </a:spcBef>
              <a:tabLst>
                <a:tab pos="167005" algn="l"/>
              </a:tabLst>
            </a:pPr>
            <a:r>
              <a:rPr sz="3400" kern="0" spc="60" baseline="-14000" dirty="0">
                <a:solidFill>
                  <a:srgbClr val="FFFFFF">
                    <a:alpha val="100000"/>
                  </a:srgbClr>
                </a:solidFill>
                <a:latin typeface="Impact"/>
                <a:ea typeface="Impact"/>
                <a:cs typeface="Impact"/>
              </a:rPr>
              <a:t>	2016</a:t>
            </a: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       둥관 모더바오 스마트과학기술 유한공사 설립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; 리쩌샹(李泽湘) 교수 XBOTPARK로부터 2천만 위안 이상 투자 유치; 중국 금형 스마트 제조 유력 브랜드로 성장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670"/>
              </a:spcBef>
              <a:tabLst>
                <a:tab pos="188595" algn="l"/>
              </a:tabLst>
            </a:pPr>
            <a:r>
              <a:rPr sz="3400" kern="0" spc="70" baseline="-14000" dirty="0">
                <a:solidFill>
                  <a:srgbClr val="FFFFFF">
                    <a:alpha val="100000"/>
                  </a:srgbClr>
                </a:solidFill>
                <a:latin typeface="Impact"/>
                <a:ea typeface="Impact"/>
                <a:cs typeface="Impact"/>
              </a:rPr>
              <a:t>	2017</a:t>
            </a:r>
            <a:r>
              <a:rPr sz="1400" b="1" kern="0" spc="7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       둥관 창안 스마트 공장 설립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; 단포투자(澹朴投资)로부터 수천만 위안 투자 유치; 국가 첨단기술기업 인증 획득; "국가 금형 스마트 제조 시범기지" 지정·현판식</a:t>
            </a:r>
            <a:endParaRPr sz="1400" dirty="0">
              <a:latin typeface="맑은 고딕"/>
              <a:ea typeface="맑은 고딕"/>
              <a:cs typeface="맑은 고딕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670"/>
              </a:spcBef>
              <a:tabLst>
                <a:tab pos="169545" algn="l"/>
              </a:tabLst>
            </a:pPr>
            <a:r>
              <a:rPr sz="3400" kern="0" spc="10" baseline="-14000" dirty="0">
                <a:solidFill>
                  <a:srgbClr val="FFFFFF">
                    <a:alpha val="100000"/>
                  </a:srgbClr>
                </a:solidFill>
                <a:latin typeface="Impact"/>
                <a:ea typeface="Impact"/>
                <a:cs typeface="Impact"/>
              </a:rPr>
              <a:t>	2018</a:t>
            </a:r>
            <a:r>
              <a:rPr sz="2200" b="1" kern="0" spc="10" baseline="200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       모운(模云) SaaS 시스템 정식 출시</a:t>
            </a:r>
            <a:r>
              <a:rPr sz="2200" kern="0" spc="10" baseline="200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; 전기자동차 분야 유력 기관으로부터 수천만 위안 투자 유치</a:t>
            </a:r>
            <a:endParaRPr sz="2200" baseline="2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1776243" y="403590"/>
            <a:ext cx="1642110" cy="542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F4889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발전 연혁</a:t>
            </a:r>
            <a:endParaRPr sz="2200" dirty="0">
              <a:latin typeface="맑은 고딕"/>
              <a:ea typeface="맑은 고딕"/>
              <a:cs typeface="맑은 고딕"/>
            </a:endParaRPr>
          </a:p>
          <a:p>
            <a:pPr marL="22225" algn="l" rtl="0" eaLnBrk="0">
              <a:lnSpc>
                <a:spcPct val="81000"/>
              </a:lnSpc>
              <a:spcBef>
                <a:spcPts val="105"/>
              </a:spcBef>
            </a:pPr>
            <a:r>
              <a:rPr sz="1400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Development history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501802" y="372364"/>
            <a:ext cx="1201419" cy="704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4800" b="1" kern="0" spc="-80" dirty="0">
                <a:solidFill>
                  <a:srgbClr val="1F48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001</a:t>
            </a:r>
            <a:r>
              <a:rPr sz="4800" b="1" kern="0" spc="-10" dirty="0">
                <a:solidFill>
                  <a:srgbClr val="1F48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" name="path 112"/>
          <p:cNvSpPr/>
          <p:nvPr/>
        </p:nvSpPr>
        <p:spPr>
          <a:xfrm>
            <a:off x="1650974" y="385064"/>
            <a:ext cx="38100" cy="540004"/>
          </a:xfrm>
          <a:custGeom>
            <a:avLst/>
            <a:gdLst/>
            <a:ahLst/>
            <a:cxnLst/>
            <a:rect l="0" t="0" r="0" b="0"/>
            <a:pathLst>
              <a:path w="60" h="850">
                <a:moveTo>
                  <a:pt x="30" y="0"/>
                </a:moveTo>
                <a:lnTo>
                  <a:pt x="30" y="85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" name="path 114"/>
          <p:cNvSpPr/>
          <p:nvPr/>
        </p:nvSpPr>
        <p:spPr>
          <a:xfrm>
            <a:off x="470395" y="1051559"/>
            <a:ext cx="1612799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187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29418" y="755143"/>
            <a:ext cx="8540675" cy="78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sz="2240" dirty="0">
                <a:solidFill>
                  <a:schemeClr val="bg1"/>
                </a:solidFill>
                <a:latin typeface="맑은 고딕"/>
                <a:ea typeface="맑은 고딕"/>
              </a:rPr>
              <a:t>회사 소개-수상 및 인증</a:t>
            </a:r>
          </a:p>
          <a:p>
            <a:pPr algn="l">
              <a:defRPr/>
            </a:pPr>
            <a:endParaRPr lang="ko-KR" sz="224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84937" y="3002451"/>
            <a:ext cx="2928366" cy="2048256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" name="图片 7" descr="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3067" y="5817915"/>
            <a:ext cx="4420108" cy="248653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424304" y="2972225"/>
            <a:ext cx="2895473" cy="207848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4340099" y="2735751"/>
            <a:ext cx="3350641" cy="2314956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15001876" y="2874435"/>
            <a:ext cx="1617091" cy="2176272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3465683" y="2844209"/>
            <a:ext cx="1692656" cy="2206498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11952606" y="2761533"/>
            <a:ext cx="1732661" cy="2289175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0197719" y="2592623"/>
            <a:ext cx="1895348" cy="2458085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8" name="图片 17" descr="0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904" y="5659673"/>
            <a:ext cx="5121529" cy="27799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 descr="0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32679" y="5794801"/>
            <a:ext cx="6203442" cy="250964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384938" y="8708645"/>
            <a:ext cx="1826141" cy="3508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ko-KR" sz="1680" dirty="0">
                <a:latin typeface="맑은 고딕"/>
                <a:ea typeface="맑은 고딕"/>
              </a:rPr>
              <a:t>#일부 수상 내역만 표시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981327" y="8162208"/>
            <a:ext cx="1887055" cy="3508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ko-KR" sz="1680" dirty="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</a:rPr>
              <a:t>(소프트웨어 저작권 50건+)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941564" y="8162208"/>
            <a:ext cx="1584088" cy="3508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ko-KR" sz="1680" dirty="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</a:rPr>
              <a:t>(특허 100건+)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3414375" y="8162208"/>
            <a:ext cx="1903085" cy="3508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ko-KR" sz="1680" dirty="0">
                <a:solidFill>
                  <a:schemeClr val="bg1">
                    <a:lumMod val="75000"/>
                  </a:schemeClr>
                </a:solidFill>
                <a:latin typeface="맑은 고딕"/>
                <a:ea typeface="맑은 고딕"/>
              </a:rPr>
              <a:t>(인증 체계 완비)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 bwMode="auto">
          <a:xfrm>
            <a:off x="6720841" y="2493943"/>
            <a:ext cx="3626231" cy="2556764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26" name="组合 25"/>
          <p:cNvGrpSpPr/>
          <p:nvPr/>
        </p:nvGrpSpPr>
        <p:grpSpPr>
          <a:xfrm>
            <a:off x="6914642" y="2506881"/>
            <a:ext cx="3298190" cy="2463419"/>
            <a:chOff x="5683" y="2669"/>
            <a:chExt cx="3710" cy="2771"/>
          </a:xfrm>
        </p:grpSpPr>
        <p:sp>
          <p:nvSpPr>
            <p:cNvPr id="27" name="MH_Other_1"/>
            <p:cNvSpPr/>
            <p:nvPr>
              <p:custDataLst>
                <p:tags r:id="rId1"/>
              </p:custDataLst>
            </p:nvPr>
          </p:nvSpPr>
          <p:spPr>
            <a:xfrm>
              <a:off x="5683" y="2669"/>
              <a:ext cx="3710" cy="2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254000" dist="635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360"/>
            </a:p>
          </p:txBody>
        </p:sp>
        <p:pic>
          <p:nvPicPr>
            <p:cNvPr id="28" name="图片 27" descr="18-深圳市专精特新企业证书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790" y="2753"/>
              <a:ext cx="3516" cy="252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48" name="textbox 148"/>
          <p:cNvSpPr/>
          <p:nvPr/>
        </p:nvSpPr>
        <p:spPr>
          <a:xfrm>
            <a:off x="1665852" y="403590"/>
            <a:ext cx="1889125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21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기술 및 수상</a:t>
            </a:r>
            <a:endParaRPr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10"/>
              </a:spcBef>
            </a:pPr>
            <a:r>
              <a:rPr sz="1400" kern="0" spc="2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Technology and</a:t>
            </a:r>
            <a:r>
              <a:rPr sz="1400" kern="0" spc="1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kern="0" spc="2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  <a:r>
              <a:rPr sz="1400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onor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0" name="path 150"/>
          <p:cNvSpPr/>
          <p:nvPr/>
        </p:nvSpPr>
        <p:spPr>
          <a:xfrm>
            <a:off x="470395" y="1051559"/>
            <a:ext cx="1612799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" name="textbox 152"/>
          <p:cNvSpPr/>
          <p:nvPr/>
        </p:nvSpPr>
        <p:spPr>
          <a:xfrm>
            <a:off x="487577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001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4" name="path 154"/>
          <p:cNvSpPr/>
          <p:nvPr/>
        </p:nvSpPr>
        <p:spPr>
          <a:xfrm>
            <a:off x="1554523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39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9908533" y="4072814"/>
            <a:ext cx="6001558" cy="3706500"/>
            <a:chOff x="10880" y="5643"/>
            <a:chExt cx="7454" cy="4316"/>
          </a:xfrm>
        </p:grpSpPr>
        <p:sp>
          <p:nvSpPr>
            <p:cNvPr id="20" name="矩形 19"/>
            <p:cNvSpPr/>
            <p:nvPr/>
          </p:nvSpPr>
          <p:spPr>
            <a:xfrm>
              <a:off x="10880" y="5643"/>
              <a:ext cx="7454" cy="643"/>
            </a:xfrm>
            <a:prstGeom prst="rect">
              <a:avLst/>
            </a:prstGeom>
            <a:solidFill>
              <a:srgbClr val="0E3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10880" y="7498"/>
              <a:ext cx="7454" cy="643"/>
            </a:xfrm>
            <a:prstGeom prst="rect">
              <a:avLst/>
            </a:prstGeom>
            <a:solidFill>
              <a:srgbClr val="0E3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10880" y="9317"/>
              <a:ext cx="7452" cy="643"/>
            </a:xfrm>
            <a:prstGeom prst="rect">
              <a:avLst/>
            </a:prstGeom>
            <a:solidFill>
              <a:srgbClr val="0E3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9407513" y="3588958"/>
            <a:ext cx="3112691" cy="4128163"/>
            <a:chOff x="10568" y="5031"/>
            <a:chExt cx="3866" cy="4807"/>
          </a:xfrm>
        </p:grpSpPr>
        <p:sp>
          <p:nvSpPr>
            <p:cNvPr id="25" name="文本框 164"/>
            <p:cNvSpPr txBox="1"/>
            <p:nvPr/>
          </p:nvSpPr>
          <p:spPr>
            <a:xfrm>
              <a:off x="10568" y="5031"/>
              <a:ext cx="3836" cy="1183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dirty="0">
                  <a:solidFill>
                    <a:srgbClr val="42BAEB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1000+</a:t>
              </a:r>
            </a:p>
          </p:txBody>
        </p:sp>
        <p:sp>
          <p:nvSpPr>
            <p:cNvPr id="26" name="文本框 164"/>
            <p:cNvSpPr txBox="1"/>
            <p:nvPr/>
          </p:nvSpPr>
          <p:spPr>
            <a:xfrm>
              <a:off x="11088" y="6868"/>
              <a:ext cx="3316" cy="1183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dirty="0">
                  <a:solidFill>
                    <a:srgbClr val="42BAEB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200+</a:t>
              </a:r>
            </a:p>
          </p:txBody>
        </p:sp>
        <p:sp>
          <p:nvSpPr>
            <p:cNvPr id="27" name="文本框 164"/>
            <p:cNvSpPr txBox="1"/>
            <p:nvPr/>
          </p:nvSpPr>
          <p:spPr>
            <a:xfrm>
              <a:off x="11118" y="8655"/>
              <a:ext cx="3316" cy="1183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dirty="0">
                  <a:solidFill>
                    <a:srgbClr val="42BAEB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700+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2070349" y="4152470"/>
            <a:ext cx="3775329" cy="3516920"/>
            <a:chOff x="13565" y="5661"/>
            <a:chExt cx="4689" cy="4170"/>
          </a:xfrm>
        </p:grpSpPr>
        <p:sp>
          <p:nvSpPr>
            <p:cNvPr id="29" name="文本框 28"/>
            <p:cNvSpPr txBox="1"/>
            <p:nvPr/>
          </p:nvSpPr>
          <p:spPr>
            <a:xfrm>
              <a:off x="13565" y="5661"/>
              <a:ext cx="4689" cy="4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우수 고객사 제조업 디지털 전환 업그레이드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3670" y="7574"/>
              <a:ext cx="4052" cy="4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개 대학과 협력</a:t>
              </a:r>
              <a:r>
                <a:rPr lang="en-US" altLang="zh-CN" sz="20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“</a:t>
              </a:r>
              <a:r>
                <a:rPr lang="zh-CN" altLang="en-US" sz="20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산학연</a:t>
              </a:r>
              <a:r>
                <a:rPr lang="en-US" altLang="zh-CN" sz="20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”</a:t>
              </a:r>
              <a:r>
                <a:rPr lang="zh-CN" altLang="en-US" sz="20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협력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3610" y="9365"/>
              <a:ext cx="3733" cy="4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0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자동화 라인 및 자동화 유닛</a:t>
              </a: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9502132" y="1887009"/>
            <a:ext cx="655066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sz="2000" dirty="0">
                <a:latin typeface="맑은 고딕"/>
                <a:ea typeface="맑은 고딕"/>
              </a:rPr>
              <a:t>현재 모더바오의 고객은 전국 대부분의 지역에 분포되어 있으며, 선전 본사를 중심으로 화남, 화중, 화동, 서남, 화북 등 지역에 지사 및 사무소를 설립하였습니다.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079500" y="2387026"/>
            <a:ext cx="6750344" cy="6342101"/>
            <a:chOff x="370" y="1909"/>
            <a:chExt cx="8625" cy="7656"/>
          </a:xfrm>
        </p:grpSpPr>
        <p:grpSp>
          <p:nvGrpSpPr>
            <p:cNvPr id="34" name="组合 33"/>
            <p:cNvGrpSpPr/>
            <p:nvPr/>
          </p:nvGrpSpPr>
          <p:grpSpPr>
            <a:xfrm>
              <a:off x="370" y="1909"/>
              <a:ext cx="8625" cy="7656"/>
              <a:chOff x="4285" y="289"/>
              <a:chExt cx="10959" cy="9491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10210" y="6666"/>
                <a:ext cx="3455" cy="2653"/>
                <a:chOff x="6483256" y="5065098"/>
                <a:chExt cx="2194065" cy="1684783"/>
              </a:xfrm>
            </p:grpSpPr>
            <p:sp>
              <p:nvSpPr>
                <p:cNvPr id="103" name="Freeform 7"/>
                <p:cNvSpPr/>
                <p:nvPr/>
              </p:nvSpPr>
              <p:spPr bwMode="auto">
                <a:xfrm>
                  <a:off x="7056706" y="6470082"/>
                  <a:ext cx="337975" cy="279799"/>
                </a:xfrm>
                <a:custGeom>
                  <a:avLst/>
                  <a:gdLst>
                    <a:gd name="T0" fmla="*/ 82 w 244"/>
                    <a:gd name="T1" fmla="*/ 202 h 202"/>
                    <a:gd name="T2" fmla="*/ 82 w 244"/>
                    <a:gd name="T3" fmla="*/ 202 h 202"/>
                    <a:gd name="T4" fmla="*/ 22 w 244"/>
                    <a:gd name="T5" fmla="*/ 182 h 202"/>
                    <a:gd name="T6" fmla="*/ 22 w 244"/>
                    <a:gd name="T7" fmla="*/ 182 h 202"/>
                    <a:gd name="T8" fmla="*/ 12 w 244"/>
                    <a:gd name="T9" fmla="*/ 174 h 202"/>
                    <a:gd name="T10" fmla="*/ 6 w 244"/>
                    <a:gd name="T11" fmla="*/ 166 h 202"/>
                    <a:gd name="T12" fmla="*/ 0 w 244"/>
                    <a:gd name="T13" fmla="*/ 158 h 202"/>
                    <a:gd name="T14" fmla="*/ 0 w 244"/>
                    <a:gd name="T15" fmla="*/ 150 h 202"/>
                    <a:gd name="T16" fmla="*/ 0 w 244"/>
                    <a:gd name="T17" fmla="*/ 132 h 202"/>
                    <a:gd name="T18" fmla="*/ 0 w 244"/>
                    <a:gd name="T19" fmla="*/ 114 h 202"/>
                    <a:gd name="T20" fmla="*/ 0 w 244"/>
                    <a:gd name="T21" fmla="*/ 114 h 202"/>
                    <a:gd name="T22" fmla="*/ 2 w 244"/>
                    <a:gd name="T23" fmla="*/ 94 h 202"/>
                    <a:gd name="T24" fmla="*/ 4 w 244"/>
                    <a:gd name="T25" fmla="*/ 90 h 202"/>
                    <a:gd name="T26" fmla="*/ 6 w 244"/>
                    <a:gd name="T27" fmla="*/ 86 h 202"/>
                    <a:gd name="T28" fmla="*/ 8 w 244"/>
                    <a:gd name="T29" fmla="*/ 84 h 202"/>
                    <a:gd name="T30" fmla="*/ 14 w 244"/>
                    <a:gd name="T31" fmla="*/ 82 h 202"/>
                    <a:gd name="T32" fmla="*/ 30 w 244"/>
                    <a:gd name="T33" fmla="*/ 78 h 202"/>
                    <a:gd name="T34" fmla="*/ 30 w 244"/>
                    <a:gd name="T35" fmla="*/ 78 h 202"/>
                    <a:gd name="T36" fmla="*/ 42 w 244"/>
                    <a:gd name="T37" fmla="*/ 68 h 202"/>
                    <a:gd name="T38" fmla="*/ 42 w 244"/>
                    <a:gd name="T39" fmla="*/ 68 h 202"/>
                    <a:gd name="T40" fmla="*/ 44 w 244"/>
                    <a:gd name="T41" fmla="*/ 32 h 202"/>
                    <a:gd name="T42" fmla="*/ 44 w 244"/>
                    <a:gd name="T43" fmla="*/ 32 h 202"/>
                    <a:gd name="T44" fmla="*/ 48 w 244"/>
                    <a:gd name="T45" fmla="*/ 30 h 202"/>
                    <a:gd name="T46" fmla="*/ 48 w 244"/>
                    <a:gd name="T47" fmla="*/ 30 h 202"/>
                    <a:gd name="T48" fmla="*/ 64 w 244"/>
                    <a:gd name="T49" fmla="*/ 34 h 202"/>
                    <a:gd name="T50" fmla="*/ 74 w 244"/>
                    <a:gd name="T51" fmla="*/ 34 h 202"/>
                    <a:gd name="T52" fmla="*/ 84 w 244"/>
                    <a:gd name="T53" fmla="*/ 34 h 202"/>
                    <a:gd name="T54" fmla="*/ 84 w 244"/>
                    <a:gd name="T55" fmla="*/ 34 h 202"/>
                    <a:gd name="T56" fmla="*/ 134 w 244"/>
                    <a:gd name="T57" fmla="*/ 6 h 202"/>
                    <a:gd name="T58" fmla="*/ 134 w 244"/>
                    <a:gd name="T59" fmla="*/ 6 h 202"/>
                    <a:gd name="T60" fmla="*/ 218 w 244"/>
                    <a:gd name="T61" fmla="*/ 0 h 202"/>
                    <a:gd name="T62" fmla="*/ 218 w 244"/>
                    <a:gd name="T63" fmla="*/ 0 h 202"/>
                    <a:gd name="T64" fmla="*/ 224 w 244"/>
                    <a:gd name="T65" fmla="*/ 4 h 202"/>
                    <a:gd name="T66" fmla="*/ 234 w 244"/>
                    <a:gd name="T67" fmla="*/ 12 h 202"/>
                    <a:gd name="T68" fmla="*/ 238 w 244"/>
                    <a:gd name="T69" fmla="*/ 16 h 202"/>
                    <a:gd name="T70" fmla="*/ 240 w 244"/>
                    <a:gd name="T71" fmla="*/ 22 h 202"/>
                    <a:gd name="T72" fmla="*/ 244 w 244"/>
                    <a:gd name="T73" fmla="*/ 28 h 202"/>
                    <a:gd name="T74" fmla="*/ 244 w 244"/>
                    <a:gd name="T75" fmla="*/ 36 h 202"/>
                    <a:gd name="T76" fmla="*/ 244 w 244"/>
                    <a:gd name="T77" fmla="*/ 36 h 202"/>
                    <a:gd name="T78" fmla="*/ 232 w 244"/>
                    <a:gd name="T79" fmla="*/ 56 h 202"/>
                    <a:gd name="T80" fmla="*/ 224 w 244"/>
                    <a:gd name="T81" fmla="*/ 66 h 202"/>
                    <a:gd name="T82" fmla="*/ 216 w 244"/>
                    <a:gd name="T83" fmla="*/ 74 h 202"/>
                    <a:gd name="T84" fmla="*/ 216 w 244"/>
                    <a:gd name="T85" fmla="*/ 74 h 202"/>
                    <a:gd name="T86" fmla="*/ 210 w 244"/>
                    <a:gd name="T87" fmla="*/ 90 h 202"/>
                    <a:gd name="T88" fmla="*/ 202 w 244"/>
                    <a:gd name="T89" fmla="*/ 106 h 202"/>
                    <a:gd name="T90" fmla="*/ 194 w 244"/>
                    <a:gd name="T91" fmla="*/ 122 h 202"/>
                    <a:gd name="T92" fmla="*/ 188 w 244"/>
                    <a:gd name="T93" fmla="*/ 142 h 202"/>
                    <a:gd name="T94" fmla="*/ 188 w 244"/>
                    <a:gd name="T95" fmla="*/ 142 h 202"/>
                    <a:gd name="T96" fmla="*/ 98 w 244"/>
                    <a:gd name="T97" fmla="*/ 198 h 202"/>
                    <a:gd name="T98" fmla="*/ 98 w 244"/>
                    <a:gd name="T99" fmla="*/ 198 h 202"/>
                    <a:gd name="T100" fmla="*/ 90 w 244"/>
                    <a:gd name="T101" fmla="*/ 200 h 202"/>
                    <a:gd name="T102" fmla="*/ 82 w 244"/>
                    <a:gd name="T103" fmla="*/ 202 h 202"/>
                    <a:gd name="T104" fmla="*/ 82 w 244"/>
                    <a:gd name="T105" fmla="*/ 202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44" h="202">
                      <a:moveTo>
                        <a:pt x="82" y="202"/>
                      </a:moveTo>
                      <a:lnTo>
                        <a:pt x="82" y="202"/>
                      </a:lnTo>
                      <a:lnTo>
                        <a:pt x="22" y="182"/>
                      </a:lnTo>
                      <a:lnTo>
                        <a:pt x="22" y="182"/>
                      </a:lnTo>
                      <a:lnTo>
                        <a:pt x="12" y="174"/>
                      </a:lnTo>
                      <a:lnTo>
                        <a:pt x="6" y="166"/>
                      </a:lnTo>
                      <a:lnTo>
                        <a:pt x="0" y="158"/>
                      </a:lnTo>
                      <a:lnTo>
                        <a:pt x="0" y="150"/>
                      </a:lnTo>
                      <a:lnTo>
                        <a:pt x="0" y="132"/>
                      </a:lnTo>
                      <a:lnTo>
                        <a:pt x="0" y="114"/>
                      </a:lnTo>
                      <a:lnTo>
                        <a:pt x="0" y="114"/>
                      </a:lnTo>
                      <a:lnTo>
                        <a:pt x="2" y="94"/>
                      </a:lnTo>
                      <a:lnTo>
                        <a:pt x="4" y="90"/>
                      </a:lnTo>
                      <a:lnTo>
                        <a:pt x="6" y="86"/>
                      </a:lnTo>
                      <a:lnTo>
                        <a:pt x="8" y="84"/>
                      </a:lnTo>
                      <a:lnTo>
                        <a:pt x="14" y="82"/>
                      </a:lnTo>
                      <a:lnTo>
                        <a:pt x="30" y="78"/>
                      </a:lnTo>
                      <a:lnTo>
                        <a:pt x="30" y="78"/>
                      </a:lnTo>
                      <a:lnTo>
                        <a:pt x="42" y="68"/>
                      </a:lnTo>
                      <a:lnTo>
                        <a:pt x="42" y="68"/>
                      </a:lnTo>
                      <a:lnTo>
                        <a:pt x="44" y="32"/>
                      </a:lnTo>
                      <a:lnTo>
                        <a:pt x="44" y="32"/>
                      </a:lnTo>
                      <a:lnTo>
                        <a:pt x="48" y="30"/>
                      </a:lnTo>
                      <a:lnTo>
                        <a:pt x="48" y="30"/>
                      </a:lnTo>
                      <a:lnTo>
                        <a:pt x="64" y="34"/>
                      </a:lnTo>
                      <a:lnTo>
                        <a:pt x="74" y="34"/>
                      </a:lnTo>
                      <a:lnTo>
                        <a:pt x="84" y="34"/>
                      </a:lnTo>
                      <a:lnTo>
                        <a:pt x="84" y="34"/>
                      </a:lnTo>
                      <a:lnTo>
                        <a:pt x="134" y="6"/>
                      </a:lnTo>
                      <a:lnTo>
                        <a:pt x="134" y="6"/>
                      </a:lnTo>
                      <a:lnTo>
                        <a:pt x="218" y="0"/>
                      </a:lnTo>
                      <a:lnTo>
                        <a:pt x="218" y="0"/>
                      </a:lnTo>
                      <a:lnTo>
                        <a:pt x="224" y="4"/>
                      </a:lnTo>
                      <a:lnTo>
                        <a:pt x="234" y="12"/>
                      </a:lnTo>
                      <a:lnTo>
                        <a:pt x="238" y="16"/>
                      </a:lnTo>
                      <a:lnTo>
                        <a:pt x="240" y="22"/>
                      </a:lnTo>
                      <a:lnTo>
                        <a:pt x="244" y="28"/>
                      </a:lnTo>
                      <a:lnTo>
                        <a:pt x="244" y="36"/>
                      </a:lnTo>
                      <a:lnTo>
                        <a:pt x="244" y="36"/>
                      </a:lnTo>
                      <a:lnTo>
                        <a:pt x="232" y="56"/>
                      </a:lnTo>
                      <a:lnTo>
                        <a:pt x="224" y="66"/>
                      </a:lnTo>
                      <a:lnTo>
                        <a:pt x="216" y="74"/>
                      </a:lnTo>
                      <a:lnTo>
                        <a:pt x="216" y="74"/>
                      </a:lnTo>
                      <a:lnTo>
                        <a:pt x="210" y="90"/>
                      </a:lnTo>
                      <a:lnTo>
                        <a:pt x="202" y="106"/>
                      </a:lnTo>
                      <a:lnTo>
                        <a:pt x="194" y="122"/>
                      </a:lnTo>
                      <a:lnTo>
                        <a:pt x="188" y="142"/>
                      </a:lnTo>
                      <a:lnTo>
                        <a:pt x="188" y="142"/>
                      </a:lnTo>
                      <a:lnTo>
                        <a:pt x="98" y="198"/>
                      </a:lnTo>
                      <a:lnTo>
                        <a:pt x="98" y="198"/>
                      </a:lnTo>
                      <a:lnTo>
                        <a:pt x="90" y="200"/>
                      </a:lnTo>
                      <a:lnTo>
                        <a:pt x="82" y="202"/>
                      </a:lnTo>
                      <a:lnTo>
                        <a:pt x="82" y="202"/>
                      </a:lnTo>
                      <a:close/>
                    </a:path>
                  </a:pathLst>
                </a:custGeom>
                <a:solidFill>
                  <a:srgbClr val="94DAF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04" name="组合 103"/>
                <p:cNvGrpSpPr/>
                <p:nvPr/>
              </p:nvGrpSpPr>
              <p:grpSpPr>
                <a:xfrm>
                  <a:off x="6483256" y="5065098"/>
                  <a:ext cx="2194065" cy="1357439"/>
                  <a:chOff x="6483257" y="5065548"/>
                  <a:chExt cx="2194065" cy="1357439"/>
                </a:xfrm>
              </p:grpSpPr>
              <p:sp>
                <p:nvSpPr>
                  <p:cNvPr id="105" name="Freeform 9"/>
                  <p:cNvSpPr/>
                  <p:nvPr/>
                </p:nvSpPr>
                <p:spPr bwMode="auto">
                  <a:xfrm>
                    <a:off x="7189679" y="5589132"/>
                    <a:ext cx="1085951" cy="833855"/>
                  </a:xfrm>
                  <a:custGeom>
                    <a:avLst/>
                    <a:gdLst>
                      <a:gd name="T0" fmla="*/ 40 w 784"/>
                      <a:gd name="T1" fmla="*/ 590 h 602"/>
                      <a:gd name="T2" fmla="*/ 0 w 784"/>
                      <a:gd name="T3" fmla="*/ 520 h 602"/>
                      <a:gd name="T4" fmla="*/ 8 w 784"/>
                      <a:gd name="T5" fmla="*/ 486 h 602"/>
                      <a:gd name="T6" fmla="*/ 26 w 784"/>
                      <a:gd name="T7" fmla="*/ 440 h 602"/>
                      <a:gd name="T8" fmla="*/ 66 w 784"/>
                      <a:gd name="T9" fmla="*/ 396 h 602"/>
                      <a:gd name="T10" fmla="*/ 124 w 784"/>
                      <a:gd name="T11" fmla="*/ 342 h 602"/>
                      <a:gd name="T12" fmla="*/ 184 w 784"/>
                      <a:gd name="T13" fmla="*/ 276 h 602"/>
                      <a:gd name="T14" fmla="*/ 214 w 784"/>
                      <a:gd name="T15" fmla="*/ 230 h 602"/>
                      <a:gd name="T16" fmla="*/ 218 w 784"/>
                      <a:gd name="T17" fmla="*/ 196 h 602"/>
                      <a:gd name="T18" fmla="*/ 248 w 784"/>
                      <a:gd name="T19" fmla="*/ 164 h 602"/>
                      <a:gd name="T20" fmla="*/ 254 w 784"/>
                      <a:gd name="T21" fmla="*/ 96 h 602"/>
                      <a:gd name="T22" fmla="*/ 264 w 784"/>
                      <a:gd name="T23" fmla="*/ 60 h 602"/>
                      <a:gd name="T24" fmla="*/ 298 w 784"/>
                      <a:gd name="T25" fmla="*/ 36 h 602"/>
                      <a:gd name="T26" fmla="*/ 352 w 784"/>
                      <a:gd name="T27" fmla="*/ 68 h 602"/>
                      <a:gd name="T28" fmla="*/ 360 w 784"/>
                      <a:gd name="T29" fmla="*/ 32 h 602"/>
                      <a:gd name="T30" fmla="*/ 346 w 784"/>
                      <a:gd name="T31" fmla="*/ 8 h 602"/>
                      <a:gd name="T32" fmla="*/ 454 w 784"/>
                      <a:gd name="T33" fmla="*/ 10 h 602"/>
                      <a:gd name="T34" fmla="*/ 506 w 784"/>
                      <a:gd name="T35" fmla="*/ 0 h 602"/>
                      <a:gd name="T36" fmla="*/ 518 w 784"/>
                      <a:gd name="T37" fmla="*/ 20 h 602"/>
                      <a:gd name="T38" fmla="*/ 478 w 784"/>
                      <a:gd name="T39" fmla="*/ 82 h 602"/>
                      <a:gd name="T40" fmla="*/ 500 w 784"/>
                      <a:gd name="T41" fmla="*/ 96 h 602"/>
                      <a:gd name="T42" fmla="*/ 580 w 784"/>
                      <a:gd name="T43" fmla="*/ 72 h 602"/>
                      <a:gd name="T44" fmla="*/ 612 w 784"/>
                      <a:gd name="T45" fmla="*/ 84 h 602"/>
                      <a:gd name="T46" fmla="*/ 668 w 784"/>
                      <a:gd name="T47" fmla="*/ 58 h 602"/>
                      <a:gd name="T48" fmla="*/ 710 w 784"/>
                      <a:gd name="T49" fmla="*/ 56 h 602"/>
                      <a:gd name="T50" fmla="*/ 784 w 784"/>
                      <a:gd name="T51" fmla="*/ 152 h 602"/>
                      <a:gd name="T52" fmla="*/ 752 w 784"/>
                      <a:gd name="T53" fmla="*/ 174 h 602"/>
                      <a:gd name="T54" fmla="*/ 728 w 784"/>
                      <a:gd name="T55" fmla="*/ 196 h 602"/>
                      <a:gd name="T56" fmla="*/ 728 w 784"/>
                      <a:gd name="T57" fmla="*/ 224 h 602"/>
                      <a:gd name="T58" fmla="*/ 704 w 784"/>
                      <a:gd name="T59" fmla="*/ 242 h 602"/>
                      <a:gd name="T60" fmla="*/ 634 w 784"/>
                      <a:gd name="T61" fmla="*/ 282 h 602"/>
                      <a:gd name="T62" fmla="*/ 606 w 784"/>
                      <a:gd name="T63" fmla="*/ 296 h 602"/>
                      <a:gd name="T64" fmla="*/ 582 w 784"/>
                      <a:gd name="T65" fmla="*/ 288 h 602"/>
                      <a:gd name="T66" fmla="*/ 556 w 784"/>
                      <a:gd name="T67" fmla="*/ 304 h 602"/>
                      <a:gd name="T68" fmla="*/ 544 w 784"/>
                      <a:gd name="T69" fmla="*/ 292 h 602"/>
                      <a:gd name="T70" fmla="*/ 526 w 784"/>
                      <a:gd name="T71" fmla="*/ 294 h 602"/>
                      <a:gd name="T72" fmla="*/ 516 w 784"/>
                      <a:gd name="T73" fmla="*/ 326 h 602"/>
                      <a:gd name="T74" fmla="*/ 498 w 784"/>
                      <a:gd name="T75" fmla="*/ 338 h 602"/>
                      <a:gd name="T76" fmla="*/ 478 w 784"/>
                      <a:gd name="T77" fmla="*/ 342 h 602"/>
                      <a:gd name="T78" fmla="*/ 468 w 784"/>
                      <a:gd name="T79" fmla="*/ 326 h 602"/>
                      <a:gd name="T80" fmla="*/ 436 w 784"/>
                      <a:gd name="T81" fmla="*/ 302 h 602"/>
                      <a:gd name="T82" fmla="*/ 408 w 784"/>
                      <a:gd name="T83" fmla="*/ 330 h 602"/>
                      <a:gd name="T84" fmla="*/ 374 w 784"/>
                      <a:gd name="T85" fmla="*/ 368 h 602"/>
                      <a:gd name="T86" fmla="*/ 350 w 784"/>
                      <a:gd name="T87" fmla="*/ 394 h 602"/>
                      <a:gd name="T88" fmla="*/ 306 w 784"/>
                      <a:gd name="T89" fmla="*/ 418 h 602"/>
                      <a:gd name="T90" fmla="*/ 270 w 784"/>
                      <a:gd name="T91" fmla="*/ 422 h 602"/>
                      <a:gd name="T92" fmla="*/ 256 w 784"/>
                      <a:gd name="T93" fmla="*/ 438 h 602"/>
                      <a:gd name="T94" fmla="*/ 218 w 784"/>
                      <a:gd name="T95" fmla="*/ 432 h 602"/>
                      <a:gd name="T96" fmla="*/ 140 w 784"/>
                      <a:gd name="T97" fmla="*/ 462 h 602"/>
                      <a:gd name="T98" fmla="*/ 92 w 784"/>
                      <a:gd name="T99" fmla="*/ 474 h 602"/>
                      <a:gd name="T100" fmla="*/ 76 w 784"/>
                      <a:gd name="T101" fmla="*/ 510 h 602"/>
                      <a:gd name="T102" fmla="*/ 52 w 784"/>
                      <a:gd name="T103" fmla="*/ 542 h 602"/>
                      <a:gd name="T104" fmla="*/ 78 w 784"/>
                      <a:gd name="T105" fmla="*/ 566 h 602"/>
                      <a:gd name="T106" fmla="*/ 86 w 784"/>
                      <a:gd name="T107" fmla="*/ 590 h 602"/>
                      <a:gd name="T108" fmla="*/ 54 w 784"/>
                      <a:gd name="T109" fmla="*/ 602 h 6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</a:cxnLst>
                    <a:rect l="0" t="0" r="r" b="b"/>
                    <a:pathLst>
                      <a:path w="784" h="602">
                        <a:moveTo>
                          <a:pt x="54" y="602"/>
                        </a:moveTo>
                        <a:lnTo>
                          <a:pt x="54" y="602"/>
                        </a:lnTo>
                        <a:lnTo>
                          <a:pt x="46" y="596"/>
                        </a:lnTo>
                        <a:lnTo>
                          <a:pt x="40" y="590"/>
                        </a:lnTo>
                        <a:lnTo>
                          <a:pt x="34" y="580"/>
                        </a:lnTo>
                        <a:lnTo>
                          <a:pt x="28" y="558"/>
                        </a:lnTo>
                        <a:lnTo>
                          <a:pt x="28" y="558"/>
                        </a:lnTo>
                        <a:lnTo>
                          <a:pt x="0" y="520"/>
                        </a:lnTo>
                        <a:lnTo>
                          <a:pt x="0" y="520"/>
                        </a:lnTo>
                        <a:lnTo>
                          <a:pt x="0" y="502"/>
                        </a:lnTo>
                        <a:lnTo>
                          <a:pt x="2" y="492"/>
                        </a:lnTo>
                        <a:lnTo>
                          <a:pt x="8" y="486"/>
                        </a:lnTo>
                        <a:lnTo>
                          <a:pt x="18" y="478"/>
                        </a:lnTo>
                        <a:lnTo>
                          <a:pt x="18" y="478"/>
                        </a:lnTo>
                        <a:lnTo>
                          <a:pt x="22" y="450"/>
                        </a:lnTo>
                        <a:lnTo>
                          <a:pt x="26" y="440"/>
                        </a:lnTo>
                        <a:lnTo>
                          <a:pt x="30" y="430"/>
                        </a:lnTo>
                        <a:lnTo>
                          <a:pt x="36" y="422"/>
                        </a:lnTo>
                        <a:lnTo>
                          <a:pt x="44" y="414"/>
                        </a:lnTo>
                        <a:lnTo>
                          <a:pt x="66" y="396"/>
                        </a:lnTo>
                        <a:lnTo>
                          <a:pt x="66" y="396"/>
                        </a:lnTo>
                        <a:lnTo>
                          <a:pt x="94" y="366"/>
                        </a:lnTo>
                        <a:lnTo>
                          <a:pt x="108" y="354"/>
                        </a:lnTo>
                        <a:lnTo>
                          <a:pt x="124" y="342"/>
                        </a:lnTo>
                        <a:lnTo>
                          <a:pt x="124" y="342"/>
                        </a:lnTo>
                        <a:lnTo>
                          <a:pt x="154" y="306"/>
                        </a:lnTo>
                        <a:lnTo>
                          <a:pt x="184" y="276"/>
                        </a:lnTo>
                        <a:lnTo>
                          <a:pt x="184" y="276"/>
                        </a:lnTo>
                        <a:lnTo>
                          <a:pt x="196" y="266"/>
                        </a:lnTo>
                        <a:lnTo>
                          <a:pt x="204" y="256"/>
                        </a:lnTo>
                        <a:lnTo>
                          <a:pt x="210" y="244"/>
                        </a:lnTo>
                        <a:lnTo>
                          <a:pt x="214" y="230"/>
                        </a:lnTo>
                        <a:lnTo>
                          <a:pt x="214" y="230"/>
                        </a:lnTo>
                        <a:lnTo>
                          <a:pt x="214" y="214"/>
                        </a:lnTo>
                        <a:lnTo>
                          <a:pt x="216" y="204"/>
                        </a:lnTo>
                        <a:lnTo>
                          <a:pt x="218" y="196"/>
                        </a:lnTo>
                        <a:lnTo>
                          <a:pt x="222" y="190"/>
                        </a:lnTo>
                        <a:lnTo>
                          <a:pt x="232" y="180"/>
                        </a:lnTo>
                        <a:lnTo>
                          <a:pt x="240" y="174"/>
                        </a:lnTo>
                        <a:lnTo>
                          <a:pt x="248" y="164"/>
                        </a:lnTo>
                        <a:lnTo>
                          <a:pt x="248" y="164"/>
                        </a:lnTo>
                        <a:lnTo>
                          <a:pt x="244" y="106"/>
                        </a:lnTo>
                        <a:lnTo>
                          <a:pt x="244" y="106"/>
                        </a:lnTo>
                        <a:lnTo>
                          <a:pt x="254" y="96"/>
                        </a:lnTo>
                        <a:lnTo>
                          <a:pt x="260" y="84"/>
                        </a:lnTo>
                        <a:lnTo>
                          <a:pt x="262" y="72"/>
                        </a:lnTo>
                        <a:lnTo>
                          <a:pt x="264" y="60"/>
                        </a:lnTo>
                        <a:lnTo>
                          <a:pt x="264" y="60"/>
                        </a:lnTo>
                        <a:lnTo>
                          <a:pt x="278" y="36"/>
                        </a:lnTo>
                        <a:lnTo>
                          <a:pt x="278" y="36"/>
                        </a:lnTo>
                        <a:lnTo>
                          <a:pt x="298" y="36"/>
                        </a:lnTo>
                        <a:lnTo>
                          <a:pt x="298" y="36"/>
                        </a:lnTo>
                        <a:lnTo>
                          <a:pt x="332" y="68"/>
                        </a:lnTo>
                        <a:lnTo>
                          <a:pt x="332" y="68"/>
                        </a:lnTo>
                        <a:lnTo>
                          <a:pt x="352" y="68"/>
                        </a:lnTo>
                        <a:lnTo>
                          <a:pt x="352" y="68"/>
                        </a:lnTo>
                        <a:lnTo>
                          <a:pt x="354" y="64"/>
                        </a:lnTo>
                        <a:lnTo>
                          <a:pt x="356" y="60"/>
                        </a:lnTo>
                        <a:lnTo>
                          <a:pt x="358" y="48"/>
                        </a:lnTo>
                        <a:lnTo>
                          <a:pt x="360" y="32"/>
                        </a:lnTo>
                        <a:lnTo>
                          <a:pt x="360" y="32"/>
                        </a:lnTo>
                        <a:lnTo>
                          <a:pt x="340" y="10"/>
                        </a:lnTo>
                        <a:lnTo>
                          <a:pt x="340" y="10"/>
                        </a:lnTo>
                        <a:lnTo>
                          <a:pt x="346" y="8"/>
                        </a:lnTo>
                        <a:lnTo>
                          <a:pt x="346" y="8"/>
                        </a:lnTo>
                        <a:lnTo>
                          <a:pt x="442" y="8"/>
                        </a:lnTo>
                        <a:lnTo>
                          <a:pt x="442" y="8"/>
                        </a:lnTo>
                        <a:lnTo>
                          <a:pt x="454" y="10"/>
                        </a:lnTo>
                        <a:lnTo>
                          <a:pt x="472" y="10"/>
                        </a:lnTo>
                        <a:lnTo>
                          <a:pt x="490" y="8"/>
                        </a:lnTo>
                        <a:lnTo>
                          <a:pt x="500" y="4"/>
                        </a:lnTo>
                        <a:lnTo>
                          <a:pt x="506" y="0"/>
                        </a:lnTo>
                        <a:lnTo>
                          <a:pt x="506" y="0"/>
                        </a:lnTo>
                        <a:lnTo>
                          <a:pt x="518" y="0"/>
                        </a:lnTo>
                        <a:lnTo>
                          <a:pt x="518" y="0"/>
                        </a:lnTo>
                        <a:lnTo>
                          <a:pt x="518" y="20"/>
                        </a:lnTo>
                        <a:lnTo>
                          <a:pt x="518" y="20"/>
                        </a:lnTo>
                        <a:lnTo>
                          <a:pt x="476" y="68"/>
                        </a:lnTo>
                        <a:lnTo>
                          <a:pt x="476" y="68"/>
                        </a:lnTo>
                        <a:lnTo>
                          <a:pt x="478" y="82"/>
                        </a:lnTo>
                        <a:lnTo>
                          <a:pt x="482" y="88"/>
                        </a:lnTo>
                        <a:lnTo>
                          <a:pt x="486" y="92"/>
                        </a:lnTo>
                        <a:lnTo>
                          <a:pt x="492" y="94"/>
                        </a:lnTo>
                        <a:lnTo>
                          <a:pt x="500" y="96"/>
                        </a:lnTo>
                        <a:lnTo>
                          <a:pt x="524" y="98"/>
                        </a:lnTo>
                        <a:lnTo>
                          <a:pt x="524" y="98"/>
                        </a:lnTo>
                        <a:lnTo>
                          <a:pt x="580" y="72"/>
                        </a:lnTo>
                        <a:lnTo>
                          <a:pt x="580" y="72"/>
                        </a:lnTo>
                        <a:lnTo>
                          <a:pt x="600" y="72"/>
                        </a:lnTo>
                        <a:lnTo>
                          <a:pt x="600" y="72"/>
                        </a:lnTo>
                        <a:lnTo>
                          <a:pt x="612" y="84"/>
                        </a:lnTo>
                        <a:lnTo>
                          <a:pt x="612" y="84"/>
                        </a:lnTo>
                        <a:lnTo>
                          <a:pt x="624" y="82"/>
                        </a:lnTo>
                        <a:lnTo>
                          <a:pt x="634" y="78"/>
                        </a:lnTo>
                        <a:lnTo>
                          <a:pt x="656" y="64"/>
                        </a:lnTo>
                        <a:lnTo>
                          <a:pt x="668" y="58"/>
                        </a:lnTo>
                        <a:lnTo>
                          <a:pt x="680" y="54"/>
                        </a:lnTo>
                        <a:lnTo>
                          <a:pt x="694" y="52"/>
                        </a:lnTo>
                        <a:lnTo>
                          <a:pt x="710" y="56"/>
                        </a:lnTo>
                        <a:lnTo>
                          <a:pt x="710" y="56"/>
                        </a:lnTo>
                        <a:lnTo>
                          <a:pt x="740" y="92"/>
                        </a:lnTo>
                        <a:lnTo>
                          <a:pt x="740" y="92"/>
                        </a:lnTo>
                        <a:lnTo>
                          <a:pt x="784" y="152"/>
                        </a:lnTo>
                        <a:lnTo>
                          <a:pt x="784" y="152"/>
                        </a:lnTo>
                        <a:lnTo>
                          <a:pt x="784" y="168"/>
                        </a:lnTo>
                        <a:lnTo>
                          <a:pt x="784" y="168"/>
                        </a:lnTo>
                        <a:lnTo>
                          <a:pt x="764" y="170"/>
                        </a:lnTo>
                        <a:lnTo>
                          <a:pt x="752" y="174"/>
                        </a:lnTo>
                        <a:lnTo>
                          <a:pt x="752" y="174"/>
                        </a:lnTo>
                        <a:lnTo>
                          <a:pt x="746" y="180"/>
                        </a:lnTo>
                        <a:lnTo>
                          <a:pt x="740" y="186"/>
                        </a:lnTo>
                        <a:lnTo>
                          <a:pt x="728" y="196"/>
                        </a:lnTo>
                        <a:lnTo>
                          <a:pt x="724" y="200"/>
                        </a:lnTo>
                        <a:lnTo>
                          <a:pt x="722" y="208"/>
                        </a:lnTo>
                        <a:lnTo>
                          <a:pt x="722" y="214"/>
                        </a:lnTo>
                        <a:lnTo>
                          <a:pt x="728" y="224"/>
                        </a:lnTo>
                        <a:lnTo>
                          <a:pt x="728" y="224"/>
                        </a:lnTo>
                        <a:lnTo>
                          <a:pt x="728" y="230"/>
                        </a:lnTo>
                        <a:lnTo>
                          <a:pt x="728" y="230"/>
                        </a:lnTo>
                        <a:lnTo>
                          <a:pt x="704" y="242"/>
                        </a:lnTo>
                        <a:lnTo>
                          <a:pt x="680" y="256"/>
                        </a:lnTo>
                        <a:lnTo>
                          <a:pt x="656" y="270"/>
                        </a:lnTo>
                        <a:lnTo>
                          <a:pt x="634" y="282"/>
                        </a:lnTo>
                        <a:lnTo>
                          <a:pt x="634" y="282"/>
                        </a:lnTo>
                        <a:lnTo>
                          <a:pt x="618" y="298"/>
                        </a:lnTo>
                        <a:lnTo>
                          <a:pt x="618" y="298"/>
                        </a:lnTo>
                        <a:lnTo>
                          <a:pt x="612" y="298"/>
                        </a:lnTo>
                        <a:lnTo>
                          <a:pt x="606" y="296"/>
                        </a:lnTo>
                        <a:lnTo>
                          <a:pt x="602" y="292"/>
                        </a:lnTo>
                        <a:lnTo>
                          <a:pt x="600" y="288"/>
                        </a:lnTo>
                        <a:lnTo>
                          <a:pt x="600" y="288"/>
                        </a:lnTo>
                        <a:lnTo>
                          <a:pt x="582" y="288"/>
                        </a:lnTo>
                        <a:lnTo>
                          <a:pt x="582" y="288"/>
                        </a:lnTo>
                        <a:lnTo>
                          <a:pt x="570" y="304"/>
                        </a:lnTo>
                        <a:lnTo>
                          <a:pt x="570" y="304"/>
                        </a:lnTo>
                        <a:lnTo>
                          <a:pt x="556" y="304"/>
                        </a:lnTo>
                        <a:lnTo>
                          <a:pt x="556" y="304"/>
                        </a:lnTo>
                        <a:lnTo>
                          <a:pt x="552" y="298"/>
                        </a:lnTo>
                        <a:lnTo>
                          <a:pt x="548" y="294"/>
                        </a:lnTo>
                        <a:lnTo>
                          <a:pt x="544" y="292"/>
                        </a:lnTo>
                        <a:lnTo>
                          <a:pt x="540" y="292"/>
                        </a:lnTo>
                        <a:lnTo>
                          <a:pt x="534" y="292"/>
                        </a:lnTo>
                        <a:lnTo>
                          <a:pt x="526" y="294"/>
                        </a:lnTo>
                        <a:lnTo>
                          <a:pt x="526" y="294"/>
                        </a:lnTo>
                        <a:lnTo>
                          <a:pt x="526" y="318"/>
                        </a:lnTo>
                        <a:lnTo>
                          <a:pt x="526" y="318"/>
                        </a:lnTo>
                        <a:lnTo>
                          <a:pt x="520" y="322"/>
                        </a:lnTo>
                        <a:lnTo>
                          <a:pt x="516" y="326"/>
                        </a:lnTo>
                        <a:lnTo>
                          <a:pt x="508" y="328"/>
                        </a:lnTo>
                        <a:lnTo>
                          <a:pt x="504" y="328"/>
                        </a:lnTo>
                        <a:lnTo>
                          <a:pt x="500" y="332"/>
                        </a:lnTo>
                        <a:lnTo>
                          <a:pt x="498" y="338"/>
                        </a:lnTo>
                        <a:lnTo>
                          <a:pt x="494" y="346"/>
                        </a:lnTo>
                        <a:lnTo>
                          <a:pt x="494" y="346"/>
                        </a:lnTo>
                        <a:lnTo>
                          <a:pt x="482" y="344"/>
                        </a:lnTo>
                        <a:lnTo>
                          <a:pt x="478" y="342"/>
                        </a:lnTo>
                        <a:lnTo>
                          <a:pt x="476" y="340"/>
                        </a:lnTo>
                        <a:lnTo>
                          <a:pt x="472" y="334"/>
                        </a:lnTo>
                        <a:lnTo>
                          <a:pt x="468" y="326"/>
                        </a:lnTo>
                        <a:lnTo>
                          <a:pt x="468" y="326"/>
                        </a:lnTo>
                        <a:lnTo>
                          <a:pt x="462" y="326"/>
                        </a:lnTo>
                        <a:lnTo>
                          <a:pt x="462" y="326"/>
                        </a:lnTo>
                        <a:lnTo>
                          <a:pt x="436" y="302"/>
                        </a:lnTo>
                        <a:lnTo>
                          <a:pt x="436" y="302"/>
                        </a:lnTo>
                        <a:lnTo>
                          <a:pt x="420" y="302"/>
                        </a:lnTo>
                        <a:lnTo>
                          <a:pt x="420" y="302"/>
                        </a:lnTo>
                        <a:lnTo>
                          <a:pt x="414" y="314"/>
                        </a:lnTo>
                        <a:lnTo>
                          <a:pt x="408" y="330"/>
                        </a:lnTo>
                        <a:lnTo>
                          <a:pt x="408" y="330"/>
                        </a:lnTo>
                        <a:lnTo>
                          <a:pt x="388" y="362"/>
                        </a:lnTo>
                        <a:lnTo>
                          <a:pt x="388" y="362"/>
                        </a:lnTo>
                        <a:lnTo>
                          <a:pt x="374" y="368"/>
                        </a:lnTo>
                        <a:lnTo>
                          <a:pt x="366" y="374"/>
                        </a:lnTo>
                        <a:lnTo>
                          <a:pt x="358" y="382"/>
                        </a:lnTo>
                        <a:lnTo>
                          <a:pt x="350" y="394"/>
                        </a:lnTo>
                        <a:lnTo>
                          <a:pt x="350" y="394"/>
                        </a:lnTo>
                        <a:lnTo>
                          <a:pt x="338" y="396"/>
                        </a:lnTo>
                        <a:lnTo>
                          <a:pt x="328" y="398"/>
                        </a:lnTo>
                        <a:lnTo>
                          <a:pt x="328" y="398"/>
                        </a:lnTo>
                        <a:lnTo>
                          <a:pt x="306" y="418"/>
                        </a:lnTo>
                        <a:lnTo>
                          <a:pt x="306" y="418"/>
                        </a:lnTo>
                        <a:lnTo>
                          <a:pt x="290" y="418"/>
                        </a:lnTo>
                        <a:lnTo>
                          <a:pt x="278" y="420"/>
                        </a:lnTo>
                        <a:lnTo>
                          <a:pt x="270" y="422"/>
                        </a:lnTo>
                        <a:lnTo>
                          <a:pt x="262" y="426"/>
                        </a:lnTo>
                        <a:lnTo>
                          <a:pt x="262" y="426"/>
                        </a:lnTo>
                        <a:lnTo>
                          <a:pt x="256" y="438"/>
                        </a:lnTo>
                        <a:lnTo>
                          <a:pt x="256" y="438"/>
                        </a:lnTo>
                        <a:lnTo>
                          <a:pt x="244" y="438"/>
                        </a:lnTo>
                        <a:lnTo>
                          <a:pt x="244" y="438"/>
                        </a:lnTo>
                        <a:lnTo>
                          <a:pt x="228" y="432"/>
                        </a:lnTo>
                        <a:lnTo>
                          <a:pt x="218" y="432"/>
                        </a:lnTo>
                        <a:lnTo>
                          <a:pt x="210" y="436"/>
                        </a:lnTo>
                        <a:lnTo>
                          <a:pt x="198" y="440"/>
                        </a:lnTo>
                        <a:lnTo>
                          <a:pt x="198" y="440"/>
                        </a:lnTo>
                        <a:lnTo>
                          <a:pt x="140" y="462"/>
                        </a:lnTo>
                        <a:lnTo>
                          <a:pt x="140" y="462"/>
                        </a:lnTo>
                        <a:lnTo>
                          <a:pt x="120" y="464"/>
                        </a:lnTo>
                        <a:lnTo>
                          <a:pt x="104" y="466"/>
                        </a:lnTo>
                        <a:lnTo>
                          <a:pt x="92" y="474"/>
                        </a:lnTo>
                        <a:lnTo>
                          <a:pt x="78" y="486"/>
                        </a:lnTo>
                        <a:lnTo>
                          <a:pt x="78" y="486"/>
                        </a:lnTo>
                        <a:lnTo>
                          <a:pt x="76" y="510"/>
                        </a:lnTo>
                        <a:lnTo>
                          <a:pt x="76" y="510"/>
                        </a:lnTo>
                        <a:lnTo>
                          <a:pt x="64" y="514"/>
                        </a:lnTo>
                        <a:lnTo>
                          <a:pt x="56" y="520"/>
                        </a:lnTo>
                        <a:lnTo>
                          <a:pt x="52" y="528"/>
                        </a:lnTo>
                        <a:lnTo>
                          <a:pt x="52" y="542"/>
                        </a:lnTo>
                        <a:lnTo>
                          <a:pt x="52" y="542"/>
                        </a:lnTo>
                        <a:lnTo>
                          <a:pt x="60" y="548"/>
                        </a:lnTo>
                        <a:lnTo>
                          <a:pt x="72" y="558"/>
                        </a:lnTo>
                        <a:lnTo>
                          <a:pt x="78" y="566"/>
                        </a:lnTo>
                        <a:lnTo>
                          <a:pt x="82" y="572"/>
                        </a:lnTo>
                        <a:lnTo>
                          <a:pt x="86" y="580"/>
                        </a:lnTo>
                        <a:lnTo>
                          <a:pt x="86" y="590"/>
                        </a:lnTo>
                        <a:lnTo>
                          <a:pt x="86" y="590"/>
                        </a:lnTo>
                        <a:lnTo>
                          <a:pt x="78" y="594"/>
                        </a:lnTo>
                        <a:lnTo>
                          <a:pt x="68" y="598"/>
                        </a:lnTo>
                        <a:lnTo>
                          <a:pt x="54" y="602"/>
                        </a:lnTo>
                        <a:lnTo>
                          <a:pt x="54" y="602"/>
                        </a:lnTo>
                        <a:close/>
                      </a:path>
                    </a:pathLst>
                  </a:custGeom>
                  <a:solidFill>
                    <a:srgbClr val="94DAF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06" name="Freeform 11"/>
                  <p:cNvSpPr/>
                  <p:nvPr/>
                </p:nvSpPr>
                <p:spPr bwMode="auto">
                  <a:xfrm>
                    <a:off x="6483257" y="5478321"/>
                    <a:ext cx="1036086" cy="772909"/>
                  </a:xfrm>
                  <a:custGeom>
                    <a:avLst/>
                    <a:gdLst>
                      <a:gd name="T0" fmla="*/ 450 w 748"/>
                      <a:gd name="T1" fmla="*/ 540 h 558"/>
                      <a:gd name="T2" fmla="*/ 440 w 748"/>
                      <a:gd name="T3" fmla="*/ 532 h 558"/>
                      <a:gd name="T4" fmla="*/ 422 w 748"/>
                      <a:gd name="T5" fmla="*/ 516 h 558"/>
                      <a:gd name="T6" fmla="*/ 406 w 748"/>
                      <a:gd name="T7" fmla="*/ 508 h 558"/>
                      <a:gd name="T8" fmla="*/ 390 w 748"/>
                      <a:gd name="T9" fmla="*/ 536 h 558"/>
                      <a:gd name="T10" fmla="*/ 280 w 748"/>
                      <a:gd name="T11" fmla="*/ 532 h 558"/>
                      <a:gd name="T12" fmla="*/ 218 w 748"/>
                      <a:gd name="T13" fmla="*/ 498 h 558"/>
                      <a:gd name="T14" fmla="*/ 204 w 748"/>
                      <a:gd name="T15" fmla="*/ 478 h 558"/>
                      <a:gd name="T16" fmla="*/ 212 w 748"/>
                      <a:gd name="T17" fmla="*/ 432 h 558"/>
                      <a:gd name="T18" fmla="*/ 188 w 748"/>
                      <a:gd name="T19" fmla="*/ 390 h 558"/>
                      <a:gd name="T20" fmla="*/ 142 w 748"/>
                      <a:gd name="T21" fmla="*/ 382 h 558"/>
                      <a:gd name="T22" fmla="*/ 82 w 748"/>
                      <a:gd name="T23" fmla="*/ 368 h 558"/>
                      <a:gd name="T24" fmla="*/ 104 w 748"/>
                      <a:gd name="T25" fmla="*/ 342 h 558"/>
                      <a:gd name="T26" fmla="*/ 140 w 748"/>
                      <a:gd name="T27" fmla="*/ 316 h 558"/>
                      <a:gd name="T28" fmla="*/ 142 w 748"/>
                      <a:gd name="T29" fmla="*/ 262 h 558"/>
                      <a:gd name="T30" fmla="*/ 102 w 748"/>
                      <a:gd name="T31" fmla="*/ 252 h 558"/>
                      <a:gd name="T32" fmla="*/ 20 w 748"/>
                      <a:gd name="T33" fmla="*/ 222 h 558"/>
                      <a:gd name="T34" fmla="*/ 0 w 748"/>
                      <a:gd name="T35" fmla="*/ 192 h 558"/>
                      <a:gd name="T36" fmla="*/ 22 w 748"/>
                      <a:gd name="T37" fmla="*/ 162 h 558"/>
                      <a:gd name="T38" fmla="*/ 62 w 748"/>
                      <a:gd name="T39" fmla="*/ 154 h 558"/>
                      <a:gd name="T40" fmla="*/ 120 w 748"/>
                      <a:gd name="T41" fmla="*/ 190 h 558"/>
                      <a:gd name="T42" fmla="*/ 156 w 748"/>
                      <a:gd name="T43" fmla="*/ 192 h 558"/>
                      <a:gd name="T44" fmla="*/ 206 w 748"/>
                      <a:gd name="T45" fmla="*/ 156 h 558"/>
                      <a:gd name="T46" fmla="*/ 240 w 748"/>
                      <a:gd name="T47" fmla="*/ 98 h 558"/>
                      <a:gd name="T48" fmla="*/ 274 w 748"/>
                      <a:gd name="T49" fmla="*/ 110 h 558"/>
                      <a:gd name="T50" fmla="*/ 308 w 748"/>
                      <a:gd name="T51" fmla="*/ 128 h 558"/>
                      <a:gd name="T52" fmla="*/ 342 w 748"/>
                      <a:gd name="T53" fmla="*/ 134 h 558"/>
                      <a:gd name="T54" fmla="*/ 410 w 748"/>
                      <a:gd name="T55" fmla="*/ 100 h 558"/>
                      <a:gd name="T56" fmla="*/ 442 w 748"/>
                      <a:gd name="T57" fmla="*/ 78 h 558"/>
                      <a:gd name="T58" fmla="*/ 470 w 748"/>
                      <a:gd name="T59" fmla="*/ 52 h 558"/>
                      <a:gd name="T60" fmla="*/ 514 w 748"/>
                      <a:gd name="T61" fmla="*/ 38 h 558"/>
                      <a:gd name="T62" fmla="*/ 588 w 748"/>
                      <a:gd name="T63" fmla="*/ 10 h 558"/>
                      <a:gd name="T64" fmla="*/ 632 w 748"/>
                      <a:gd name="T65" fmla="*/ 0 h 558"/>
                      <a:gd name="T66" fmla="*/ 672 w 748"/>
                      <a:gd name="T67" fmla="*/ 54 h 558"/>
                      <a:gd name="T68" fmla="*/ 640 w 748"/>
                      <a:gd name="T69" fmla="*/ 112 h 558"/>
                      <a:gd name="T70" fmla="*/ 642 w 748"/>
                      <a:gd name="T71" fmla="*/ 142 h 558"/>
                      <a:gd name="T72" fmla="*/ 682 w 748"/>
                      <a:gd name="T73" fmla="*/ 172 h 558"/>
                      <a:gd name="T74" fmla="*/ 734 w 748"/>
                      <a:gd name="T75" fmla="*/ 180 h 558"/>
                      <a:gd name="T76" fmla="*/ 748 w 748"/>
                      <a:gd name="T77" fmla="*/ 220 h 558"/>
                      <a:gd name="T78" fmla="*/ 734 w 748"/>
                      <a:gd name="T79" fmla="*/ 254 h 558"/>
                      <a:gd name="T80" fmla="*/ 722 w 748"/>
                      <a:gd name="T81" fmla="*/ 264 h 558"/>
                      <a:gd name="T82" fmla="*/ 712 w 748"/>
                      <a:gd name="T83" fmla="*/ 312 h 558"/>
                      <a:gd name="T84" fmla="*/ 688 w 748"/>
                      <a:gd name="T85" fmla="*/ 346 h 558"/>
                      <a:gd name="T86" fmla="*/ 672 w 748"/>
                      <a:gd name="T87" fmla="*/ 360 h 558"/>
                      <a:gd name="T88" fmla="*/ 634 w 748"/>
                      <a:gd name="T89" fmla="*/ 406 h 558"/>
                      <a:gd name="T90" fmla="*/ 614 w 748"/>
                      <a:gd name="T91" fmla="*/ 424 h 558"/>
                      <a:gd name="T92" fmla="*/ 586 w 748"/>
                      <a:gd name="T93" fmla="*/ 448 h 558"/>
                      <a:gd name="T94" fmla="*/ 570 w 748"/>
                      <a:gd name="T95" fmla="*/ 468 h 558"/>
                      <a:gd name="T96" fmla="*/ 566 w 748"/>
                      <a:gd name="T97" fmla="*/ 474 h 558"/>
                      <a:gd name="T98" fmla="*/ 546 w 748"/>
                      <a:gd name="T99" fmla="*/ 484 h 558"/>
                      <a:gd name="T100" fmla="*/ 518 w 748"/>
                      <a:gd name="T101" fmla="*/ 534 h 558"/>
                      <a:gd name="T102" fmla="*/ 466 w 748"/>
                      <a:gd name="T103" fmla="*/ 558 h 5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748" h="558">
                        <a:moveTo>
                          <a:pt x="450" y="558"/>
                        </a:moveTo>
                        <a:lnTo>
                          <a:pt x="450" y="558"/>
                        </a:lnTo>
                        <a:lnTo>
                          <a:pt x="450" y="540"/>
                        </a:lnTo>
                        <a:lnTo>
                          <a:pt x="450" y="540"/>
                        </a:lnTo>
                        <a:lnTo>
                          <a:pt x="446" y="540"/>
                        </a:lnTo>
                        <a:lnTo>
                          <a:pt x="444" y="538"/>
                        </a:lnTo>
                        <a:lnTo>
                          <a:pt x="440" y="532"/>
                        </a:lnTo>
                        <a:lnTo>
                          <a:pt x="440" y="532"/>
                        </a:lnTo>
                        <a:lnTo>
                          <a:pt x="428" y="530"/>
                        </a:lnTo>
                        <a:lnTo>
                          <a:pt x="428" y="530"/>
                        </a:lnTo>
                        <a:lnTo>
                          <a:pt x="426" y="522"/>
                        </a:lnTo>
                        <a:lnTo>
                          <a:pt x="422" y="516"/>
                        </a:lnTo>
                        <a:lnTo>
                          <a:pt x="418" y="510"/>
                        </a:lnTo>
                        <a:lnTo>
                          <a:pt x="414" y="508"/>
                        </a:lnTo>
                        <a:lnTo>
                          <a:pt x="410" y="508"/>
                        </a:lnTo>
                        <a:lnTo>
                          <a:pt x="406" y="508"/>
                        </a:lnTo>
                        <a:lnTo>
                          <a:pt x="396" y="510"/>
                        </a:lnTo>
                        <a:lnTo>
                          <a:pt x="396" y="510"/>
                        </a:lnTo>
                        <a:lnTo>
                          <a:pt x="390" y="536"/>
                        </a:lnTo>
                        <a:lnTo>
                          <a:pt x="390" y="536"/>
                        </a:lnTo>
                        <a:lnTo>
                          <a:pt x="322" y="540"/>
                        </a:lnTo>
                        <a:lnTo>
                          <a:pt x="322" y="540"/>
                        </a:lnTo>
                        <a:lnTo>
                          <a:pt x="280" y="532"/>
                        </a:lnTo>
                        <a:lnTo>
                          <a:pt x="280" y="532"/>
                        </a:lnTo>
                        <a:lnTo>
                          <a:pt x="246" y="528"/>
                        </a:lnTo>
                        <a:lnTo>
                          <a:pt x="246" y="528"/>
                        </a:lnTo>
                        <a:lnTo>
                          <a:pt x="218" y="498"/>
                        </a:lnTo>
                        <a:lnTo>
                          <a:pt x="218" y="498"/>
                        </a:lnTo>
                        <a:lnTo>
                          <a:pt x="208" y="478"/>
                        </a:lnTo>
                        <a:lnTo>
                          <a:pt x="208" y="478"/>
                        </a:lnTo>
                        <a:lnTo>
                          <a:pt x="204" y="478"/>
                        </a:lnTo>
                        <a:lnTo>
                          <a:pt x="204" y="478"/>
                        </a:lnTo>
                        <a:lnTo>
                          <a:pt x="200" y="464"/>
                        </a:lnTo>
                        <a:lnTo>
                          <a:pt x="202" y="452"/>
                        </a:lnTo>
                        <a:lnTo>
                          <a:pt x="206" y="442"/>
                        </a:lnTo>
                        <a:lnTo>
                          <a:pt x="212" y="432"/>
                        </a:lnTo>
                        <a:lnTo>
                          <a:pt x="212" y="432"/>
                        </a:lnTo>
                        <a:lnTo>
                          <a:pt x="212" y="406"/>
                        </a:lnTo>
                        <a:lnTo>
                          <a:pt x="212" y="406"/>
                        </a:lnTo>
                        <a:lnTo>
                          <a:pt x="188" y="390"/>
                        </a:lnTo>
                        <a:lnTo>
                          <a:pt x="188" y="390"/>
                        </a:lnTo>
                        <a:lnTo>
                          <a:pt x="188" y="384"/>
                        </a:lnTo>
                        <a:lnTo>
                          <a:pt x="188" y="384"/>
                        </a:lnTo>
                        <a:lnTo>
                          <a:pt x="142" y="382"/>
                        </a:lnTo>
                        <a:lnTo>
                          <a:pt x="104" y="378"/>
                        </a:lnTo>
                        <a:lnTo>
                          <a:pt x="104" y="378"/>
                        </a:lnTo>
                        <a:lnTo>
                          <a:pt x="82" y="368"/>
                        </a:lnTo>
                        <a:lnTo>
                          <a:pt x="82" y="368"/>
                        </a:lnTo>
                        <a:lnTo>
                          <a:pt x="72" y="344"/>
                        </a:lnTo>
                        <a:lnTo>
                          <a:pt x="72" y="344"/>
                        </a:lnTo>
                        <a:lnTo>
                          <a:pt x="104" y="342"/>
                        </a:lnTo>
                        <a:lnTo>
                          <a:pt x="104" y="342"/>
                        </a:lnTo>
                        <a:lnTo>
                          <a:pt x="112" y="338"/>
                        </a:lnTo>
                        <a:lnTo>
                          <a:pt x="122" y="332"/>
                        </a:lnTo>
                        <a:lnTo>
                          <a:pt x="140" y="316"/>
                        </a:lnTo>
                        <a:lnTo>
                          <a:pt x="140" y="316"/>
                        </a:lnTo>
                        <a:lnTo>
                          <a:pt x="148" y="300"/>
                        </a:lnTo>
                        <a:lnTo>
                          <a:pt x="150" y="286"/>
                        </a:lnTo>
                        <a:lnTo>
                          <a:pt x="148" y="274"/>
                        </a:lnTo>
                        <a:lnTo>
                          <a:pt x="142" y="262"/>
                        </a:lnTo>
                        <a:lnTo>
                          <a:pt x="142" y="262"/>
                        </a:lnTo>
                        <a:lnTo>
                          <a:pt x="114" y="260"/>
                        </a:lnTo>
                        <a:lnTo>
                          <a:pt x="114" y="260"/>
                        </a:lnTo>
                        <a:lnTo>
                          <a:pt x="102" y="252"/>
                        </a:lnTo>
                        <a:lnTo>
                          <a:pt x="88" y="246"/>
                        </a:lnTo>
                        <a:lnTo>
                          <a:pt x="64" y="238"/>
                        </a:lnTo>
                        <a:lnTo>
                          <a:pt x="40" y="230"/>
                        </a:lnTo>
                        <a:lnTo>
                          <a:pt x="20" y="222"/>
                        </a:lnTo>
                        <a:lnTo>
                          <a:pt x="20" y="222"/>
                        </a:lnTo>
                        <a:lnTo>
                          <a:pt x="6" y="204"/>
                        </a:lnTo>
                        <a:lnTo>
                          <a:pt x="2" y="196"/>
                        </a:lnTo>
                        <a:lnTo>
                          <a:pt x="0" y="192"/>
                        </a:lnTo>
                        <a:lnTo>
                          <a:pt x="0" y="192"/>
                        </a:lnTo>
                        <a:lnTo>
                          <a:pt x="12" y="174"/>
                        </a:lnTo>
                        <a:lnTo>
                          <a:pt x="18" y="166"/>
                        </a:lnTo>
                        <a:lnTo>
                          <a:pt x="22" y="162"/>
                        </a:lnTo>
                        <a:lnTo>
                          <a:pt x="30" y="158"/>
                        </a:lnTo>
                        <a:lnTo>
                          <a:pt x="36" y="156"/>
                        </a:lnTo>
                        <a:lnTo>
                          <a:pt x="48" y="154"/>
                        </a:lnTo>
                        <a:lnTo>
                          <a:pt x="62" y="154"/>
                        </a:lnTo>
                        <a:lnTo>
                          <a:pt x="62" y="154"/>
                        </a:lnTo>
                        <a:lnTo>
                          <a:pt x="90" y="164"/>
                        </a:lnTo>
                        <a:lnTo>
                          <a:pt x="90" y="164"/>
                        </a:lnTo>
                        <a:lnTo>
                          <a:pt x="120" y="190"/>
                        </a:lnTo>
                        <a:lnTo>
                          <a:pt x="120" y="190"/>
                        </a:lnTo>
                        <a:lnTo>
                          <a:pt x="130" y="192"/>
                        </a:lnTo>
                        <a:lnTo>
                          <a:pt x="142" y="192"/>
                        </a:lnTo>
                        <a:lnTo>
                          <a:pt x="156" y="192"/>
                        </a:lnTo>
                        <a:lnTo>
                          <a:pt x="172" y="190"/>
                        </a:lnTo>
                        <a:lnTo>
                          <a:pt x="172" y="190"/>
                        </a:lnTo>
                        <a:lnTo>
                          <a:pt x="188" y="174"/>
                        </a:lnTo>
                        <a:lnTo>
                          <a:pt x="206" y="156"/>
                        </a:lnTo>
                        <a:lnTo>
                          <a:pt x="222" y="136"/>
                        </a:lnTo>
                        <a:lnTo>
                          <a:pt x="238" y="120"/>
                        </a:lnTo>
                        <a:lnTo>
                          <a:pt x="238" y="120"/>
                        </a:lnTo>
                        <a:lnTo>
                          <a:pt x="240" y="98"/>
                        </a:lnTo>
                        <a:lnTo>
                          <a:pt x="240" y="98"/>
                        </a:lnTo>
                        <a:lnTo>
                          <a:pt x="264" y="96"/>
                        </a:lnTo>
                        <a:lnTo>
                          <a:pt x="264" y="96"/>
                        </a:lnTo>
                        <a:lnTo>
                          <a:pt x="274" y="110"/>
                        </a:lnTo>
                        <a:lnTo>
                          <a:pt x="274" y="110"/>
                        </a:lnTo>
                        <a:lnTo>
                          <a:pt x="284" y="114"/>
                        </a:lnTo>
                        <a:lnTo>
                          <a:pt x="294" y="120"/>
                        </a:lnTo>
                        <a:lnTo>
                          <a:pt x="308" y="128"/>
                        </a:lnTo>
                        <a:lnTo>
                          <a:pt x="324" y="134"/>
                        </a:lnTo>
                        <a:lnTo>
                          <a:pt x="324" y="134"/>
                        </a:lnTo>
                        <a:lnTo>
                          <a:pt x="342" y="134"/>
                        </a:lnTo>
                        <a:lnTo>
                          <a:pt x="342" y="134"/>
                        </a:lnTo>
                        <a:lnTo>
                          <a:pt x="384" y="120"/>
                        </a:lnTo>
                        <a:lnTo>
                          <a:pt x="384" y="120"/>
                        </a:lnTo>
                        <a:lnTo>
                          <a:pt x="398" y="108"/>
                        </a:lnTo>
                        <a:lnTo>
                          <a:pt x="410" y="100"/>
                        </a:lnTo>
                        <a:lnTo>
                          <a:pt x="422" y="92"/>
                        </a:lnTo>
                        <a:lnTo>
                          <a:pt x="438" y="84"/>
                        </a:lnTo>
                        <a:lnTo>
                          <a:pt x="438" y="84"/>
                        </a:lnTo>
                        <a:lnTo>
                          <a:pt x="442" y="78"/>
                        </a:lnTo>
                        <a:lnTo>
                          <a:pt x="450" y="72"/>
                        </a:lnTo>
                        <a:lnTo>
                          <a:pt x="450" y="72"/>
                        </a:lnTo>
                        <a:lnTo>
                          <a:pt x="462" y="56"/>
                        </a:lnTo>
                        <a:lnTo>
                          <a:pt x="470" y="52"/>
                        </a:lnTo>
                        <a:lnTo>
                          <a:pt x="476" y="46"/>
                        </a:lnTo>
                        <a:lnTo>
                          <a:pt x="494" y="40"/>
                        </a:lnTo>
                        <a:lnTo>
                          <a:pt x="514" y="38"/>
                        </a:lnTo>
                        <a:lnTo>
                          <a:pt x="514" y="38"/>
                        </a:lnTo>
                        <a:lnTo>
                          <a:pt x="550" y="36"/>
                        </a:lnTo>
                        <a:lnTo>
                          <a:pt x="550" y="36"/>
                        </a:lnTo>
                        <a:lnTo>
                          <a:pt x="570" y="22"/>
                        </a:lnTo>
                        <a:lnTo>
                          <a:pt x="588" y="10"/>
                        </a:lnTo>
                        <a:lnTo>
                          <a:pt x="596" y="6"/>
                        </a:lnTo>
                        <a:lnTo>
                          <a:pt x="606" y="2"/>
                        </a:lnTo>
                        <a:lnTo>
                          <a:pt x="618" y="0"/>
                        </a:lnTo>
                        <a:lnTo>
                          <a:pt x="632" y="0"/>
                        </a:lnTo>
                        <a:lnTo>
                          <a:pt x="632" y="0"/>
                        </a:lnTo>
                        <a:lnTo>
                          <a:pt x="654" y="36"/>
                        </a:lnTo>
                        <a:lnTo>
                          <a:pt x="654" y="36"/>
                        </a:lnTo>
                        <a:lnTo>
                          <a:pt x="672" y="54"/>
                        </a:lnTo>
                        <a:lnTo>
                          <a:pt x="672" y="54"/>
                        </a:lnTo>
                        <a:lnTo>
                          <a:pt x="656" y="82"/>
                        </a:lnTo>
                        <a:lnTo>
                          <a:pt x="646" y="96"/>
                        </a:lnTo>
                        <a:lnTo>
                          <a:pt x="640" y="112"/>
                        </a:lnTo>
                        <a:lnTo>
                          <a:pt x="640" y="112"/>
                        </a:lnTo>
                        <a:lnTo>
                          <a:pt x="638" y="140"/>
                        </a:lnTo>
                        <a:lnTo>
                          <a:pt x="638" y="140"/>
                        </a:lnTo>
                        <a:lnTo>
                          <a:pt x="642" y="142"/>
                        </a:lnTo>
                        <a:lnTo>
                          <a:pt x="650" y="142"/>
                        </a:lnTo>
                        <a:lnTo>
                          <a:pt x="672" y="142"/>
                        </a:lnTo>
                        <a:lnTo>
                          <a:pt x="672" y="142"/>
                        </a:lnTo>
                        <a:lnTo>
                          <a:pt x="682" y="172"/>
                        </a:lnTo>
                        <a:lnTo>
                          <a:pt x="682" y="172"/>
                        </a:lnTo>
                        <a:lnTo>
                          <a:pt x="690" y="184"/>
                        </a:lnTo>
                        <a:lnTo>
                          <a:pt x="690" y="184"/>
                        </a:lnTo>
                        <a:lnTo>
                          <a:pt x="734" y="180"/>
                        </a:lnTo>
                        <a:lnTo>
                          <a:pt x="734" y="180"/>
                        </a:lnTo>
                        <a:lnTo>
                          <a:pt x="740" y="190"/>
                        </a:lnTo>
                        <a:lnTo>
                          <a:pt x="744" y="204"/>
                        </a:lnTo>
                        <a:lnTo>
                          <a:pt x="748" y="220"/>
                        </a:lnTo>
                        <a:lnTo>
                          <a:pt x="748" y="238"/>
                        </a:lnTo>
                        <a:lnTo>
                          <a:pt x="748" y="238"/>
                        </a:lnTo>
                        <a:lnTo>
                          <a:pt x="740" y="248"/>
                        </a:lnTo>
                        <a:lnTo>
                          <a:pt x="734" y="254"/>
                        </a:lnTo>
                        <a:lnTo>
                          <a:pt x="726" y="258"/>
                        </a:lnTo>
                        <a:lnTo>
                          <a:pt x="726" y="258"/>
                        </a:lnTo>
                        <a:lnTo>
                          <a:pt x="724" y="262"/>
                        </a:lnTo>
                        <a:lnTo>
                          <a:pt x="722" y="264"/>
                        </a:lnTo>
                        <a:lnTo>
                          <a:pt x="718" y="266"/>
                        </a:lnTo>
                        <a:lnTo>
                          <a:pt x="718" y="266"/>
                        </a:lnTo>
                        <a:lnTo>
                          <a:pt x="712" y="312"/>
                        </a:lnTo>
                        <a:lnTo>
                          <a:pt x="712" y="312"/>
                        </a:lnTo>
                        <a:lnTo>
                          <a:pt x="706" y="324"/>
                        </a:lnTo>
                        <a:lnTo>
                          <a:pt x="700" y="338"/>
                        </a:lnTo>
                        <a:lnTo>
                          <a:pt x="700" y="338"/>
                        </a:lnTo>
                        <a:lnTo>
                          <a:pt x="688" y="346"/>
                        </a:lnTo>
                        <a:lnTo>
                          <a:pt x="682" y="350"/>
                        </a:lnTo>
                        <a:lnTo>
                          <a:pt x="682" y="356"/>
                        </a:lnTo>
                        <a:lnTo>
                          <a:pt x="682" y="356"/>
                        </a:lnTo>
                        <a:lnTo>
                          <a:pt x="672" y="360"/>
                        </a:lnTo>
                        <a:lnTo>
                          <a:pt x="664" y="366"/>
                        </a:lnTo>
                        <a:lnTo>
                          <a:pt x="656" y="376"/>
                        </a:lnTo>
                        <a:lnTo>
                          <a:pt x="648" y="386"/>
                        </a:lnTo>
                        <a:lnTo>
                          <a:pt x="634" y="406"/>
                        </a:lnTo>
                        <a:lnTo>
                          <a:pt x="626" y="414"/>
                        </a:lnTo>
                        <a:lnTo>
                          <a:pt x="616" y="420"/>
                        </a:lnTo>
                        <a:lnTo>
                          <a:pt x="616" y="420"/>
                        </a:lnTo>
                        <a:lnTo>
                          <a:pt x="614" y="424"/>
                        </a:lnTo>
                        <a:lnTo>
                          <a:pt x="610" y="428"/>
                        </a:lnTo>
                        <a:lnTo>
                          <a:pt x="600" y="434"/>
                        </a:lnTo>
                        <a:lnTo>
                          <a:pt x="600" y="434"/>
                        </a:lnTo>
                        <a:lnTo>
                          <a:pt x="586" y="448"/>
                        </a:lnTo>
                        <a:lnTo>
                          <a:pt x="572" y="464"/>
                        </a:lnTo>
                        <a:lnTo>
                          <a:pt x="572" y="464"/>
                        </a:lnTo>
                        <a:lnTo>
                          <a:pt x="570" y="466"/>
                        </a:lnTo>
                        <a:lnTo>
                          <a:pt x="570" y="468"/>
                        </a:lnTo>
                        <a:lnTo>
                          <a:pt x="570" y="468"/>
                        </a:lnTo>
                        <a:lnTo>
                          <a:pt x="566" y="468"/>
                        </a:lnTo>
                        <a:lnTo>
                          <a:pt x="566" y="468"/>
                        </a:lnTo>
                        <a:lnTo>
                          <a:pt x="566" y="474"/>
                        </a:lnTo>
                        <a:lnTo>
                          <a:pt x="566" y="474"/>
                        </a:lnTo>
                        <a:lnTo>
                          <a:pt x="560" y="474"/>
                        </a:lnTo>
                        <a:lnTo>
                          <a:pt x="556" y="476"/>
                        </a:lnTo>
                        <a:lnTo>
                          <a:pt x="546" y="484"/>
                        </a:lnTo>
                        <a:lnTo>
                          <a:pt x="532" y="500"/>
                        </a:lnTo>
                        <a:lnTo>
                          <a:pt x="532" y="500"/>
                        </a:lnTo>
                        <a:lnTo>
                          <a:pt x="518" y="534"/>
                        </a:lnTo>
                        <a:lnTo>
                          <a:pt x="518" y="534"/>
                        </a:lnTo>
                        <a:lnTo>
                          <a:pt x="502" y="538"/>
                        </a:lnTo>
                        <a:lnTo>
                          <a:pt x="488" y="544"/>
                        </a:lnTo>
                        <a:lnTo>
                          <a:pt x="478" y="550"/>
                        </a:lnTo>
                        <a:lnTo>
                          <a:pt x="466" y="558"/>
                        </a:lnTo>
                        <a:lnTo>
                          <a:pt x="466" y="558"/>
                        </a:lnTo>
                        <a:lnTo>
                          <a:pt x="450" y="558"/>
                        </a:lnTo>
                        <a:lnTo>
                          <a:pt x="450" y="558"/>
                        </a:lnTo>
                        <a:close/>
                      </a:path>
                    </a:pathLst>
                  </a:custGeom>
                  <a:solidFill>
                    <a:srgbClr val="94DAF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07" name="Freeform 14"/>
                  <p:cNvSpPr/>
                  <p:nvPr/>
                </p:nvSpPr>
                <p:spPr bwMode="auto">
                  <a:xfrm>
                    <a:off x="8103873" y="5065548"/>
                    <a:ext cx="573449" cy="745206"/>
                  </a:xfrm>
                  <a:custGeom>
                    <a:avLst/>
                    <a:gdLst>
                      <a:gd name="T0" fmla="*/ 136 w 414"/>
                      <a:gd name="T1" fmla="*/ 532 h 538"/>
                      <a:gd name="T2" fmla="*/ 122 w 414"/>
                      <a:gd name="T3" fmla="*/ 508 h 538"/>
                      <a:gd name="T4" fmla="*/ 116 w 414"/>
                      <a:gd name="T5" fmla="*/ 498 h 538"/>
                      <a:gd name="T6" fmla="*/ 58 w 414"/>
                      <a:gd name="T7" fmla="*/ 426 h 538"/>
                      <a:gd name="T8" fmla="*/ 12 w 414"/>
                      <a:gd name="T9" fmla="*/ 420 h 538"/>
                      <a:gd name="T10" fmla="*/ 0 w 414"/>
                      <a:gd name="T11" fmla="*/ 402 h 538"/>
                      <a:gd name="T12" fmla="*/ 6 w 414"/>
                      <a:gd name="T13" fmla="*/ 360 h 538"/>
                      <a:gd name="T14" fmla="*/ 10 w 414"/>
                      <a:gd name="T15" fmla="*/ 332 h 538"/>
                      <a:gd name="T16" fmla="*/ 8 w 414"/>
                      <a:gd name="T17" fmla="*/ 306 h 538"/>
                      <a:gd name="T18" fmla="*/ 44 w 414"/>
                      <a:gd name="T19" fmla="*/ 246 h 538"/>
                      <a:gd name="T20" fmla="*/ 42 w 414"/>
                      <a:gd name="T21" fmla="*/ 200 h 538"/>
                      <a:gd name="T22" fmla="*/ 46 w 414"/>
                      <a:gd name="T23" fmla="*/ 190 h 538"/>
                      <a:gd name="T24" fmla="*/ 74 w 414"/>
                      <a:gd name="T25" fmla="*/ 174 h 538"/>
                      <a:gd name="T26" fmla="*/ 102 w 414"/>
                      <a:gd name="T27" fmla="*/ 134 h 538"/>
                      <a:gd name="T28" fmla="*/ 102 w 414"/>
                      <a:gd name="T29" fmla="*/ 116 h 538"/>
                      <a:gd name="T30" fmla="*/ 92 w 414"/>
                      <a:gd name="T31" fmla="*/ 88 h 538"/>
                      <a:gd name="T32" fmla="*/ 104 w 414"/>
                      <a:gd name="T33" fmla="*/ 72 h 538"/>
                      <a:gd name="T34" fmla="*/ 132 w 414"/>
                      <a:gd name="T35" fmla="*/ 58 h 538"/>
                      <a:gd name="T36" fmla="*/ 172 w 414"/>
                      <a:gd name="T37" fmla="*/ 48 h 538"/>
                      <a:gd name="T38" fmla="*/ 190 w 414"/>
                      <a:gd name="T39" fmla="*/ 28 h 538"/>
                      <a:gd name="T40" fmla="*/ 204 w 414"/>
                      <a:gd name="T41" fmla="*/ 2 h 538"/>
                      <a:gd name="T42" fmla="*/ 224 w 414"/>
                      <a:gd name="T43" fmla="*/ 2 h 538"/>
                      <a:gd name="T44" fmla="*/ 236 w 414"/>
                      <a:gd name="T45" fmla="*/ 16 h 538"/>
                      <a:gd name="T46" fmla="*/ 250 w 414"/>
                      <a:gd name="T47" fmla="*/ 64 h 538"/>
                      <a:gd name="T48" fmla="*/ 280 w 414"/>
                      <a:gd name="T49" fmla="*/ 96 h 538"/>
                      <a:gd name="T50" fmla="*/ 336 w 414"/>
                      <a:gd name="T51" fmla="*/ 100 h 538"/>
                      <a:gd name="T52" fmla="*/ 366 w 414"/>
                      <a:gd name="T53" fmla="*/ 86 h 538"/>
                      <a:gd name="T54" fmla="*/ 404 w 414"/>
                      <a:gd name="T55" fmla="*/ 84 h 538"/>
                      <a:gd name="T56" fmla="*/ 398 w 414"/>
                      <a:gd name="T57" fmla="*/ 104 h 538"/>
                      <a:gd name="T58" fmla="*/ 384 w 414"/>
                      <a:gd name="T59" fmla="*/ 124 h 538"/>
                      <a:gd name="T60" fmla="*/ 362 w 414"/>
                      <a:gd name="T61" fmla="*/ 154 h 538"/>
                      <a:gd name="T62" fmla="*/ 330 w 414"/>
                      <a:gd name="T63" fmla="*/ 162 h 538"/>
                      <a:gd name="T64" fmla="*/ 328 w 414"/>
                      <a:gd name="T65" fmla="*/ 180 h 538"/>
                      <a:gd name="T66" fmla="*/ 348 w 414"/>
                      <a:gd name="T67" fmla="*/ 198 h 538"/>
                      <a:gd name="T68" fmla="*/ 350 w 414"/>
                      <a:gd name="T69" fmla="*/ 222 h 538"/>
                      <a:gd name="T70" fmla="*/ 348 w 414"/>
                      <a:gd name="T71" fmla="*/ 240 h 538"/>
                      <a:gd name="T72" fmla="*/ 340 w 414"/>
                      <a:gd name="T73" fmla="*/ 278 h 538"/>
                      <a:gd name="T74" fmla="*/ 346 w 414"/>
                      <a:gd name="T75" fmla="*/ 296 h 538"/>
                      <a:gd name="T76" fmla="*/ 356 w 414"/>
                      <a:gd name="T77" fmla="*/ 308 h 538"/>
                      <a:gd name="T78" fmla="*/ 350 w 414"/>
                      <a:gd name="T79" fmla="*/ 306 h 538"/>
                      <a:gd name="T80" fmla="*/ 318 w 414"/>
                      <a:gd name="T81" fmla="*/ 312 h 538"/>
                      <a:gd name="T82" fmla="*/ 318 w 414"/>
                      <a:gd name="T83" fmla="*/ 336 h 538"/>
                      <a:gd name="T84" fmla="*/ 296 w 414"/>
                      <a:gd name="T85" fmla="*/ 354 h 538"/>
                      <a:gd name="T86" fmla="*/ 288 w 414"/>
                      <a:gd name="T87" fmla="*/ 384 h 538"/>
                      <a:gd name="T88" fmla="*/ 268 w 414"/>
                      <a:gd name="T89" fmla="*/ 408 h 538"/>
                      <a:gd name="T90" fmla="*/ 228 w 414"/>
                      <a:gd name="T91" fmla="*/ 416 h 538"/>
                      <a:gd name="T92" fmla="*/ 240 w 414"/>
                      <a:gd name="T93" fmla="*/ 440 h 538"/>
                      <a:gd name="T94" fmla="*/ 218 w 414"/>
                      <a:gd name="T95" fmla="*/ 450 h 538"/>
                      <a:gd name="T96" fmla="*/ 184 w 414"/>
                      <a:gd name="T97" fmla="*/ 480 h 538"/>
                      <a:gd name="T98" fmla="*/ 166 w 414"/>
                      <a:gd name="T99" fmla="*/ 514 h 538"/>
                      <a:gd name="T100" fmla="*/ 150 w 414"/>
                      <a:gd name="T101" fmla="*/ 528 h 5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</a:cxnLst>
                    <a:rect l="0" t="0" r="r" b="b"/>
                    <a:pathLst>
                      <a:path w="414" h="538">
                        <a:moveTo>
                          <a:pt x="136" y="538"/>
                        </a:moveTo>
                        <a:lnTo>
                          <a:pt x="136" y="538"/>
                        </a:lnTo>
                        <a:lnTo>
                          <a:pt x="136" y="532"/>
                        </a:lnTo>
                        <a:lnTo>
                          <a:pt x="134" y="526"/>
                        </a:lnTo>
                        <a:lnTo>
                          <a:pt x="128" y="516"/>
                        </a:lnTo>
                        <a:lnTo>
                          <a:pt x="122" y="508"/>
                        </a:lnTo>
                        <a:lnTo>
                          <a:pt x="116" y="504"/>
                        </a:lnTo>
                        <a:lnTo>
                          <a:pt x="116" y="504"/>
                        </a:lnTo>
                        <a:lnTo>
                          <a:pt x="116" y="498"/>
                        </a:lnTo>
                        <a:lnTo>
                          <a:pt x="116" y="498"/>
                        </a:lnTo>
                        <a:lnTo>
                          <a:pt x="58" y="426"/>
                        </a:lnTo>
                        <a:lnTo>
                          <a:pt x="58" y="426"/>
                        </a:lnTo>
                        <a:lnTo>
                          <a:pt x="40" y="422"/>
                        </a:lnTo>
                        <a:lnTo>
                          <a:pt x="26" y="420"/>
                        </a:lnTo>
                        <a:lnTo>
                          <a:pt x="12" y="420"/>
                        </a:lnTo>
                        <a:lnTo>
                          <a:pt x="2" y="418"/>
                        </a:lnTo>
                        <a:lnTo>
                          <a:pt x="2" y="418"/>
                        </a:lnTo>
                        <a:lnTo>
                          <a:pt x="0" y="402"/>
                        </a:lnTo>
                        <a:lnTo>
                          <a:pt x="0" y="386"/>
                        </a:lnTo>
                        <a:lnTo>
                          <a:pt x="6" y="360"/>
                        </a:lnTo>
                        <a:lnTo>
                          <a:pt x="6" y="360"/>
                        </a:lnTo>
                        <a:lnTo>
                          <a:pt x="8" y="352"/>
                        </a:lnTo>
                        <a:lnTo>
                          <a:pt x="10" y="346"/>
                        </a:lnTo>
                        <a:lnTo>
                          <a:pt x="10" y="332"/>
                        </a:lnTo>
                        <a:lnTo>
                          <a:pt x="10" y="318"/>
                        </a:lnTo>
                        <a:lnTo>
                          <a:pt x="8" y="306"/>
                        </a:lnTo>
                        <a:lnTo>
                          <a:pt x="8" y="306"/>
                        </a:lnTo>
                        <a:lnTo>
                          <a:pt x="40" y="270"/>
                        </a:lnTo>
                        <a:lnTo>
                          <a:pt x="40" y="270"/>
                        </a:lnTo>
                        <a:lnTo>
                          <a:pt x="44" y="246"/>
                        </a:lnTo>
                        <a:lnTo>
                          <a:pt x="44" y="246"/>
                        </a:lnTo>
                        <a:lnTo>
                          <a:pt x="42" y="214"/>
                        </a:lnTo>
                        <a:lnTo>
                          <a:pt x="42" y="200"/>
                        </a:lnTo>
                        <a:lnTo>
                          <a:pt x="44" y="194"/>
                        </a:lnTo>
                        <a:lnTo>
                          <a:pt x="46" y="190"/>
                        </a:lnTo>
                        <a:lnTo>
                          <a:pt x="46" y="190"/>
                        </a:lnTo>
                        <a:lnTo>
                          <a:pt x="60" y="182"/>
                        </a:lnTo>
                        <a:lnTo>
                          <a:pt x="74" y="174"/>
                        </a:lnTo>
                        <a:lnTo>
                          <a:pt x="74" y="174"/>
                        </a:lnTo>
                        <a:lnTo>
                          <a:pt x="94" y="152"/>
                        </a:lnTo>
                        <a:lnTo>
                          <a:pt x="94" y="152"/>
                        </a:lnTo>
                        <a:lnTo>
                          <a:pt x="102" y="134"/>
                        </a:lnTo>
                        <a:lnTo>
                          <a:pt x="102" y="134"/>
                        </a:lnTo>
                        <a:lnTo>
                          <a:pt x="102" y="116"/>
                        </a:lnTo>
                        <a:lnTo>
                          <a:pt x="102" y="116"/>
                        </a:lnTo>
                        <a:lnTo>
                          <a:pt x="96" y="104"/>
                        </a:lnTo>
                        <a:lnTo>
                          <a:pt x="94" y="94"/>
                        </a:lnTo>
                        <a:lnTo>
                          <a:pt x="92" y="88"/>
                        </a:lnTo>
                        <a:lnTo>
                          <a:pt x="94" y="82"/>
                        </a:lnTo>
                        <a:lnTo>
                          <a:pt x="98" y="76"/>
                        </a:lnTo>
                        <a:lnTo>
                          <a:pt x="104" y="72"/>
                        </a:lnTo>
                        <a:lnTo>
                          <a:pt x="120" y="60"/>
                        </a:lnTo>
                        <a:lnTo>
                          <a:pt x="120" y="60"/>
                        </a:lnTo>
                        <a:lnTo>
                          <a:pt x="132" y="58"/>
                        </a:lnTo>
                        <a:lnTo>
                          <a:pt x="144" y="56"/>
                        </a:lnTo>
                        <a:lnTo>
                          <a:pt x="158" y="54"/>
                        </a:lnTo>
                        <a:lnTo>
                          <a:pt x="172" y="48"/>
                        </a:lnTo>
                        <a:lnTo>
                          <a:pt x="172" y="48"/>
                        </a:lnTo>
                        <a:lnTo>
                          <a:pt x="182" y="40"/>
                        </a:lnTo>
                        <a:lnTo>
                          <a:pt x="190" y="28"/>
                        </a:lnTo>
                        <a:lnTo>
                          <a:pt x="198" y="14"/>
                        </a:lnTo>
                        <a:lnTo>
                          <a:pt x="204" y="2"/>
                        </a:lnTo>
                        <a:lnTo>
                          <a:pt x="204" y="2"/>
                        </a:lnTo>
                        <a:lnTo>
                          <a:pt x="210" y="0"/>
                        </a:lnTo>
                        <a:lnTo>
                          <a:pt x="216" y="0"/>
                        </a:lnTo>
                        <a:lnTo>
                          <a:pt x="224" y="2"/>
                        </a:lnTo>
                        <a:lnTo>
                          <a:pt x="232" y="6"/>
                        </a:lnTo>
                        <a:lnTo>
                          <a:pt x="232" y="6"/>
                        </a:lnTo>
                        <a:lnTo>
                          <a:pt x="236" y="16"/>
                        </a:lnTo>
                        <a:lnTo>
                          <a:pt x="238" y="28"/>
                        </a:lnTo>
                        <a:lnTo>
                          <a:pt x="246" y="52"/>
                        </a:lnTo>
                        <a:lnTo>
                          <a:pt x="250" y="64"/>
                        </a:lnTo>
                        <a:lnTo>
                          <a:pt x="258" y="76"/>
                        </a:lnTo>
                        <a:lnTo>
                          <a:pt x="266" y="86"/>
                        </a:lnTo>
                        <a:lnTo>
                          <a:pt x="280" y="96"/>
                        </a:lnTo>
                        <a:lnTo>
                          <a:pt x="280" y="96"/>
                        </a:lnTo>
                        <a:lnTo>
                          <a:pt x="336" y="100"/>
                        </a:lnTo>
                        <a:lnTo>
                          <a:pt x="336" y="100"/>
                        </a:lnTo>
                        <a:lnTo>
                          <a:pt x="342" y="94"/>
                        </a:lnTo>
                        <a:lnTo>
                          <a:pt x="350" y="92"/>
                        </a:lnTo>
                        <a:lnTo>
                          <a:pt x="366" y="86"/>
                        </a:lnTo>
                        <a:lnTo>
                          <a:pt x="386" y="86"/>
                        </a:lnTo>
                        <a:lnTo>
                          <a:pt x="404" y="84"/>
                        </a:lnTo>
                        <a:lnTo>
                          <a:pt x="404" y="84"/>
                        </a:lnTo>
                        <a:lnTo>
                          <a:pt x="414" y="90"/>
                        </a:lnTo>
                        <a:lnTo>
                          <a:pt x="414" y="90"/>
                        </a:lnTo>
                        <a:lnTo>
                          <a:pt x="398" y="104"/>
                        </a:lnTo>
                        <a:lnTo>
                          <a:pt x="392" y="112"/>
                        </a:lnTo>
                        <a:lnTo>
                          <a:pt x="384" y="124"/>
                        </a:lnTo>
                        <a:lnTo>
                          <a:pt x="384" y="124"/>
                        </a:lnTo>
                        <a:lnTo>
                          <a:pt x="382" y="156"/>
                        </a:lnTo>
                        <a:lnTo>
                          <a:pt x="382" y="156"/>
                        </a:lnTo>
                        <a:lnTo>
                          <a:pt x="362" y="154"/>
                        </a:lnTo>
                        <a:lnTo>
                          <a:pt x="342" y="154"/>
                        </a:lnTo>
                        <a:lnTo>
                          <a:pt x="336" y="158"/>
                        </a:lnTo>
                        <a:lnTo>
                          <a:pt x="330" y="162"/>
                        </a:lnTo>
                        <a:lnTo>
                          <a:pt x="326" y="168"/>
                        </a:lnTo>
                        <a:lnTo>
                          <a:pt x="328" y="180"/>
                        </a:lnTo>
                        <a:lnTo>
                          <a:pt x="328" y="180"/>
                        </a:lnTo>
                        <a:lnTo>
                          <a:pt x="338" y="186"/>
                        </a:lnTo>
                        <a:lnTo>
                          <a:pt x="348" y="198"/>
                        </a:lnTo>
                        <a:lnTo>
                          <a:pt x="348" y="198"/>
                        </a:lnTo>
                        <a:lnTo>
                          <a:pt x="364" y="208"/>
                        </a:lnTo>
                        <a:lnTo>
                          <a:pt x="364" y="208"/>
                        </a:lnTo>
                        <a:lnTo>
                          <a:pt x="350" y="222"/>
                        </a:lnTo>
                        <a:lnTo>
                          <a:pt x="350" y="222"/>
                        </a:lnTo>
                        <a:lnTo>
                          <a:pt x="350" y="230"/>
                        </a:lnTo>
                        <a:lnTo>
                          <a:pt x="348" y="240"/>
                        </a:lnTo>
                        <a:lnTo>
                          <a:pt x="342" y="258"/>
                        </a:lnTo>
                        <a:lnTo>
                          <a:pt x="342" y="268"/>
                        </a:lnTo>
                        <a:lnTo>
                          <a:pt x="340" y="278"/>
                        </a:lnTo>
                        <a:lnTo>
                          <a:pt x="342" y="286"/>
                        </a:lnTo>
                        <a:lnTo>
                          <a:pt x="346" y="296"/>
                        </a:lnTo>
                        <a:lnTo>
                          <a:pt x="346" y="296"/>
                        </a:lnTo>
                        <a:lnTo>
                          <a:pt x="356" y="304"/>
                        </a:lnTo>
                        <a:lnTo>
                          <a:pt x="356" y="304"/>
                        </a:lnTo>
                        <a:lnTo>
                          <a:pt x="356" y="308"/>
                        </a:lnTo>
                        <a:lnTo>
                          <a:pt x="356" y="308"/>
                        </a:lnTo>
                        <a:lnTo>
                          <a:pt x="350" y="306"/>
                        </a:lnTo>
                        <a:lnTo>
                          <a:pt x="350" y="306"/>
                        </a:lnTo>
                        <a:lnTo>
                          <a:pt x="322" y="306"/>
                        </a:lnTo>
                        <a:lnTo>
                          <a:pt x="322" y="306"/>
                        </a:lnTo>
                        <a:lnTo>
                          <a:pt x="318" y="312"/>
                        </a:lnTo>
                        <a:lnTo>
                          <a:pt x="318" y="318"/>
                        </a:lnTo>
                        <a:lnTo>
                          <a:pt x="320" y="324"/>
                        </a:lnTo>
                        <a:lnTo>
                          <a:pt x="318" y="336"/>
                        </a:lnTo>
                        <a:lnTo>
                          <a:pt x="318" y="336"/>
                        </a:lnTo>
                        <a:lnTo>
                          <a:pt x="304" y="346"/>
                        </a:lnTo>
                        <a:lnTo>
                          <a:pt x="296" y="354"/>
                        </a:lnTo>
                        <a:lnTo>
                          <a:pt x="292" y="364"/>
                        </a:lnTo>
                        <a:lnTo>
                          <a:pt x="288" y="384"/>
                        </a:lnTo>
                        <a:lnTo>
                          <a:pt x="288" y="384"/>
                        </a:lnTo>
                        <a:lnTo>
                          <a:pt x="278" y="396"/>
                        </a:lnTo>
                        <a:lnTo>
                          <a:pt x="268" y="408"/>
                        </a:lnTo>
                        <a:lnTo>
                          <a:pt x="268" y="408"/>
                        </a:lnTo>
                        <a:lnTo>
                          <a:pt x="232" y="410"/>
                        </a:lnTo>
                        <a:lnTo>
                          <a:pt x="232" y="410"/>
                        </a:lnTo>
                        <a:lnTo>
                          <a:pt x="228" y="416"/>
                        </a:lnTo>
                        <a:lnTo>
                          <a:pt x="228" y="422"/>
                        </a:lnTo>
                        <a:lnTo>
                          <a:pt x="230" y="430"/>
                        </a:lnTo>
                        <a:lnTo>
                          <a:pt x="240" y="440"/>
                        </a:lnTo>
                        <a:lnTo>
                          <a:pt x="240" y="440"/>
                        </a:lnTo>
                        <a:lnTo>
                          <a:pt x="228" y="444"/>
                        </a:lnTo>
                        <a:lnTo>
                          <a:pt x="218" y="450"/>
                        </a:lnTo>
                        <a:lnTo>
                          <a:pt x="208" y="456"/>
                        </a:lnTo>
                        <a:lnTo>
                          <a:pt x="200" y="464"/>
                        </a:lnTo>
                        <a:lnTo>
                          <a:pt x="184" y="480"/>
                        </a:lnTo>
                        <a:lnTo>
                          <a:pt x="168" y="500"/>
                        </a:lnTo>
                        <a:lnTo>
                          <a:pt x="168" y="500"/>
                        </a:lnTo>
                        <a:lnTo>
                          <a:pt x="166" y="514"/>
                        </a:lnTo>
                        <a:lnTo>
                          <a:pt x="166" y="514"/>
                        </a:lnTo>
                        <a:lnTo>
                          <a:pt x="158" y="522"/>
                        </a:lnTo>
                        <a:lnTo>
                          <a:pt x="150" y="528"/>
                        </a:lnTo>
                        <a:lnTo>
                          <a:pt x="136" y="538"/>
                        </a:lnTo>
                        <a:lnTo>
                          <a:pt x="136" y="538"/>
                        </a:lnTo>
                        <a:close/>
                      </a:path>
                    </a:pathLst>
                  </a:custGeom>
                  <a:solidFill>
                    <a:srgbClr val="94DAF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37" name="组合 36"/>
              <p:cNvGrpSpPr/>
              <p:nvPr/>
            </p:nvGrpSpPr>
            <p:grpSpPr>
              <a:xfrm>
                <a:off x="4307" y="415"/>
                <a:ext cx="9332" cy="6601"/>
                <a:chOff x="2735063" y="1095732"/>
                <a:chExt cx="5925636" cy="4191439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97" name="Freeform 30"/>
                <p:cNvSpPr/>
                <p:nvPr/>
              </p:nvSpPr>
              <p:spPr bwMode="auto">
                <a:xfrm>
                  <a:off x="6444473" y="3397838"/>
                  <a:ext cx="382299" cy="595611"/>
                </a:xfrm>
                <a:custGeom>
                  <a:avLst/>
                  <a:gdLst>
                    <a:gd name="T0" fmla="*/ 106 w 276"/>
                    <a:gd name="T1" fmla="*/ 398 h 430"/>
                    <a:gd name="T2" fmla="*/ 98 w 276"/>
                    <a:gd name="T3" fmla="*/ 364 h 430"/>
                    <a:gd name="T4" fmla="*/ 92 w 276"/>
                    <a:gd name="T5" fmla="*/ 318 h 430"/>
                    <a:gd name="T6" fmla="*/ 86 w 276"/>
                    <a:gd name="T7" fmla="*/ 280 h 430"/>
                    <a:gd name="T8" fmla="*/ 52 w 276"/>
                    <a:gd name="T9" fmla="*/ 240 h 430"/>
                    <a:gd name="T10" fmla="*/ 26 w 276"/>
                    <a:gd name="T11" fmla="*/ 214 h 430"/>
                    <a:gd name="T12" fmla="*/ 0 w 276"/>
                    <a:gd name="T13" fmla="*/ 200 h 430"/>
                    <a:gd name="T14" fmla="*/ 4 w 276"/>
                    <a:gd name="T15" fmla="*/ 196 h 430"/>
                    <a:gd name="T16" fmla="*/ 28 w 276"/>
                    <a:gd name="T17" fmla="*/ 186 h 430"/>
                    <a:gd name="T18" fmla="*/ 68 w 276"/>
                    <a:gd name="T19" fmla="*/ 180 h 430"/>
                    <a:gd name="T20" fmla="*/ 84 w 276"/>
                    <a:gd name="T21" fmla="*/ 166 h 430"/>
                    <a:gd name="T22" fmla="*/ 112 w 276"/>
                    <a:gd name="T23" fmla="*/ 160 h 430"/>
                    <a:gd name="T24" fmla="*/ 130 w 276"/>
                    <a:gd name="T25" fmla="*/ 138 h 430"/>
                    <a:gd name="T26" fmla="*/ 128 w 276"/>
                    <a:gd name="T27" fmla="*/ 98 h 430"/>
                    <a:gd name="T28" fmla="*/ 158 w 276"/>
                    <a:gd name="T29" fmla="*/ 42 h 430"/>
                    <a:gd name="T30" fmla="*/ 162 w 276"/>
                    <a:gd name="T31" fmla="*/ 12 h 430"/>
                    <a:gd name="T32" fmla="*/ 170 w 276"/>
                    <a:gd name="T33" fmla="*/ 10 h 430"/>
                    <a:gd name="T34" fmla="*/ 190 w 276"/>
                    <a:gd name="T35" fmla="*/ 2 h 430"/>
                    <a:gd name="T36" fmla="*/ 204 w 276"/>
                    <a:gd name="T37" fmla="*/ 0 h 430"/>
                    <a:gd name="T38" fmla="*/ 220 w 276"/>
                    <a:gd name="T39" fmla="*/ 6 h 430"/>
                    <a:gd name="T40" fmla="*/ 226 w 276"/>
                    <a:gd name="T41" fmla="*/ 22 h 430"/>
                    <a:gd name="T42" fmla="*/ 218 w 276"/>
                    <a:gd name="T43" fmla="*/ 40 h 430"/>
                    <a:gd name="T44" fmla="*/ 212 w 276"/>
                    <a:gd name="T45" fmla="*/ 58 h 430"/>
                    <a:gd name="T46" fmla="*/ 196 w 276"/>
                    <a:gd name="T47" fmla="*/ 82 h 430"/>
                    <a:gd name="T48" fmla="*/ 192 w 276"/>
                    <a:gd name="T49" fmla="*/ 108 h 430"/>
                    <a:gd name="T50" fmla="*/ 194 w 276"/>
                    <a:gd name="T51" fmla="*/ 132 h 430"/>
                    <a:gd name="T52" fmla="*/ 232 w 276"/>
                    <a:gd name="T53" fmla="*/ 138 h 430"/>
                    <a:gd name="T54" fmla="*/ 248 w 276"/>
                    <a:gd name="T55" fmla="*/ 154 h 430"/>
                    <a:gd name="T56" fmla="*/ 268 w 276"/>
                    <a:gd name="T57" fmla="*/ 168 h 430"/>
                    <a:gd name="T58" fmla="*/ 276 w 276"/>
                    <a:gd name="T59" fmla="*/ 170 h 430"/>
                    <a:gd name="T60" fmla="*/ 270 w 276"/>
                    <a:gd name="T61" fmla="*/ 184 h 430"/>
                    <a:gd name="T62" fmla="*/ 258 w 276"/>
                    <a:gd name="T63" fmla="*/ 198 h 430"/>
                    <a:gd name="T64" fmla="*/ 252 w 276"/>
                    <a:gd name="T65" fmla="*/ 206 h 430"/>
                    <a:gd name="T66" fmla="*/ 228 w 276"/>
                    <a:gd name="T67" fmla="*/ 226 h 430"/>
                    <a:gd name="T68" fmla="*/ 216 w 276"/>
                    <a:gd name="T69" fmla="*/ 228 h 430"/>
                    <a:gd name="T70" fmla="*/ 202 w 276"/>
                    <a:gd name="T71" fmla="*/ 232 h 430"/>
                    <a:gd name="T72" fmla="*/ 202 w 276"/>
                    <a:gd name="T73" fmla="*/ 248 h 430"/>
                    <a:gd name="T74" fmla="*/ 198 w 276"/>
                    <a:gd name="T75" fmla="*/ 270 h 430"/>
                    <a:gd name="T76" fmla="*/ 188 w 276"/>
                    <a:gd name="T77" fmla="*/ 284 h 430"/>
                    <a:gd name="T78" fmla="*/ 180 w 276"/>
                    <a:gd name="T79" fmla="*/ 308 h 430"/>
                    <a:gd name="T80" fmla="*/ 178 w 276"/>
                    <a:gd name="T81" fmla="*/ 332 h 430"/>
                    <a:gd name="T82" fmla="*/ 194 w 276"/>
                    <a:gd name="T83" fmla="*/ 346 h 430"/>
                    <a:gd name="T84" fmla="*/ 214 w 276"/>
                    <a:gd name="T85" fmla="*/ 352 h 430"/>
                    <a:gd name="T86" fmla="*/ 222 w 276"/>
                    <a:gd name="T87" fmla="*/ 364 h 430"/>
                    <a:gd name="T88" fmla="*/ 222 w 276"/>
                    <a:gd name="T89" fmla="*/ 382 h 430"/>
                    <a:gd name="T90" fmla="*/ 216 w 276"/>
                    <a:gd name="T91" fmla="*/ 394 h 430"/>
                    <a:gd name="T92" fmla="*/ 198 w 276"/>
                    <a:gd name="T93" fmla="*/ 400 h 430"/>
                    <a:gd name="T94" fmla="*/ 184 w 276"/>
                    <a:gd name="T95" fmla="*/ 406 h 430"/>
                    <a:gd name="T96" fmla="*/ 154 w 276"/>
                    <a:gd name="T97" fmla="*/ 430 h 430"/>
                    <a:gd name="T98" fmla="*/ 142 w 276"/>
                    <a:gd name="T99" fmla="*/ 428 h 430"/>
                    <a:gd name="T100" fmla="*/ 106 w 276"/>
                    <a:gd name="T101" fmla="*/ 398 h 4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276" h="430">
                      <a:moveTo>
                        <a:pt x="106" y="398"/>
                      </a:moveTo>
                      <a:lnTo>
                        <a:pt x="106" y="398"/>
                      </a:lnTo>
                      <a:lnTo>
                        <a:pt x="98" y="364"/>
                      </a:lnTo>
                      <a:lnTo>
                        <a:pt x="98" y="364"/>
                      </a:lnTo>
                      <a:lnTo>
                        <a:pt x="96" y="340"/>
                      </a:lnTo>
                      <a:lnTo>
                        <a:pt x="92" y="318"/>
                      </a:lnTo>
                      <a:lnTo>
                        <a:pt x="86" y="280"/>
                      </a:lnTo>
                      <a:lnTo>
                        <a:pt x="86" y="280"/>
                      </a:lnTo>
                      <a:lnTo>
                        <a:pt x="68" y="258"/>
                      </a:lnTo>
                      <a:lnTo>
                        <a:pt x="52" y="240"/>
                      </a:lnTo>
                      <a:lnTo>
                        <a:pt x="36" y="226"/>
                      </a:lnTo>
                      <a:lnTo>
                        <a:pt x="26" y="214"/>
                      </a:lnTo>
                      <a:lnTo>
                        <a:pt x="26" y="214"/>
                      </a:lnTo>
                      <a:lnTo>
                        <a:pt x="0" y="200"/>
                      </a:lnTo>
                      <a:lnTo>
                        <a:pt x="0" y="200"/>
                      </a:lnTo>
                      <a:lnTo>
                        <a:pt x="4" y="196"/>
                      </a:lnTo>
                      <a:lnTo>
                        <a:pt x="10" y="192"/>
                      </a:lnTo>
                      <a:lnTo>
                        <a:pt x="28" y="186"/>
                      </a:lnTo>
                      <a:lnTo>
                        <a:pt x="68" y="180"/>
                      </a:lnTo>
                      <a:lnTo>
                        <a:pt x="68" y="180"/>
                      </a:lnTo>
                      <a:lnTo>
                        <a:pt x="78" y="170"/>
                      </a:lnTo>
                      <a:lnTo>
                        <a:pt x="84" y="166"/>
                      </a:lnTo>
                      <a:lnTo>
                        <a:pt x="94" y="162"/>
                      </a:lnTo>
                      <a:lnTo>
                        <a:pt x="112" y="160"/>
                      </a:lnTo>
                      <a:lnTo>
                        <a:pt x="112" y="160"/>
                      </a:lnTo>
                      <a:lnTo>
                        <a:pt x="130" y="138"/>
                      </a:lnTo>
                      <a:lnTo>
                        <a:pt x="130" y="138"/>
                      </a:lnTo>
                      <a:lnTo>
                        <a:pt x="128" y="98"/>
                      </a:lnTo>
                      <a:lnTo>
                        <a:pt x="128" y="98"/>
                      </a:lnTo>
                      <a:lnTo>
                        <a:pt x="158" y="42"/>
                      </a:lnTo>
                      <a:lnTo>
                        <a:pt x="158" y="42"/>
                      </a:lnTo>
                      <a:lnTo>
                        <a:pt x="162" y="12"/>
                      </a:lnTo>
                      <a:lnTo>
                        <a:pt x="162" y="12"/>
                      </a:lnTo>
                      <a:lnTo>
                        <a:pt x="170" y="10"/>
                      </a:lnTo>
                      <a:lnTo>
                        <a:pt x="176" y="8"/>
                      </a:lnTo>
                      <a:lnTo>
                        <a:pt x="190" y="2"/>
                      </a:lnTo>
                      <a:lnTo>
                        <a:pt x="198" y="0"/>
                      </a:lnTo>
                      <a:lnTo>
                        <a:pt x="204" y="0"/>
                      </a:lnTo>
                      <a:lnTo>
                        <a:pt x="212" y="2"/>
                      </a:lnTo>
                      <a:lnTo>
                        <a:pt x="220" y="6"/>
                      </a:lnTo>
                      <a:lnTo>
                        <a:pt x="220" y="6"/>
                      </a:lnTo>
                      <a:lnTo>
                        <a:pt x="226" y="22"/>
                      </a:lnTo>
                      <a:lnTo>
                        <a:pt x="226" y="22"/>
                      </a:lnTo>
                      <a:lnTo>
                        <a:pt x="218" y="40"/>
                      </a:lnTo>
                      <a:lnTo>
                        <a:pt x="212" y="58"/>
                      </a:lnTo>
                      <a:lnTo>
                        <a:pt x="212" y="58"/>
                      </a:lnTo>
                      <a:lnTo>
                        <a:pt x="198" y="74"/>
                      </a:lnTo>
                      <a:lnTo>
                        <a:pt x="196" y="82"/>
                      </a:lnTo>
                      <a:lnTo>
                        <a:pt x="192" y="90"/>
                      </a:lnTo>
                      <a:lnTo>
                        <a:pt x="192" y="108"/>
                      </a:lnTo>
                      <a:lnTo>
                        <a:pt x="194" y="132"/>
                      </a:lnTo>
                      <a:lnTo>
                        <a:pt x="194" y="132"/>
                      </a:lnTo>
                      <a:lnTo>
                        <a:pt x="232" y="138"/>
                      </a:lnTo>
                      <a:lnTo>
                        <a:pt x="232" y="138"/>
                      </a:lnTo>
                      <a:lnTo>
                        <a:pt x="238" y="146"/>
                      </a:lnTo>
                      <a:lnTo>
                        <a:pt x="248" y="154"/>
                      </a:lnTo>
                      <a:lnTo>
                        <a:pt x="260" y="164"/>
                      </a:lnTo>
                      <a:lnTo>
                        <a:pt x="268" y="168"/>
                      </a:lnTo>
                      <a:lnTo>
                        <a:pt x="276" y="170"/>
                      </a:lnTo>
                      <a:lnTo>
                        <a:pt x="276" y="170"/>
                      </a:lnTo>
                      <a:lnTo>
                        <a:pt x="274" y="176"/>
                      </a:lnTo>
                      <a:lnTo>
                        <a:pt x="270" y="184"/>
                      </a:lnTo>
                      <a:lnTo>
                        <a:pt x="264" y="192"/>
                      </a:lnTo>
                      <a:lnTo>
                        <a:pt x="258" y="198"/>
                      </a:lnTo>
                      <a:lnTo>
                        <a:pt x="258" y="198"/>
                      </a:lnTo>
                      <a:lnTo>
                        <a:pt x="252" y="206"/>
                      </a:lnTo>
                      <a:lnTo>
                        <a:pt x="244" y="214"/>
                      </a:lnTo>
                      <a:lnTo>
                        <a:pt x="228" y="226"/>
                      </a:lnTo>
                      <a:lnTo>
                        <a:pt x="228" y="226"/>
                      </a:lnTo>
                      <a:lnTo>
                        <a:pt x="216" y="228"/>
                      </a:lnTo>
                      <a:lnTo>
                        <a:pt x="206" y="228"/>
                      </a:lnTo>
                      <a:lnTo>
                        <a:pt x="202" y="232"/>
                      </a:lnTo>
                      <a:lnTo>
                        <a:pt x="200" y="236"/>
                      </a:lnTo>
                      <a:lnTo>
                        <a:pt x="202" y="248"/>
                      </a:lnTo>
                      <a:lnTo>
                        <a:pt x="200" y="258"/>
                      </a:lnTo>
                      <a:lnTo>
                        <a:pt x="198" y="270"/>
                      </a:lnTo>
                      <a:lnTo>
                        <a:pt x="198" y="270"/>
                      </a:lnTo>
                      <a:lnTo>
                        <a:pt x="188" y="284"/>
                      </a:lnTo>
                      <a:lnTo>
                        <a:pt x="182" y="296"/>
                      </a:lnTo>
                      <a:lnTo>
                        <a:pt x="180" y="308"/>
                      </a:lnTo>
                      <a:lnTo>
                        <a:pt x="178" y="332"/>
                      </a:lnTo>
                      <a:lnTo>
                        <a:pt x="178" y="332"/>
                      </a:lnTo>
                      <a:lnTo>
                        <a:pt x="194" y="346"/>
                      </a:lnTo>
                      <a:lnTo>
                        <a:pt x="194" y="346"/>
                      </a:lnTo>
                      <a:lnTo>
                        <a:pt x="202" y="348"/>
                      </a:lnTo>
                      <a:lnTo>
                        <a:pt x="214" y="352"/>
                      </a:lnTo>
                      <a:lnTo>
                        <a:pt x="218" y="358"/>
                      </a:lnTo>
                      <a:lnTo>
                        <a:pt x="222" y="364"/>
                      </a:lnTo>
                      <a:lnTo>
                        <a:pt x="224" y="372"/>
                      </a:lnTo>
                      <a:lnTo>
                        <a:pt x="222" y="382"/>
                      </a:lnTo>
                      <a:lnTo>
                        <a:pt x="222" y="382"/>
                      </a:lnTo>
                      <a:lnTo>
                        <a:pt x="216" y="394"/>
                      </a:lnTo>
                      <a:lnTo>
                        <a:pt x="216" y="394"/>
                      </a:lnTo>
                      <a:lnTo>
                        <a:pt x="198" y="400"/>
                      </a:lnTo>
                      <a:lnTo>
                        <a:pt x="184" y="406"/>
                      </a:lnTo>
                      <a:lnTo>
                        <a:pt x="184" y="406"/>
                      </a:lnTo>
                      <a:lnTo>
                        <a:pt x="160" y="426"/>
                      </a:lnTo>
                      <a:lnTo>
                        <a:pt x="154" y="430"/>
                      </a:lnTo>
                      <a:lnTo>
                        <a:pt x="148" y="430"/>
                      </a:lnTo>
                      <a:lnTo>
                        <a:pt x="142" y="428"/>
                      </a:lnTo>
                      <a:lnTo>
                        <a:pt x="134" y="422"/>
                      </a:lnTo>
                      <a:lnTo>
                        <a:pt x="106" y="398"/>
                      </a:lnTo>
                      <a:lnTo>
                        <a:pt x="106" y="39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98" name="组合 97"/>
                <p:cNvGrpSpPr/>
                <p:nvPr/>
              </p:nvGrpSpPr>
              <p:grpSpPr>
                <a:xfrm>
                  <a:off x="2735063" y="1095732"/>
                  <a:ext cx="5925636" cy="4191439"/>
                  <a:chOff x="2735063" y="1095732"/>
                  <a:chExt cx="5925636" cy="4191439"/>
                </a:xfrm>
                <a:grpFill/>
              </p:grpSpPr>
              <p:sp>
                <p:nvSpPr>
                  <p:cNvPr id="99" name="Freeform 19"/>
                  <p:cNvSpPr/>
                  <p:nvPr/>
                </p:nvSpPr>
                <p:spPr bwMode="auto">
                  <a:xfrm>
                    <a:off x="3012092" y="3633312"/>
                    <a:ext cx="2701026" cy="1653859"/>
                  </a:xfrm>
                  <a:custGeom>
                    <a:avLst/>
                    <a:gdLst>
                      <a:gd name="T0" fmla="*/ 1244 w 1950"/>
                      <a:gd name="T1" fmla="*/ 1192 h 1194"/>
                      <a:gd name="T2" fmla="*/ 1218 w 1950"/>
                      <a:gd name="T3" fmla="*/ 1156 h 1194"/>
                      <a:gd name="T4" fmla="*/ 1200 w 1950"/>
                      <a:gd name="T5" fmla="*/ 1100 h 1194"/>
                      <a:gd name="T6" fmla="*/ 1152 w 1950"/>
                      <a:gd name="T7" fmla="*/ 1058 h 1194"/>
                      <a:gd name="T8" fmla="*/ 1050 w 1950"/>
                      <a:gd name="T9" fmla="*/ 1000 h 1194"/>
                      <a:gd name="T10" fmla="*/ 970 w 1950"/>
                      <a:gd name="T11" fmla="*/ 1022 h 1194"/>
                      <a:gd name="T12" fmla="*/ 928 w 1950"/>
                      <a:gd name="T13" fmla="*/ 1096 h 1194"/>
                      <a:gd name="T14" fmla="*/ 898 w 1950"/>
                      <a:gd name="T15" fmla="*/ 1042 h 1194"/>
                      <a:gd name="T16" fmla="*/ 872 w 1950"/>
                      <a:gd name="T17" fmla="*/ 992 h 1194"/>
                      <a:gd name="T18" fmla="*/ 754 w 1950"/>
                      <a:gd name="T19" fmla="*/ 1010 h 1194"/>
                      <a:gd name="T20" fmla="*/ 634 w 1950"/>
                      <a:gd name="T21" fmla="*/ 966 h 1194"/>
                      <a:gd name="T22" fmla="*/ 580 w 1950"/>
                      <a:gd name="T23" fmla="*/ 900 h 1194"/>
                      <a:gd name="T24" fmla="*/ 492 w 1950"/>
                      <a:gd name="T25" fmla="*/ 842 h 1194"/>
                      <a:gd name="T26" fmla="*/ 468 w 1950"/>
                      <a:gd name="T27" fmla="*/ 764 h 1194"/>
                      <a:gd name="T28" fmla="*/ 390 w 1950"/>
                      <a:gd name="T29" fmla="*/ 726 h 1194"/>
                      <a:gd name="T30" fmla="*/ 284 w 1950"/>
                      <a:gd name="T31" fmla="*/ 610 h 1194"/>
                      <a:gd name="T32" fmla="*/ 182 w 1950"/>
                      <a:gd name="T33" fmla="*/ 630 h 1194"/>
                      <a:gd name="T34" fmla="*/ 142 w 1950"/>
                      <a:gd name="T35" fmla="*/ 552 h 1194"/>
                      <a:gd name="T36" fmla="*/ 12 w 1950"/>
                      <a:gd name="T37" fmla="*/ 454 h 1194"/>
                      <a:gd name="T38" fmla="*/ 8 w 1950"/>
                      <a:gd name="T39" fmla="*/ 412 h 1194"/>
                      <a:gd name="T40" fmla="*/ 16 w 1950"/>
                      <a:gd name="T41" fmla="*/ 290 h 1194"/>
                      <a:gd name="T42" fmla="*/ 54 w 1950"/>
                      <a:gd name="T43" fmla="*/ 300 h 1194"/>
                      <a:gd name="T44" fmla="*/ 104 w 1950"/>
                      <a:gd name="T45" fmla="*/ 280 h 1194"/>
                      <a:gd name="T46" fmla="*/ 78 w 1950"/>
                      <a:gd name="T47" fmla="*/ 126 h 1194"/>
                      <a:gd name="T48" fmla="*/ 146 w 1950"/>
                      <a:gd name="T49" fmla="*/ 98 h 1194"/>
                      <a:gd name="T50" fmla="*/ 216 w 1950"/>
                      <a:gd name="T51" fmla="*/ 72 h 1194"/>
                      <a:gd name="T52" fmla="*/ 304 w 1950"/>
                      <a:gd name="T53" fmla="*/ 6 h 1194"/>
                      <a:gd name="T54" fmla="*/ 386 w 1950"/>
                      <a:gd name="T55" fmla="*/ 48 h 1194"/>
                      <a:gd name="T56" fmla="*/ 470 w 1950"/>
                      <a:gd name="T57" fmla="*/ 10 h 1194"/>
                      <a:gd name="T58" fmla="*/ 510 w 1950"/>
                      <a:gd name="T59" fmla="*/ 56 h 1194"/>
                      <a:gd name="T60" fmla="*/ 622 w 1950"/>
                      <a:gd name="T61" fmla="*/ 72 h 1194"/>
                      <a:gd name="T62" fmla="*/ 710 w 1950"/>
                      <a:gd name="T63" fmla="*/ 56 h 1194"/>
                      <a:gd name="T64" fmla="*/ 804 w 1950"/>
                      <a:gd name="T65" fmla="*/ 44 h 1194"/>
                      <a:gd name="T66" fmla="*/ 898 w 1950"/>
                      <a:gd name="T67" fmla="*/ 30 h 1194"/>
                      <a:gd name="T68" fmla="*/ 1046 w 1950"/>
                      <a:gd name="T69" fmla="*/ 38 h 1194"/>
                      <a:gd name="T70" fmla="*/ 1106 w 1950"/>
                      <a:gd name="T71" fmla="*/ 114 h 1194"/>
                      <a:gd name="T72" fmla="*/ 1092 w 1950"/>
                      <a:gd name="T73" fmla="*/ 220 h 1194"/>
                      <a:gd name="T74" fmla="*/ 1118 w 1950"/>
                      <a:gd name="T75" fmla="*/ 378 h 1194"/>
                      <a:gd name="T76" fmla="*/ 1192 w 1950"/>
                      <a:gd name="T77" fmla="*/ 440 h 1194"/>
                      <a:gd name="T78" fmla="*/ 1308 w 1950"/>
                      <a:gd name="T79" fmla="*/ 502 h 1194"/>
                      <a:gd name="T80" fmla="*/ 1406 w 1950"/>
                      <a:gd name="T81" fmla="*/ 546 h 1194"/>
                      <a:gd name="T82" fmla="*/ 1586 w 1950"/>
                      <a:gd name="T83" fmla="*/ 576 h 1194"/>
                      <a:gd name="T84" fmla="*/ 1666 w 1950"/>
                      <a:gd name="T85" fmla="*/ 682 h 1194"/>
                      <a:gd name="T86" fmla="*/ 1706 w 1950"/>
                      <a:gd name="T87" fmla="*/ 676 h 1194"/>
                      <a:gd name="T88" fmla="*/ 1794 w 1950"/>
                      <a:gd name="T89" fmla="*/ 616 h 1194"/>
                      <a:gd name="T90" fmla="*/ 1848 w 1950"/>
                      <a:gd name="T91" fmla="*/ 632 h 1194"/>
                      <a:gd name="T92" fmla="*/ 1926 w 1950"/>
                      <a:gd name="T93" fmla="*/ 788 h 1194"/>
                      <a:gd name="T94" fmla="*/ 1930 w 1950"/>
                      <a:gd name="T95" fmla="*/ 878 h 1194"/>
                      <a:gd name="T96" fmla="*/ 1940 w 1950"/>
                      <a:gd name="T97" fmla="*/ 976 h 1194"/>
                      <a:gd name="T98" fmla="*/ 1930 w 1950"/>
                      <a:gd name="T99" fmla="*/ 1002 h 1194"/>
                      <a:gd name="T100" fmla="*/ 1872 w 1950"/>
                      <a:gd name="T101" fmla="*/ 1006 h 1194"/>
                      <a:gd name="T102" fmla="*/ 1866 w 1950"/>
                      <a:gd name="T103" fmla="*/ 1096 h 1194"/>
                      <a:gd name="T104" fmla="*/ 1772 w 1950"/>
                      <a:gd name="T105" fmla="*/ 1052 h 1194"/>
                      <a:gd name="T106" fmla="*/ 1744 w 1950"/>
                      <a:gd name="T107" fmla="*/ 1124 h 1194"/>
                      <a:gd name="T108" fmla="*/ 1696 w 1950"/>
                      <a:gd name="T109" fmla="*/ 1086 h 1194"/>
                      <a:gd name="T110" fmla="*/ 1594 w 1950"/>
                      <a:gd name="T111" fmla="*/ 1048 h 1194"/>
                      <a:gd name="T112" fmla="*/ 1498 w 1950"/>
                      <a:gd name="T113" fmla="*/ 1102 h 1194"/>
                      <a:gd name="T114" fmla="*/ 1430 w 1950"/>
                      <a:gd name="T115" fmla="*/ 1144 h 1194"/>
                      <a:gd name="T116" fmla="*/ 1342 w 1950"/>
                      <a:gd name="T117" fmla="*/ 1194 h 11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1950" h="1194">
                        <a:moveTo>
                          <a:pt x="1342" y="1194"/>
                        </a:moveTo>
                        <a:lnTo>
                          <a:pt x="1342" y="1194"/>
                        </a:lnTo>
                        <a:lnTo>
                          <a:pt x="1336" y="1192"/>
                        </a:lnTo>
                        <a:lnTo>
                          <a:pt x="1324" y="1188"/>
                        </a:lnTo>
                        <a:lnTo>
                          <a:pt x="1298" y="1186"/>
                        </a:lnTo>
                        <a:lnTo>
                          <a:pt x="1258" y="1186"/>
                        </a:lnTo>
                        <a:lnTo>
                          <a:pt x="1258" y="1186"/>
                        </a:lnTo>
                        <a:lnTo>
                          <a:pt x="1244" y="1192"/>
                        </a:lnTo>
                        <a:lnTo>
                          <a:pt x="1244" y="1192"/>
                        </a:lnTo>
                        <a:lnTo>
                          <a:pt x="1226" y="1188"/>
                        </a:lnTo>
                        <a:lnTo>
                          <a:pt x="1216" y="1184"/>
                        </a:lnTo>
                        <a:lnTo>
                          <a:pt x="1212" y="1182"/>
                        </a:lnTo>
                        <a:lnTo>
                          <a:pt x="1210" y="1180"/>
                        </a:lnTo>
                        <a:lnTo>
                          <a:pt x="1210" y="1172"/>
                        </a:lnTo>
                        <a:lnTo>
                          <a:pt x="1214" y="1164"/>
                        </a:lnTo>
                        <a:lnTo>
                          <a:pt x="1218" y="1156"/>
                        </a:lnTo>
                        <a:lnTo>
                          <a:pt x="1224" y="1146"/>
                        </a:lnTo>
                        <a:lnTo>
                          <a:pt x="1228" y="1136"/>
                        </a:lnTo>
                        <a:lnTo>
                          <a:pt x="1228" y="1136"/>
                        </a:lnTo>
                        <a:lnTo>
                          <a:pt x="1228" y="1114"/>
                        </a:lnTo>
                        <a:lnTo>
                          <a:pt x="1228" y="1114"/>
                        </a:lnTo>
                        <a:lnTo>
                          <a:pt x="1216" y="1108"/>
                        </a:lnTo>
                        <a:lnTo>
                          <a:pt x="1206" y="1104"/>
                        </a:lnTo>
                        <a:lnTo>
                          <a:pt x="1200" y="1100"/>
                        </a:lnTo>
                        <a:lnTo>
                          <a:pt x="1194" y="1094"/>
                        </a:lnTo>
                        <a:lnTo>
                          <a:pt x="1192" y="1088"/>
                        </a:lnTo>
                        <a:lnTo>
                          <a:pt x="1190" y="1082"/>
                        </a:lnTo>
                        <a:lnTo>
                          <a:pt x="1186" y="1068"/>
                        </a:lnTo>
                        <a:lnTo>
                          <a:pt x="1186" y="1068"/>
                        </a:lnTo>
                        <a:lnTo>
                          <a:pt x="1180" y="1058"/>
                        </a:lnTo>
                        <a:lnTo>
                          <a:pt x="1180" y="1058"/>
                        </a:lnTo>
                        <a:lnTo>
                          <a:pt x="1152" y="1058"/>
                        </a:lnTo>
                        <a:lnTo>
                          <a:pt x="1128" y="1052"/>
                        </a:lnTo>
                        <a:lnTo>
                          <a:pt x="1128" y="1052"/>
                        </a:lnTo>
                        <a:lnTo>
                          <a:pt x="1112" y="1028"/>
                        </a:lnTo>
                        <a:lnTo>
                          <a:pt x="1112" y="1028"/>
                        </a:lnTo>
                        <a:lnTo>
                          <a:pt x="1092" y="1022"/>
                        </a:lnTo>
                        <a:lnTo>
                          <a:pt x="1074" y="1014"/>
                        </a:lnTo>
                        <a:lnTo>
                          <a:pt x="1060" y="1006"/>
                        </a:lnTo>
                        <a:lnTo>
                          <a:pt x="1050" y="1000"/>
                        </a:lnTo>
                        <a:lnTo>
                          <a:pt x="1050" y="1000"/>
                        </a:lnTo>
                        <a:lnTo>
                          <a:pt x="1038" y="994"/>
                        </a:lnTo>
                        <a:lnTo>
                          <a:pt x="1038" y="994"/>
                        </a:lnTo>
                        <a:lnTo>
                          <a:pt x="1002" y="994"/>
                        </a:lnTo>
                        <a:lnTo>
                          <a:pt x="1002" y="994"/>
                        </a:lnTo>
                        <a:lnTo>
                          <a:pt x="992" y="1002"/>
                        </a:lnTo>
                        <a:lnTo>
                          <a:pt x="982" y="1012"/>
                        </a:lnTo>
                        <a:lnTo>
                          <a:pt x="970" y="1022"/>
                        </a:lnTo>
                        <a:lnTo>
                          <a:pt x="956" y="1028"/>
                        </a:lnTo>
                        <a:lnTo>
                          <a:pt x="956" y="1028"/>
                        </a:lnTo>
                        <a:lnTo>
                          <a:pt x="944" y="1040"/>
                        </a:lnTo>
                        <a:lnTo>
                          <a:pt x="944" y="1040"/>
                        </a:lnTo>
                        <a:lnTo>
                          <a:pt x="936" y="1056"/>
                        </a:lnTo>
                        <a:lnTo>
                          <a:pt x="936" y="1056"/>
                        </a:lnTo>
                        <a:lnTo>
                          <a:pt x="932" y="1076"/>
                        </a:lnTo>
                        <a:lnTo>
                          <a:pt x="928" y="1096"/>
                        </a:lnTo>
                        <a:lnTo>
                          <a:pt x="928" y="1096"/>
                        </a:lnTo>
                        <a:lnTo>
                          <a:pt x="912" y="1092"/>
                        </a:lnTo>
                        <a:lnTo>
                          <a:pt x="906" y="1090"/>
                        </a:lnTo>
                        <a:lnTo>
                          <a:pt x="902" y="1086"/>
                        </a:lnTo>
                        <a:lnTo>
                          <a:pt x="896" y="1076"/>
                        </a:lnTo>
                        <a:lnTo>
                          <a:pt x="894" y="1066"/>
                        </a:lnTo>
                        <a:lnTo>
                          <a:pt x="894" y="1054"/>
                        </a:lnTo>
                        <a:lnTo>
                          <a:pt x="898" y="1042"/>
                        </a:lnTo>
                        <a:lnTo>
                          <a:pt x="902" y="1030"/>
                        </a:lnTo>
                        <a:lnTo>
                          <a:pt x="908" y="1020"/>
                        </a:lnTo>
                        <a:lnTo>
                          <a:pt x="908" y="1020"/>
                        </a:lnTo>
                        <a:lnTo>
                          <a:pt x="908" y="1004"/>
                        </a:lnTo>
                        <a:lnTo>
                          <a:pt x="908" y="1004"/>
                        </a:lnTo>
                        <a:lnTo>
                          <a:pt x="894" y="996"/>
                        </a:lnTo>
                        <a:lnTo>
                          <a:pt x="886" y="992"/>
                        </a:lnTo>
                        <a:lnTo>
                          <a:pt x="872" y="992"/>
                        </a:lnTo>
                        <a:lnTo>
                          <a:pt x="872" y="992"/>
                        </a:lnTo>
                        <a:lnTo>
                          <a:pt x="822" y="1002"/>
                        </a:lnTo>
                        <a:lnTo>
                          <a:pt x="802" y="1008"/>
                        </a:lnTo>
                        <a:lnTo>
                          <a:pt x="782" y="1018"/>
                        </a:lnTo>
                        <a:lnTo>
                          <a:pt x="782" y="1018"/>
                        </a:lnTo>
                        <a:lnTo>
                          <a:pt x="772" y="1016"/>
                        </a:lnTo>
                        <a:lnTo>
                          <a:pt x="762" y="1014"/>
                        </a:lnTo>
                        <a:lnTo>
                          <a:pt x="754" y="1010"/>
                        </a:lnTo>
                        <a:lnTo>
                          <a:pt x="748" y="1006"/>
                        </a:lnTo>
                        <a:lnTo>
                          <a:pt x="736" y="994"/>
                        </a:lnTo>
                        <a:lnTo>
                          <a:pt x="728" y="982"/>
                        </a:lnTo>
                        <a:lnTo>
                          <a:pt x="728" y="982"/>
                        </a:lnTo>
                        <a:lnTo>
                          <a:pt x="714" y="966"/>
                        </a:lnTo>
                        <a:lnTo>
                          <a:pt x="714" y="966"/>
                        </a:lnTo>
                        <a:lnTo>
                          <a:pt x="634" y="966"/>
                        </a:lnTo>
                        <a:lnTo>
                          <a:pt x="634" y="966"/>
                        </a:lnTo>
                        <a:lnTo>
                          <a:pt x="626" y="960"/>
                        </a:lnTo>
                        <a:lnTo>
                          <a:pt x="620" y="954"/>
                        </a:lnTo>
                        <a:lnTo>
                          <a:pt x="612" y="938"/>
                        </a:lnTo>
                        <a:lnTo>
                          <a:pt x="606" y="922"/>
                        </a:lnTo>
                        <a:lnTo>
                          <a:pt x="600" y="908"/>
                        </a:lnTo>
                        <a:lnTo>
                          <a:pt x="600" y="908"/>
                        </a:lnTo>
                        <a:lnTo>
                          <a:pt x="584" y="904"/>
                        </a:lnTo>
                        <a:lnTo>
                          <a:pt x="580" y="900"/>
                        </a:lnTo>
                        <a:lnTo>
                          <a:pt x="576" y="894"/>
                        </a:lnTo>
                        <a:lnTo>
                          <a:pt x="576" y="894"/>
                        </a:lnTo>
                        <a:lnTo>
                          <a:pt x="554" y="878"/>
                        </a:lnTo>
                        <a:lnTo>
                          <a:pt x="554" y="878"/>
                        </a:lnTo>
                        <a:lnTo>
                          <a:pt x="514" y="864"/>
                        </a:lnTo>
                        <a:lnTo>
                          <a:pt x="514" y="864"/>
                        </a:lnTo>
                        <a:lnTo>
                          <a:pt x="500" y="852"/>
                        </a:lnTo>
                        <a:lnTo>
                          <a:pt x="492" y="842"/>
                        </a:lnTo>
                        <a:lnTo>
                          <a:pt x="486" y="832"/>
                        </a:lnTo>
                        <a:lnTo>
                          <a:pt x="482" y="824"/>
                        </a:lnTo>
                        <a:lnTo>
                          <a:pt x="480" y="816"/>
                        </a:lnTo>
                        <a:lnTo>
                          <a:pt x="480" y="808"/>
                        </a:lnTo>
                        <a:lnTo>
                          <a:pt x="478" y="784"/>
                        </a:lnTo>
                        <a:lnTo>
                          <a:pt x="478" y="784"/>
                        </a:lnTo>
                        <a:lnTo>
                          <a:pt x="468" y="764"/>
                        </a:lnTo>
                        <a:lnTo>
                          <a:pt x="468" y="764"/>
                        </a:lnTo>
                        <a:lnTo>
                          <a:pt x="424" y="766"/>
                        </a:lnTo>
                        <a:lnTo>
                          <a:pt x="424" y="766"/>
                        </a:lnTo>
                        <a:lnTo>
                          <a:pt x="406" y="758"/>
                        </a:lnTo>
                        <a:lnTo>
                          <a:pt x="400" y="754"/>
                        </a:lnTo>
                        <a:lnTo>
                          <a:pt x="396" y="750"/>
                        </a:lnTo>
                        <a:lnTo>
                          <a:pt x="392" y="740"/>
                        </a:lnTo>
                        <a:lnTo>
                          <a:pt x="390" y="726"/>
                        </a:lnTo>
                        <a:lnTo>
                          <a:pt x="390" y="726"/>
                        </a:lnTo>
                        <a:lnTo>
                          <a:pt x="380" y="716"/>
                        </a:lnTo>
                        <a:lnTo>
                          <a:pt x="372" y="710"/>
                        </a:lnTo>
                        <a:lnTo>
                          <a:pt x="358" y="700"/>
                        </a:lnTo>
                        <a:lnTo>
                          <a:pt x="358" y="700"/>
                        </a:lnTo>
                        <a:lnTo>
                          <a:pt x="318" y="666"/>
                        </a:lnTo>
                        <a:lnTo>
                          <a:pt x="318" y="666"/>
                        </a:lnTo>
                        <a:lnTo>
                          <a:pt x="284" y="610"/>
                        </a:lnTo>
                        <a:lnTo>
                          <a:pt x="284" y="610"/>
                        </a:lnTo>
                        <a:lnTo>
                          <a:pt x="260" y="610"/>
                        </a:lnTo>
                        <a:lnTo>
                          <a:pt x="252" y="612"/>
                        </a:lnTo>
                        <a:lnTo>
                          <a:pt x="242" y="616"/>
                        </a:lnTo>
                        <a:lnTo>
                          <a:pt x="242" y="616"/>
                        </a:lnTo>
                        <a:lnTo>
                          <a:pt x="230" y="622"/>
                        </a:lnTo>
                        <a:lnTo>
                          <a:pt x="218" y="630"/>
                        </a:lnTo>
                        <a:lnTo>
                          <a:pt x="218" y="630"/>
                        </a:lnTo>
                        <a:lnTo>
                          <a:pt x="182" y="630"/>
                        </a:lnTo>
                        <a:lnTo>
                          <a:pt x="182" y="630"/>
                        </a:lnTo>
                        <a:lnTo>
                          <a:pt x="170" y="620"/>
                        </a:lnTo>
                        <a:lnTo>
                          <a:pt x="162" y="612"/>
                        </a:lnTo>
                        <a:lnTo>
                          <a:pt x="156" y="602"/>
                        </a:lnTo>
                        <a:lnTo>
                          <a:pt x="150" y="592"/>
                        </a:lnTo>
                        <a:lnTo>
                          <a:pt x="144" y="572"/>
                        </a:lnTo>
                        <a:lnTo>
                          <a:pt x="142" y="552"/>
                        </a:lnTo>
                        <a:lnTo>
                          <a:pt x="142" y="552"/>
                        </a:lnTo>
                        <a:lnTo>
                          <a:pt x="112" y="506"/>
                        </a:lnTo>
                        <a:lnTo>
                          <a:pt x="112" y="506"/>
                        </a:lnTo>
                        <a:lnTo>
                          <a:pt x="100" y="494"/>
                        </a:lnTo>
                        <a:lnTo>
                          <a:pt x="88" y="486"/>
                        </a:lnTo>
                        <a:lnTo>
                          <a:pt x="74" y="478"/>
                        </a:lnTo>
                        <a:lnTo>
                          <a:pt x="62" y="472"/>
                        </a:lnTo>
                        <a:lnTo>
                          <a:pt x="36" y="462"/>
                        </a:lnTo>
                        <a:lnTo>
                          <a:pt x="12" y="454"/>
                        </a:lnTo>
                        <a:lnTo>
                          <a:pt x="12" y="454"/>
                        </a:lnTo>
                        <a:lnTo>
                          <a:pt x="4" y="448"/>
                        </a:lnTo>
                        <a:lnTo>
                          <a:pt x="0" y="442"/>
                        </a:lnTo>
                        <a:lnTo>
                          <a:pt x="0" y="436"/>
                        </a:lnTo>
                        <a:lnTo>
                          <a:pt x="0" y="430"/>
                        </a:lnTo>
                        <a:lnTo>
                          <a:pt x="2" y="420"/>
                        </a:lnTo>
                        <a:lnTo>
                          <a:pt x="8" y="412"/>
                        </a:lnTo>
                        <a:lnTo>
                          <a:pt x="8" y="412"/>
                        </a:lnTo>
                        <a:lnTo>
                          <a:pt x="14" y="406"/>
                        </a:lnTo>
                        <a:lnTo>
                          <a:pt x="18" y="400"/>
                        </a:lnTo>
                        <a:lnTo>
                          <a:pt x="22" y="388"/>
                        </a:lnTo>
                        <a:lnTo>
                          <a:pt x="22" y="388"/>
                        </a:lnTo>
                        <a:lnTo>
                          <a:pt x="26" y="316"/>
                        </a:lnTo>
                        <a:lnTo>
                          <a:pt x="26" y="316"/>
                        </a:lnTo>
                        <a:lnTo>
                          <a:pt x="18" y="296"/>
                        </a:lnTo>
                        <a:lnTo>
                          <a:pt x="16" y="290"/>
                        </a:lnTo>
                        <a:lnTo>
                          <a:pt x="14" y="286"/>
                        </a:lnTo>
                        <a:lnTo>
                          <a:pt x="16" y="284"/>
                        </a:lnTo>
                        <a:lnTo>
                          <a:pt x="20" y="282"/>
                        </a:lnTo>
                        <a:lnTo>
                          <a:pt x="36" y="280"/>
                        </a:lnTo>
                        <a:lnTo>
                          <a:pt x="36" y="280"/>
                        </a:lnTo>
                        <a:lnTo>
                          <a:pt x="48" y="288"/>
                        </a:lnTo>
                        <a:lnTo>
                          <a:pt x="48" y="288"/>
                        </a:lnTo>
                        <a:lnTo>
                          <a:pt x="54" y="300"/>
                        </a:lnTo>
                        <a:lnTo>
                          <a:pt x="58" y="308"/>
                        </a:lnTo>
                        <a:lnTo>
                          <a:pt x="64" y="314"/>
                        </a:lnTo>
                        <a:lnTo>
                          <a:pt x="70" y="318"/>
                        </a:lnTo>
                        <a:lnTo>
                          <a:pt x="78" y="320"/>
                        </a:lnTo>
                        <a:lnTo>
                          <a:pt x="86" y="316"/>
                        </a:lnTo>
                        <a:lnTo>
                          <a:pt x="94" y="308"/>
                        </a:lnTo>
                        <a:lnTo>
                          <a:pt x="94" y="308"/>
                        </a:lnTo>
                        <a:lnTo>
                          <a:pt x="104" y="280"/>
                        </a:lnTo>
                        <a:lnTo>
                          <a:pt x="104" y="280"/>
                        </a:lnTo>
                        <a:lnTo>
                          <a:pt x="98" y="216"/>
                        </a:lnTo>
                        <a:lnTo>
                          <a:pt x="98" y="216"/>
                        </a:lnTo>
                        <a:lnTo>
                          <a:pt x="80" y="166"/>
                        </a:lnTo>
                        <a:lnTo>
                          <a:pt x="80" y="166"/>
                        </a:lnTo>
                        <a:lnTo>
                          <a:pt x="76" y="144"/>
                        </a:lnTo>
                        <a:lnTo>
                          <a:pt x="76" y="134"/>
                        </a:lnTo>
                        <a:lnTo>
                          <a:pt x="78" y="126"/>
                        </a:lnTo>
                        <a:lnTo>
                          <a:pt x="80" y="118"/>
                        </a:lnTo>
                        <a:lnTo>
                          <a:pt x="84" y="112"/>
                        </a:lnTo>
                        <a:lnTo>
                          <a:pt x="90" y="104"/>
                        </a:lnTo>
                        <a:lnTo>
                          <a:pt x="98" y="98"/>
                        </a:lnTo>
                        <a:lnTo>
                          <a:pt x="98" y="98"/>
                        </a:lnTo>
                        <a:lnTo>
                          <a:pt x="108" y="82"/>
                        </a:lnTo>
                        <a:lnTo>
                          <a:pt x="108" y="82"/>
                        </a:lnTo>
                        <a:lnTo>
                          <a:pt x="146" y="98"/>
                        </a:lnTo>
                        <a:lnTo>
                          <a:pt x="146" y="98"/>
                        </a:lnTo>
                        <a:lnTo>
                          <a:pt x="182" y="98"/>
                        </a:lnTo>
                        <a:lnTo>
                          <a:pt x="182" y="98"/>
                        </a:lnTo>
                        <a:lnTo>
                          <a:pt x="190" y="92"/>
                        </a:lnTo>
                        <a:lnTo>
                          <a:pt x="198" y="86"/>
                        </a:lnTo>
                        <a:lnTo>
                          <a:pt x="206" y="80"/>
                        </a:lnTo>
                        <a:lnTo>
                          <a:pt x="216" y="72"/>
                        </a:lnTo>
                        <a:lnTo>
                          <a:pt x="216" y="72"/>
                        </a:lnTo>
                        <a:lnTo>
                          <a:pt x="226" y="48"/>
                        </a:lnTo>
                        <a:lnTo>
                          <a:pt x="238" y="30"/>
                        </a:lnTo>
                        <a:lnTo>
                          <a:pt x="244" y="22"/>
                        </a:lnTo>
                        <a:lnTo>
                          <a:pt x="254" y="14"/>
                        </a:lnTo>
                        <a:lnTo>
                          <a:pt x="276" y="0"/>
                        </a:lnTo>
                        <a:lnTo>
                          <a:pt x="276" y="0"/>
                        </a:lnTo>
                        <a:lnTo>
                          <a:pt x="286" y="0"/>
                        </a:lnTo>
                        <a:lnTo>
                          <a:pt x="304" y="6"/>
                        </a:lnTo>
                        <a:lnTo>
                          <a:pt x="304" y="6"/>
                        </a:lnTo>
                        <a:lnTo>
                          <a:pt x="350" y="34"/>
                        </a:lnTo>
                        <a:lnTo>
                          <a:pt x="350" y="34"/>
                        </a:lnTo>
                        <a:lnTo>
                          <a:pt x="352" y="42"/>
                        </a:lnTo>
                        <a:lnTo>
                          <a:pt x="356" y="48"/>
                        </a:lnTo>
                        <a:lnTo>
                          <a:pt x="362" y="50"/>
                        </a:lnTo>
                        <a:lnTo>
                          <a:pt x="368" y="50"/>
                        </a:lnTo>
                        <a:lnTo>
                          <a:pt x="386" y="48"/>
                        </a:lnTo>
                        <a:lnTo>
                          <a:pt x="402" y="42"/>
                        </a:lnTo>
                        <a:lnTo>
                          <a:pt x="402" y="42"/>
                        </a:lnTo>
                        <a:lnTo>
                          <a:pt x="438" y="36"/>
                        </a:lnTo>
                        <a:lnTo>
                          <a:pt x="438" y="36"/>
                        </a:lnTo>
                        <a:lnTo>
                          <a:pt x="454" y="20"/>
                        </a:lnTo>
                        <a:lnTo>
                          <a:pt x="458" y="14"/>
                        </a:lnTo>
                        <a:lnTo>
                          <a:pt x="464" y="10"/>
                        </a:lnTo>
                        <a:lnTo>
                          <a:pt x="470" y="10"/>
                        </a:lnTo>
                        <a:lnTo>
                          <a:pt x="476" y="10"/>
                        </a:lnTo>
                        <a:lnTo>
                          <a:pt x="486" y="14"/>
                        </a:lnTo>
                        <a:lnTo>
                          <a:pt x="496" y="22"/>
                        </a:lnTo>
                        <a:lnTo>
                          <a:pt x="496" y="22"/>
                        </a:lnTo>
                        <a:lnTo>
                          <a:pt x="498" y="38"/>
                        </a:lnTo>
                        <a:lnTo>
                          <a:pt x="498" y="44"/>
                        </a:lnTo>
                        <a:lnTo>
                          <a:pt x="500" y="48"/>
                        </a:lnTo>
                        <a:lnTo>
                          <a:pt x="510" y="56"/>
                        </a:lnTo>
                        <a:lnTo>
                          <a:pt x="528" y="68"/>
                        </a:lnTo>
                        <a:lnTo>
                          <a:pt x="528" y="68"/>
                        </a:lnTo>
                        <a:lnTo>
                          <a:pt x="564" y="82"/>
                        </a:lnTo>
                        <a:lnTo>
                          <a:pt x="564" y="82"/>
                        </a:lnTo>
                        <a:lnTo>
                          <a:pt x="594" y="82"/>
                        </a:lnTo>
                        <a:lnTo>
                          <a:pt x="594" y="82"/>
                        </a:lnTo>
                        <a:lnTo>
                          <a:pt x="608" y="76"/>
                        </a:lnTo>
                        <a:lnTo>
                          <a:pt x="622" y="72"/>
                        </a:lnTo>
                        <a:lnTo>
                          <a:pt x="638" y="68"/>
                        </a:lnTo>
                        <a:lnTo>
                          <a:pt x="658" y="66"/>
                        </a:lnTo>
                        <a:lnTo>
                          <a:pt x="658" y="66"/>
                        </a:lnTo>
                        <a:lnTo>
                          <a:pt x="678" y="56"/>
                        </a:lnTo>
                        <a:lnTo>
                          <a:pt x="686" y="54"/>
                        </a:lnTo>
                        <a:lnTo>
                          <a:pt x="694" y="54"/>
                        </a:lnTo>
                        <a:lnTo>
                          <a:pt x="700" y="54"/>
                        </a:lnTo>
                        <a:lnTo>
                          <a:pt x="710" y="56"/>
                        </a:lnTo>
                        <a:lnTo>
                          <a:pt x="734" y="68"/>
                        </a:lnTo>
                        <a:lnTo>
                          <a:pt x="734" y="68"/>
                        </a:lnTo>
                        <a:lnTo>
                          <a:pt x="776" y="68"/>
                        </a:lnTo>
                        <a:lnTo>
                          <a:pt x="776" y="68"/>
                        </a:lnTo>
                        <a:lnTo>
                          <a:pt x="784" y="60"/>
                        </a:lnTo>
                        <a:lnTo>
                          <a:pt x="788" y="54"/>
                        </a:lnTo>
                        <a:lnTo>
                          <a:pt x="794" y="48"/>
                        </a:lnTo>
                        <a:lnTo>
                          <a:pt x="804" y="44"/>
                        </a:lnTo>
                        <a:lnTo>
                          <a:pt x="804" y="44"/>
                        </a:lnTo>
                        <a:lnTo>
                          <a:pt x="824" y="28"/>
                        </a:lnTo>
                        <a:lnTo>
                          <a:pt x="834" y="22"/>
                        </a:lnTo>
                        <a:lnTo>
                          <a:pt x="844" y="18"/>
                        </a:lnTo>
                        <a:lnTo>
                          <a:pt x="854" y="18"/>
                        </a:lnTo>
                        <a:lnTo>
                          <a:pt x="866" y="18"/>
                        </a:lnTo>
                        <a:lnTo>
                          <a:pt x="882" y="24"/>
                        </a:lnTo>
                        <a:lnTo>
                          <a:pt x="898" y="30"/>
                        </a:lnTo>
                        <a:lnTo>
                          <a:pt x="898" y="30"/>
                        </a:lnTo>
                        <a:lnTo>
                          <a:pt x="926" y="30"/>
                        </a:lnTo>
                        <a:lnTo>
                          <a:pt x="956" y="26"/>
                        </a:lnTo>
                        <a:lnTo>
                          <a:pt x="986" y="24"/>
                        </a:lnTo>
                        <a:lnTo>
                          <a:pt x="1018" y="24"/>
                        </a:lnTo>
                        <a:lnTo>
                          <a:pt x="1018" y="24"/>
                        </a:lnTo>
                        <a:lnTo>
                          <a:pt x="1046" y="38"/>
                        </a:lnTo>
                        <a:lnTo>
                          <a:pt x="1046" y="38"/>
                        </a:lnTo>
                        <a:lnTo>
                          <a:pt x="1060" y="52"/>
                        </a:lnTo>
                        <a:lnTo>
                          <a:pt x="1072" y="60"/>
                        </a:lnTo>
                        <a:lnTo>
                          <a:pt x="1086" y="66"/>
                        </a:lnTo>
                        <a:lnTo>
                          <a:pt x="1086" y="66"/>
                        </a:lnTo>
                        <a:lnTo>
                          <a:pt x="1088" y="90"/>
                        </a:lnTo>
                        <a:lnTo>
                          <a:pt x="1088" y="90"/>
                        </a:lnTo>
                        <a:lnTo>
                          <a:pt x="1096" y="100"/>
                        </a:lnTo>
                        <a:lnTo>
                          <a:pt x="1106" y="114"/>
                        </a:lnTo>
                        <a:lnTo>
                          <a:pt x="1110" y="122"/>
                        </a:lnTo>
                        <a:lnTo>
                          <a:pt x="1112" y="130"/>
                        </a:lnTo>
                        <a:lnTo>
                          <a:pt x="1112" y="140"/>
                        </a:lnTo>
                        <a:lnTo>
                          <a:pt x="1110" y="152"/>
                        </a:lnTo>
                        <a:lnTo>
                          <a:pt x="1110" y="152"/>
                        </a:lnTo>
                        <a:lnTo>
                          <a:pt x="1092" y="182"/>
                        </a:lnTo>
                        <a:lnTo>
                          <a:pt x="1092" y="182"/>
                        </a:lnTo>
                        <a:lnTo>
                          <a:pt x="1092" y="220"/>
                        </a:lnTo>
                        <a:lnTo>
                          <a:pt x="1092" y="220"/>
                        </a:lnTo>
                        <a:lnTo>
                          <a:pt x="1094" y="246"/>
                        </a:lnTo>
                        <a:lnTo>
                          <a:pt x="1096" y="270"/>
                        </a:lnTo>
                        <a:lnTo>
                          <a:pt x="1096" y="294"/>
                        </a:lnTo>
                        <a:lnTo>
                          <a:pt x="1100" y="320"/>
                        </a:lnTo>
                        <a:lnTo>
                          <a:pt x="1104" y="344"/>
                        </a:lnTo>
                        <a:lnTo>
                          <a:pt x="1112" y="368"/>
                        </a:lnTo>
                        <a:lnTo>
                          <a:pt x="1118" y="378"/>
                        </a:lnTo>
                        <a:lnTo>
                          <a:pt x="1126" y="390"/>
                        </a:lnTo>
                        <a:lnTo>
                          <a:pt x="1134" y="402"/>
                        </a:lnTo>
                        <a:lnTo>
                          <a:pt x="1144" y="412"/>
                        </a:lnTo>
                        <a:lnTo>
                          <a:pt x="1144" y="412"/>
                        </a:lnTo>
                        <a:lnTo>
                          <a:pt x="1166" y="426"/>
                        </a:lnTo>
                        <a:lnTo>
                          <a:pt x="1178" y="432"/>
                        </a:lnTo>
                        <a:lnTo>
                          <a:pt x="1192" y="440"/>
                        </a:lnTo>
                        <a:lnTo>
                          <a:pt x="1192" y="440"/>
                        </a:lnTo>
                        <a:lnTo>
                          <a:pt x="1236" y="446"/>
                        </a:lnTo>
                        <a:lnTo>
                          <a:pt x="1236" y="446"/>
                        </a:lnTo>
                        <a:lnTo>
                          <a:pt x="1244" y="460"/>
                        </a:lnTo>
                        <a:lnTo>
                          <a:pt x="1254" y="472"/>
                        </a:lnTo>
                        <a:lnTo>
                          <a:pt x="1266" y="482"/>
                        </a:lnTo>
                        <a:lnTo>
                          <a:pt x="1278" y="490"/>
                        </a:lnTo>
                        <a:lnTo>
                          <a:pt x="1292" y="496"/>
                        </a:lnTo>
                        <a:lnTo>
                          <a:pt x="1308" y="502"/>
                        </a:lnTo>
                        <a:lnTo>
                          <a:pt x="1324" y="506"/>
                        </a:lnTo>
                        <a:lnTo>
                          <a:pt x="1344" y="510"/>
                        </a:lnTo>
                        <a:lnTo>
                          <a:pt x="1344" y="510"/>
                        </a:lnTo>
                        <a:lnTo>
                          <a:pt x="1360" y="522"/>
                        </a:lnTo>
                        <a:lnTo>
                          <a:pt x="1376" y="534"/>
                        </a:lnTo>
                        <a:lnTo>
                          <a:pt x="1384" y="538"/>
                        </a:lnTo>
                        <a:lnTo>
                          <a:pt x="1394" y="542"/>
                        </a:lnTo>
                        <a:lnTo>
                          <a:pt x="1406" y="546"/>
                        </a:lnTo>
                        <a:lnTo>
                          <a:pt x="1420" y="548"/>
                        </a:lnTo>
                        <a:lnTo>
                          <a:pt x="1420" y="548"/>
                        </a:lnTo>
                        <a:lnTo>
                          <a:pt x="1528" y="546"/>
                        </a:lnTo>
                        <a:lnTo>
                          <a:pt x="1528" y="546"/>
                        </a:lnTo>
                        <a:lnTo>
                          <a:pt x="1552" y="554"/>
                        </a:lnTo>
                        <a:lnTo>
                          <a:pt x="1552" y="554"/>
                        </a:lnTo>
                        <a:lnTo>
                          <a:pt x="1586" y="576"/>
                        </a:lnTo>
                        <a:lnTo>
                          <a:pt x="1586" y="576"/>
                        </a:lnTo>
                        <a:lnTo>
                          <a:pt x="1606" y="622"/>
                        </a:lnTo>
                        <a:lnTo>
                          <a:pt x="1606" y="622"/>
                        </a:lnTo>
                        <a:lnTo>
                          <a:pt x="1610" y="640"/>
                        </a:lnTo>
                        <a:lnTo>
                          <a:pt x="1616" y="652"/>
                        </a:lnTo>
                        <a:lnTo>
                          <a:pt x="1626" y="664"/>
                        </a:lnTo>
                        <a:lnTo>
                          <a:pt x="1644" y="682"/>
                        </a:lnTo>
                        <a:lnTo>
                          <a:pt x="1644" y="682"/>
                        </a:lnTo>
                        <a:lnTo>
                          <a:pt x="1666" y="682"/>
                        </a:lnTo>
                        <a:lnTo>
                          <a:pt x="1666" y="682"/>
                        </a:lnTo>
                        <a:lnTo>
                          <a:pt x="1678" y="664"/>
                        </a:lnTo>
                        <a:lnTo>
                          <a:pt x="1678" y="664"/>
                        </a:lnTo>
                        <a:lnTo>
                          <a:pt x="1696" y="662"/>
                        </a:lnTo>
                        <a:lnTo>
                          <a:pt x="1696" y="662"/>
                        </a:lnTo>
                        <a:lnTo>
                          <a:pt x="1698" y="666"/>
                        </a:lnTo>
                        <a:lnTo>
                          <a:pt x="1698" y="670"/>
                        </a:lnTo>
                        <a:lnTo>
                          <a:pt x="1706" y="676"/>
                        </a:lnTo>
                        <a:lnTo>
                          <a:pt x="1716" y="680"/>
                        </a:lnTo>
                        <a:lnTo>
                          <a:pt x="1728" y="682"/>
                        </a:lnTo>
                        <a:lnTo>
                          <a:pt x="1728" y="682"/>
                        </a:lnTo>
                        <a:lnTo>
                          <a:pt x="1764" y="660"/>
                        </a:lnTo>
                        <a:lnTo>
                          <a:pt x="1764" y="660"/>
                        </a:lnTo>
                        <a:lnTo>
                          <a:pt x="1774" y="646"/>
                        </a:lnTo>
                        <a:lnTo>
                          <a:pt x="1784" y="632"/>
                        </a:lnTo>
                        <a:lnTo>
                          <a:pt x="1794" y="616"/>
                        </a:lnTo>
                        <a:lnTo>
                          <a:pt x="1804" y="604"/>
                        </a:lnTo>
                        <a:lnTo>
                          <a:pt x="1804" y="604"/>
                        </a:lnTo>
                        <a:lnTo>
                          <a:pt x="1808" y="602"/>
                        </a:lnTo>
                        <a:lnTo>
                          <a:pt x="1808" y="602"/>
                        </a:lnTo>
                        <a:lnTo>
                          <a:pt x="1814" y="610"/>
                        </a:lnTo>
                        <a:lnTo>
                          <a:pt x="1824" y="616"/>
                        </a:lnTo>
                        <a:lnTo>
                          <a:pt x="1848" y="632"/>
                        </a:lnTo>
                        <a:lnTo>
                          <a:pt x="1848" y="632"/>
                        </a:lnTo>
                        <a:lnTo>
                          <a:pt x="1850" y="642"/>
                        </a:lnTo>
                        <a:lnTo>
                          <a:pt x="1856" y="654"/>
                        </a:lnTo>
                        <a:lnTo>
                          <a:pt x="1868" y="676"/>
                        </a:lnTo>
                        <a:lnTo>
                          <a:pt x="1886" y="698"/>
                        </a:lnTo>
                        <a:lnTo>
                          <a:pt x="1906" y="722"/>
                        </a:lnTo>
                        <a:lnTo>
                          <a:pt x="1906" y="722"/>
                        </a:lnTo>
                        <a:lnTo>
                          <a:pt x="1926" y="788"/>
                        </a:lnTo>
                        <a:lnTo>
                          <a:pt x="1926" y="788"/>
                        </a:lnTo>
                        <a:lnTo>
                          <a:pt x="1934" y="800"/>
                        </a:lnTo>
                        <a:lnTo>
                          <a:pt x="1942" y="814"/>
                        </a:lnTo>
                        <a:lnTo>
                          <a:pt x="1948" y="830"/>
                        </a:lnTo>
                        <a:lnTo>
                          <a:pt x="1950" y="840"/>
                        </a:lnTo>
                        <a:lnTo>
                          <a:pt x="1950" y="850"/>
                        </a:lnTo>
                        <a:lnTo>
                          <a:pt x="1950" y="850"/>
                        </a:lnTo>
                        <a:lnTo>
                          <a:pt x="1938" y="866"/>
                        </a:lnTo>
                        <a:lnTo>
                          <a:pt x="1930" y="878"/>
                        </a:lnTo>
                        <a:lnTo>
                          <a:pt x="1928" y="892"/>
                        </a:lnTo>
                        <a:lnTo>
                          <a:pt x="1928" y="918"/>
                        </a:lnTo>
                        <a:lnTo>
                          <a:pt x="1928" y="918"/>
                        </a:lnTo>
                        <a:lnTo>
                          <a:pt x="1932" y="932"/>
                        </a:lnTo>
                        <a:lnTo>
                          <a:pt x="1938" y="948"/>
                        </a:lnTo>
                        <a:lnTo>
                          <a:pt x="1940" y="958"/>
                        </a:lnTo>
                        <a:lnTo>
                          <a:pt x="1942" y="966"/>
                        </a:lnTo>
                        <a:lnTo>
                          <a:pt x="1940" y="976"/>
                        </a:lnTo>
                        <a:lnTo>
                          <a:pt x="1938" y="986"/>
                        </a:lnTo>
                        <a:lnTo>
                          <a:pt x="1938" y="986"/>
                        </a:lnTo>
                        <a:lnTo>
                          <a:pt x="1938" y="1008"/>
                        </a:lnTo>
                        <a:lnTo>
                          <a:pt x="1938" y="1008"/>
                        </a:lnTo>
                        <a:lnTo>
                          <a:pt x="1932" y="1008"/>
                        </a:lnTo>
                        <a:lnTo>
                          <a:pt x="1932" y="1008"/>
                        </a:lnTo>
                        <a:lnTo>
                          <a:pt x="1932" y="1004"/>
                        </a:lnTo>
                        <a:lnTo>
                          <a:pt x="1930" y="1002"/>
                        </a:lnTo>
                        <a:lnTo>
                          <a:pt x="1924" y="996"/>
                        </a:lnTo>
                        <a:lnTo>
                          <a:pt x="1918" y="992"/>
                        </a:lnTo>
                        <a:lnTo>
                          <a:pt x="1912" y="988"/>
                        </a:lnTo>
                        <a:lnTo>
                          <a:pt x="1912" y="988"/>
                        </a:lnTo>
                        <a:lnTo>
                          <a:pt x="1896" y="990"/>
                        </a:lnTo>
                        <a:lnTo>
                          <a:pt x="1886" y="994"/>
                        </a:lnTo>
                        <a:lnTo>
                          <a:pt x="1880" y="998"/>
                        </a:lnTo>
                        <a:lnTo>
                          <a:pt x="1872" y="1006"/>
                        </a:lnTo>
                        <a:lnTo>
                          <a:pt x="1872" y="1006"/>
                        </a:lnTo>
                        <a:lnTo>
                          <a:pt x="1872" y="1018"/>
                        </a:lnTo>
                        <a:lnTo>
                          <a:pt x="1876" y="1032"/>
                        </a:lnTo>
                        <a:lnTo>
                          <a:pt x="1882" y="1066"/>
                        </a:lnTo>
                        <a:lnTo>
                          <a:pt x="1882" y="1066"/>
                        </a:lnTo>
                        <a:lnTo>
                          <a:pt x="1880" y="1092"/>
                        </a:lnTo>
                        <a:lnTo>
                          <a:pt x="1880" y="1092"/>
                        </a:lnTo>
                        <a:lnTo>
                          <a:pt x="1866" y="1096"/>
                        </a:lnTo>
                        <a:lnTo>
                          <a:pt x="1866" y="1096"/>
                        </a:lnTo>
                        <a:lnTo>
                          <a:pt x="1842" y="1096"/>
                        </a:lnTo>
                        <a:lnTo>
                          <a:pt x="1842" y="1096"/>
                        </a:lnTo>
                        <a:lnTo>
                          <a:pt x="1810" y="1054"/>
                        </a:lnTo>
                        <a:lnTo>
                          <a:pt x="1810" y="1054"/>
                        </a:lnTo>
                        <a:lnTo>
                          <a:pt x="1796" y="1050"/>
                        </a:lnTo>
                        <a:lnTo>
                          <a:pt x="1782" y="1048"/>
                        </a:lnTo>
                        <a:lnTo>
                          <a:pt x="1772" y="1052"/>
                        </a:lnTo>
                        <a:lnTo>
                          <a:pt x="1762" y="1058"/>
                        </a:lnTo>
                        <a:lnTo>
                          <a:pt x="1756" y="1068"/>
                        </a:lnTo>
                        <a:lnTo>
                          <a:pt x="1752" y="1078"/>
                        </a:lnTo>
                        <a:lnTo>
                          <a:pt x="1752" y="1092"/>
                        </a:lnTo>
                        <a:lnTo>
                          <a:pt x="1754" y="1108"/>
                        </a:lnTo>
                        <a:lnTo>
                          <a:pt x="1754" y="1108"/>
                        </a:lnTo>
                        <a:lnTo>
                          <a:pt x="1748" y="1116"/>
                        </a:lnTo>
                        <a:lnTo>
                          <a:pt x="1744" y="1124"/>
                        </a:lnTo>
                        <a:lnTo>
                          <a:pt x="1744" y="1124"/>
                        </a:lnTo>
                        <a:lnTo>
                          <a:pt x="1730" y="1122"/>
                        </a:lnTo>
                        <a:lnTo>
                          <a:pt x="1718" y="1118"/>
                        </a:lnTo>
                        <a:lnTo>
                          <a:pt x="1706" y="1112"/>
                        </a:lnTo>
                        <a:lnTo>
                          <a:pt x="1700" y="1108"/>
                        </a:lnTo>
                        <a:lnTo>
                          <a:pt x="1700" y="1108"/>
                        </a:lnTo>
                        <a:lnTo>
                          <a:pt x="1696" y="1086"/>
                        </a:lnTo>
                        <a:lnTo>
                          <a:pt x="1696" y="1086"/>
                        </a:lnTo>
                        <a:lnTo>
                          <a:pt x="1678" y="1076"/>
                        </a:lnTo>
                        <a:lnTo>
                          <a:pt x="1660" y="1070"/>
                        </a:lnTo>
                        <a:lnTo>
                          <a:pt x="1632" y="1060"/>
                        </a:lnTo>
                        <a:lnTo>
                          <a:pt x="1632" y="1060"/>
                        </a:lnTo>
                        <a:lnTo>
                          <a:pt x="1620" y="1046"/>
                        </a:lnTo>
                        <a:lnTo>
                          <a:pt x="1620" y="1046"/>
                        </a:lnTo>
                        <a:lnTo>
                          <a:pt x="1600" y="1046"/>
                        </a:lnTo>
                        <a:lnTo>
                          <a:pt x="1594" y="1048"/>
                        </a:lnTo>
                        <a:lnTo>
                          <a:pt x="1588" y="1050"/>
                        </a:lnTo>
                        <a:lnTo>
                          <a:pt x="1580" y="1058"/>
                        </a:lnTo>
                        <a:lnTo>
                          <a:pt x="1566" y="1070"/>
                        </a:lnTo>
                        <a:lnTo>
                          <a:pt x="1566" y="1070"/>
                        </a:lnTo>
                        <a:lnTo>
                          <a:pt x="1522" y="1094"/>
                        </a:lnTo>
                        <a:lnTo>
                          <a:pt x="1522" y="1094"/>
                        </a:lnTo>
                        <a:lnTo>
                          <a:pt x="1504" y="1100"/>
                        </a:lnTo>
                        <a:lnTo>
                          <a:pt x="1498" y="1102"/>
                        </a:lnTo>
                        <a:lnTo>
                          <a:pt x="1492" y="1106"/>
                        </a:lnTo>
                        <a:lnTo>
                          <a:pt x="1486" y="1116"/>
                        </a:lnTo>
                        <a:lnTo>
                          <a:pt x="1474" y="1132"/>
                        </a:lnTo>
                        <a:lnTo>
                          <a:pt x="1474" y="1132"/>
                        </a:lnTo>
                        <a:lnTo>
                          <a:pt x="1450" y="1134"/>
                        </a:lnTo>
                        <a:lnTo>
                          <a:pt x="1442" y="1138"/>
                        </a:lnTo>
                        <a:lnTo>
                          <a:pt x="1436" y="1140"/>
                        </a:lnTo>
                        <a:lnTo>
                          <a:pt x="1430" y="1144"/>
                        </a:lnTo>
                        <a:lnTo>
                          <a:pt x="1424" y="1150"/>
                        </a:lnTo>
                        <a:lnTo>
                          <a:pt x="1410" y="1170"/>
                        </a:lnTo>
                        <a:lnTo>
                          <a:pt x="1410" y="1170"/>
                        </a:lnTo>
                        <a:lnTo>
                          <a:pt x="1400" y="1178"/>
                        </a:lnTo>
                        <a:lnTo>
                          <a:pt x="1400" y="1178"/>
                        </a:lnTo>
                        <a:lnTo>
                          <a:pt x="1382" y="1182"/>
                        </a:lnTo>
                        <a:lnTo>
                          <a:pt x="1368" y="1186"/>
                        </a:lnTo>
                        <a:lnTo>
                          <a:pt x="1342" y="1194"/>
                        </a:lnTo>
                        <a:lnTo>
                          <a:pt x="1342" y="1194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00" name="Freeform 32"/>
                  <p:cNvSpPr/>
                  <p:nvPr/>
                </p:nvSpPr>
                <p:spPr bwMode="auto">
                  <a:xfrm>
                    <a:off x="2735063" y="1683032"/>
                    <a:ext cx="2742581" cy="2099875"/>
                  </a:xfrm>
                  <a:custGeom>
                    <a:avLst/>
                    <a:gdLst>
                      <a:gd name="T0" fmla="*/ 1348 w 1980"/>
                      <a:gd name="T1" fmla="*/ 1486 h 1516"/>
                      <a:gd name="T2" fmla="*/ 1296 w 1980"/>
                      <a:gd name="T3" fmla="*/ 1480 h 1516"/>
                      <a:gd name="T4" fmla="*/ 1206 w 1980"/>
                      <a:gd name="T5" fmla="*/ 1418 h 1516"/>
                      <a:gd name="T6" fmla="*/ 1068 w 1980"/>
                      <a:gd name="T7" fmla="*/ 1416 h 1516"/>
                      <a:gd name="T8" fmla="*/ 938 w 1980"/>
                      <a:gd name="T9" fmla="*/ 1464 h 1516"/>
                      <a:gd name="T10" fmla="*/ 842 w 1980"/>
                      <a:gd name="T11" fmla="*/ 1464 h 1516"/>
                      <a:gd name="T12" fmla="*/ 720 w 1980"/>
                      <a:gd name="T13" fmla="*/ 1458 h 1516"/>
                      <a:gd name="T14" fmla="*/ 664 w 1980"/>
                      <a:gd name="T15" fmla="*/ 1408 h 1516"/>
                      <a:gd name="T16" fmla="*/ 580 w 1980"/>
                      <a:gd name="T17" fmla="*/ 1446 h 1516"/>
                      <a:gd name="T18" fmla="*/ 528 w 1980"/>
                      <a:gd name="T19" fmla="*/ 1412 h 1516"/>
                      <a:gd name="T20" fmla="*/ 420 w 1980"/>
                      <a:gd name="T21" fmla="*/ 1446 h 1516"/>
                      <a:gd name="T22" fmla="*/ 332 w 1980"/>
                      <a:gd name="T23" fmla="*/ 1490 h 1516"/>
                      <a:gd name="T24" fmla="*/ 278 w 1980"/>
                      <a:gd name="T25" fmla="*/ 1444 h 1516"/>
                      <a:gd name="T26" fmla="*/ 256 w 1980"/>
                      <a:gd name="T27" fmla="*/ 1350 h 1516"/>
                      <a:gd name="T28" fmla="*/ 190 w 1980"/>
                      <a:gd name="T29" fmla="*/ 1318 h 1516"/>
                      <a:gd name="T30" fmla="*/ 112 w 1980"/>
                      <a:gd name="T31" fmla="*/ 1224 h 1516"/>
                      <a:gd name="T32" fmla="*/ 98 w 1980"/>
                      <a:gd name="T33" fmla="*/ 1128 h 1516"/>
                      <a:gd name="T34" fmla="*/ 36 w 1980"/>
                      <a:gd name="T35" fmla="*/ 1054 h 1516"/>
                      <a:gd name="T36" fmla="*/ 86 w 1980"/>
                      <a:gd name="T37" fmla="*/ 920 h 1516"/>
                      <a:gd name="T38" fmla="*/ 20 w 1980"/>
                      <a:gd name="T39" fmla="*/ 884 h 1516"/>
                      <a:gd name="T40" fmla="*/ 0 w 1980"/>
                      <a:gd name="T41" fmla="*/ 864 h 1516"/>
                      <a:gd name="T42" fmla="*/ 8 w 1980"/>
                      <a:gd name="T43" fmla="*/ 798 h 1516"/>
                      <a:gd name="T44" fmla="*/ 106 w 1980"/>
                      <a:gd name="T45" fmla="*/ 726 h 1516"/>
                      <a:gd name="T46" fmla="*/ 236 w 1980"/>
                      <a:gd name="T47" fmla="*/ 732 h 1516"/>
                      <a:gd name="T48" fmla="*/ 308 w 1980"/>
                      <a:gd name="T49" fmla="*/ 746 h 1516"/>
                      <a:gd name="T50" fmla="*/ 418 w 1980"/>
                      <a:gd name="T51" fmla="*/ 684 h 1516"/>
                      <a:gd name="T52" fmla="*/ 510 w 1980"/>
                      <a:gd name="T53" fmla="*/ 688 h 1516"/>
                      <a:gd name="T54" fmla="*/ 638 w 1980"/>
                      <a:gd name="T55" fmla="*/ 620 h 1516"/>
                      <a:gd name="T56" fmla="*/ 708 w 1980"/>
                      <a:gd name="T57" fmla="*/ 536 h 1516"/>
                      <a:gd name="T58" fmla="*/ 728 w 1980"/>
                      <a:gd name="T59" fmla="*/ 392 h 1516"/>
                      <a:gd name="T60" fmla="*/ 772 w 1980"/>
                      <a:gd name="T61" fmla="*/ 326 h 1516"/>
                      <a:gd name="T62" fmla="*/ 904 w 1980"/>
                      <a:gd name="T63" fmla="*/ 356 h 1516"/>
                      <a:gd name="T64" fmla="*/ 926 w 1980"/>
                      <a:gd name="T65" fmla="*/ 302 h 1516"/>
                      <a:gd name="T66" fmla="*/ 1008 w 1980"/>
                      <a:gd name="T67" fmla="*/ 172 h 1516"/>
                      <a:gd name="T68" fmla="*/ 1092 w 1980"/>
                      <a:gd name="T69" fmla="*/ 186 h 1516"/>
                      <a:gd name="T70" fmla="*/ 1196 w 1980"/>
                      <a:gd name="T71" fmla="*/ 202 h 1516"/>
                      <a:gd name="T72" fmla="*/ 1246 w 1980"/>
                      <a:gd name="T73" fmla="*/ 76 h 1516"/>
                      <a:gd name="T74" fmla="*/ 1352 w 1980"/>
                      <a:gd name="T75" fmla="*/ 36 h 1516"/>
                      <a:gd name="T76" fmla="*/ 1426 w 1980"/>
                      <a:gd name="T77" fmla="*/ 22 h 1516"/>
                      <a:gd name="T78" fmla="*/ 1568 w 1980"/>
                      <a:gd name="T79" fmla="*/ 164 h 1516"/>
                      <a:gd name="T80" fmla="*/ 1612 w 1980"/>
                      <a:gd name="T81" fmla="*/ 320 h 1516"/>
                      <a:gd name="T82" fmla="*/ 1568 w 1980"/>
                      <a:gd name="T83" fmla="*/ 390 h 1516"/>
                      <a:gd name="T84" fmla="*/ 1614 w 1980"/>
                      <a:gd name="T85" fmla="*/ 488 h 1516"/>
                      <a:gd name="T86" fmla="*/ 1778 w 1980"/>
                      <a:gd name="T87" fmla="*/ 526 h 1516"/>
                      <a:gd name="T88" fmla="*/ 1918 w 1980"/>
                      <a:gd name="T89" fmla="*/ 628 h 1516"/>
                      <a:gd name="T90" fmla="*/ 1974 w 1980"/>
                      <a:gd name="T91" fmla="*/ 736 h 1516"/>
                      <a:gd name="T92" fmla="*/ 1952 w 1980"/>
                      <a:gd name="T93" fmla="*/ 832 h 1516"/>
                      <a:gd name="T94" fmla="*/ 1878 w 1980"/>
                      <a:gd name="T95" fmla="*/ 908 h 1516"/>
                      <a:gd name="T96" fmla="*/ 1774 w 1980"/>
                      <a:gd name="T97" fmla="*/ 980 h 1516"/>
                      <a:gd name="T98" fmla="*/ 1672 w 1980"/>
                      <a:gd name="T99" fmla="*/ 1034 h 1516"/>
                      <a:gd name="T100" fmla="*/ 1646 w 1980"/>
                      <a:gd name="T101" fmla="*/ 1106 h 1516"/>
                      <a:gd name="T102" fmla="*/ 1580 w 1980"/>
                      <a:gd name="T103" fmla="*/ 1194 h 1516"/>
                      <a:gd name="T104" fmla="*/ 1396 w 1980"/>
                      <a:gd name="T105" fmla="*/ 1236 h 1516"/>
                      <a:gd name="T106" fmla="*/ 1404 w 1980"/>
                      <a:gd name="T107" fmla="*/ 1294 h 1516"/>
                      <a:gd name="T108" fmla="*/ 1474 w 1980"/>
                      <a:gd name="T109" fmla="*/ 1370 h 1516"/>
                      <a:gd name="T110" fmla="*/ 1434 w 1980"/>
                      <a:gd name="T111" fmla="*/ 1426 h 1516"/>
                      <a:gd name="T112" fmla="*/ 1450 w 1980"/>
                      <a:gd name="T113" fmla="*/ 1504 h 15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</a:cxnLst>
                    <a:rect l="0" t="0" r="r" b="b"/>
                    <a:pathLst>
                      <a:path w="1980" h="1516">
                        <a:moveTo>
                          <a:pt x="1416" y="1516"/>
                        </a:moveTo>
                        <a:lnTo>
                          <a:pt x="1416" y="1516"/>
                        </a:lnTo>
                        <a:lnTo>
                          <a:pt x="1402" y="1508"/>
                        </a:lnTo>
                        <a:lnTo>
                          <a:pt x="1402" y="1508"/>
                        </a:lnTo>
                        <a:lnTo>
                          <a:pt x="1378" y="1484"/>
                        </a:lnTo>
                        <a:lnTo>
                          <a:pt x="1378" y="1484"/>
                        </a:lnTo>
                        <a:lnTo>
                          <a:pt x="1362" y="1484"/>
                        </a:lnTo>
                        <a:lnTo>
                          <a:pt x="1352" y="1484"/>
                        </a:lnTo>
                        <a:lnTo>
                          <a:pt x="1348" y="1486"/>
                        </a:lnTo>
                        <a:lnTo>
                          <a:pt x="1346" y="1488"/>
                        </a:lnTo>
                        <a:lnTo>
                          <a:pt x="1340" y="1502"/>
                        </a:lnTo>
                        <a:lnTo>
                          <a:pt x="1340" y="1502"/>
                        </a:lnTo>
                        <a:lnTo>
                          <a:pt x="1330" y="1498"/>
                        </a:lnTo>
                        <a:lnTo>
                          <a:pt x="1330" y="1498"/>
                        </a:lnTo>
                        <a:lnTo>
                          <a:pt x="1304" y="1500"/>
                        </a:lnTo>
                        <a:lnTo>
                          <a:pt x="1304" y="1500"/>
                        </a:lnTo>
                        <a:lnTo>
                          <a:pt x="1298" y="1490"/>
                        </a:lnTo>
                        <a:lnTo>
                          <a:pt x="1296" y="1480"/>
                        </a:lnTo>
                        <a:lnTo>
                          <a:pt x="1294" y="1466"/>
                        </a:lnTo>
                        <a:lnTo>
                          <a:pt x="1294" y="1466"/>
                        </a:lnTo>
                        <a:lnTo>
                          <a:pt x="1276" y="1458"/>
                        </a:lnTo>
                        <a:lnTo>
                          <a:pt x="1276" y="1458"/>
                        </a:lnTo>
                        <a:lnTo>
                          <a:pt x="1252" y="1438"/>
                        </a:lnTo>
                        <a:lnTo>
                          <a:pt x="1242" y="1430"/>
                        </a:lnTo>
                        <a:lnTo>
                          <a:pt x="1230" y="1424"/>
                        </a:lnTo>
                        <a:lnTo>
                          <a:pt x="1218" y="1420"/>
                        </a:lnTo>
                        <a:lnTo>
                          <a:pt x="1206" y="1418"/>
                        </a:lnTo>
                        <a:lnTo>
                          <a:pt x="1194" y="1418"/>
                        </a:lnTo>
                        <a:lnTo>
                          <a:pt x="1180" y="1422"/>
                        </a:lnTo>
                        <a:lnTo>
                          <a:pt x="1180" y="1422"/>
                        </a:lnTo>
                        <a:lnTo>
                          <a:pt x="1142" y="1428"/>
                        </a:lnTo>
                        <a:lnTo>
                          <a:pt x="1122" y="1428"/>
                        </a:lnTo>
                        <a:lnTo>
                          <a:pt x="1104" y="1428"/>
                        </a:lnTo>
                        <a:lnTo>
                          <a:pt x="1104" y="1428"/>
                        </a:lnTo>
                        <a:lnTo>
                          <a:pt x="1068" y="1416"/>
                        </a:lnTo>
                        <a:lnTo>
                          <a:pt x="1068" y="1416"/>
                        </a:lnTo>
                        <a:lnTo>
                          <a:pt x="1038" y="1416"/>
                        </a:lnTo>
                        <a:lnTo>
                          <a:pt x="1038" y="1416"/>
                        </a:lnTo>
                        <a:lnTo>
                          <a:pt x="1018" y="1426"/>
                        </a:lnTo>
                        <a:lnTo>
                          <a:pt x="1000" y="1436"/>
                        </a:lnTo>
                        <a:lnTo>
                          <a:pt x="984" y="1450"/>
                        </a:lnTo>
                        <a:lnTo>
                          <a:pt x="978" y="1458"/>
                        </a:lnTo>
                        <a:lnTo>
                          <a:pt x="972" y="1466"/>
                        </a:lnTo>
                        <a:lnTo>
                          <a:pt x="972" y="1466"/>
                        </a:lnTo>
                        <a:lnTo>
                          <a:pt x="938" y="1464"/>
                        </a:lnTo>
                        <a:lnTo>
                          <a:pt x="938" y="1464"/>
                        </a:lnTo>
                        <a:lnTo>
                          <a:pt x="906" y="1450"/>
                        </a:lnTo>
                        <a:lnTo>
                          <a:pt x="906" y="1450"/>
                        </a:lnTo>
                        <a:lnTo>
                          <a:pt x="884" y="1450"/>
                        </a:lnTo>
                        <a:lnTo>
                          <a:pt x="876" y="1452"/>
                        </a:lnTo>
                        <a:lnTo>
                          <a:pt x="870" y="1458"/>
                        </a:lnTo>
                        <a:lnTo>
                          <a:pt x="870" y="1458"/>
                        </a:lnTo>
                        <a:lnTo>
                          <a:pt x="842" y="1464"/>
                        </a:lnTo>
                        <a:lnTo>
                          <a:pt x="842" y="1464"/>
                        </a:lnTo>
                        <a:lnTo>
                          <a:pt x="826" y="1466"/>
                        </a:lnTo>
                        <a:lnTo>
                          <a:pt x="814" y="1470"/>
                        </a:lnTo>
                        <a:lnTo>
                          <a:pt x="802" y="1476"/>
                        </a:lnTo>
                        <a:lnTo>
                          <a:pt x="788" y="1480"/>
                        </a:lnTo>
                        <a:lnTo>
                          <a:pt x="788" y="1480"/>
                        </a:lnTo>
                        <a:lnTo>
                          <a:pt x="776" y="1480"/>
                        </a:lnTo>
                        <a:lnTo>
                          <a:pt x="764" y="1476"/>
                        </a:lnTo>
                        <a:lnTo>
                          <a:pt x="740" y="1468"/>
                        </a:lnTo>
                        <a:lnTo>
                          <a:pt x="720" y="1458"/>
                        </a:lnTo>
                        <a:lnTo>
                          <a:pt x="708" y="1448"/>
                        </a:lnTo>
                        <a:lnTo>
                          <a:pt x="708" y="1448"/>
                        </a:lnTo>
                        <a:lnTo>
                          <a:pt x="706" y="1428"/>
                        </a:lnTo>
                        <a:lnTo>
                          <a:pt x="704" y="1424"/>
                        </a:lnTo>
                        <a:lnTo>
                          <a:pt x="702" y="1420"/>
                        </a:lnTo>
                        <a:lnTo>
                          <a:pt x="694" y="1414"/>
                        </a:lnTo>
                        <a:lnTo>
                          <a:pt x="684" y="1406"/>
                        </a:lnTo>
                        <a:lnTo>
                          <a:pt x="684" y="1406"/>
                        </a:lnTo>
                        <a:lnTo>
                          <a:pt x="664" y="1408"/>
                        </a:lnTo>
                        <a:lnTo>
                          <a:pt x="658" y="1408"/>
                        </a:lnTo>
                        <a:lnTo>
                          <a:pt x="654" y="1410"/>
                        </a:lnTo>
                        <a:lnTo>
                          <a:pt x="646" y="1418"/>
                        </a:lnTo>
                        <a:lnTo>
                          <a:pt x="634" y="1434"/>
                        </a:lnTo>
                        <a:lnTo>
                          <a:pt x="634" y="1434"/>
                        </a:lnTo>
                        <a:lnTo>
                          <a:pt x="618" y="1438"/>
                        </a:lnTo>
                        <a:lnTo>
                          <a:pt x="602" y="1440"/>
                        </a:lnTo>
                        <a:lnTo>
                          <a:pt x="586" y="1442"/>
                        </a:lnTo>
                        <a:lnTo>
                          <a:pt x="580" y="1446"/>
                        </a:lnTo>
                        <a:lnTo>
                          <a:pt x="572" y="1448"/>
                        </a:lnTo>
                        <a:lnTo>
                          <a:pt x="572" y="1448"/>
                        </a:lnTo>
                        <a:lnTo>
                          <a:pt x="566" y="1448"/>
                        </a:lnTo>
                        <a:lnTo>
                          <a:pt x="566" y="1448"/>
                        </a:lnTo>
                        <a:lnTo>
                          <a:pt x="562" y="1438"/>
                        </a:lnTo>
                        <a:lnTo>
                          <a:pt x="562" y="1438"/>
                        </a:lnTo>
                        <a:lnTo>
                          <a:pt x="550" y="1428"/>
                        </a:lnTo>
                        <a:lnTo>
                          <a:pt x="540" y="1420"/>
                        </a:lnTo>
                        <a:lnTo>
                          <a:pt x="528" y="1412"/>
                        </a:lnTo>
                        <a:lnTo>
                          <a:pt x="516" y="1406"/>
                        </a:lnTo>
                        <a:lnTo>
                          <a:pt x="504" y="1400"/>
                        </a:lnTo>
                        <a:lnTo>
                          <a:pt x="492" y="1398"/>
                        </a:lnTo>
                        <a:lnTo>
                          <a:pt x="482" y="1396"/>
                        </a:lnTo>
                        <a:lnTo>
                          <a:pt x="470" y="1398"/>
                        </a:lnTo>
                        <a:lnTo>
                          <a:pt x="470" y="1398"/>
                        </a:lnTo>
                        <a:lnTo>
                          <a:pt x="448" y="1414"/>
                        </a:lnTo>
                        <a:lnTo>
                          <a:pt x="432" y="1428"/>
                        </a:lnTo>
                        <a:lnTo>
                          <a:pt x="420" y="1446"/>
                        </a:lnTo>
                        <a:lnTo>
                          <a:pt x="408" y="1468"/>
                        </a:lnTo>
                        <a:lnTo>
                          <a:pt x="408" y="1468"/>
                        </a:lnTo>
                        <a:lnTo>
                          <a:pt x="398" y="1480"/>
                        </a:lnTo>
                        <a:lnTo>
                          <a:pt x="388" y="1488"/>
                        </a:lnTo>
                        <a:lnTo>
                          <a:pt x="376" y="1494"/>
                        </a:lnTo>
                        <a:lnTo>
                          <a:pt x="362" y="1498"/>
                        </a:lnTo>
                        <a:lnTo>
                          <a:pt x="362" y="1498"/>
                        </a:lnTo>
                        <a:lnTo>
                          <a:pt x="332" y="1490"/>
                        </a:lnTo>
                        <a:lnTo>
                          <a:pt x="332" y="1490"/>
                        </a:lnTo>
                        <a:lnTo>
                          <a:pt x="322" y="1484"/>
                        </a:lnTo>
                        <a:lnTo>
                          <a:pt x="318" y="1482"/>
                        </a:lnTo>
                        <a:lnTo>
                          <a:pt x="312" y="1482"/>
                        </a:lnTo>
                        <a:lnTo>
                          <a:pt x="312" y="1482"/>
                        </a:lnTo>
                        <a:lnTo>
                          <a:pt x="308" y="1472"/>
                        </a:lnTo>
                        <a:lnTo>
                          <a:pt x="304" y="1464"/>
                        </a:lnTo>
                        <a:lnTo>
                          <a:pt x="298" y="1456"/>
                        </a:lnTo>
                        <a:lnTo>
                          <a:pt x="292" y="1452"/>
                        </a:lnTo>
                        <a:lnTo>
                          <a:pt x="278" y="1444"/>
                        </a:lnTo>
                        <a:lnTo>
                          <a:pt x="264" y="1438"/>
                        </a:lnTo>
                        <a:lnTo>
                          <a:pt x="264" y="1438"/>
                        </a:lnTo>
                        <a:lnTo>
                          <a:pt x="252" y="1420"/>
                        </a:lnTo>
                        <a:lnTo>
                          <a:pt x="252" y="1420"/>
                        </a:lnTo>
                        <a:lnTo>
                          <a:pt x="252" y="1378"/>
                        </a:lnTo>
                        <a:lnTo>
                          <a:pt x="252" y="1378"/>
                        </a:lnTo>
                        <a:lnTo>
                          <a:pt x="256" y="1372"/>
                        </a:lnTo>
                        <a:lnTo>
                          <a:pt x="256" y="1364"/>
                        </a:lnTo>
                        <a:lnTo>
                          <a:pt x="256" y="1350"/>
                        </a:lnTo>
                        <a:lnTo>
                          <a:pt x="256" y="1350"/>
                        </a:lnTo>
                        <a:lnTo>
                          <a:pt x="250" y="1340"/>
                        </a:lnTo>
                        <a:lnTo>
                          <a:pt x="244" y="1332"/>
                        </a:lnTo>
                        <a:lnTo>
                          <a:pt x="234" y="1326"/>
                        </a:lnTo>
                        <a:lnTo>
                          <a:pt x="226" y="1324"/>
                        </a:lnTo>
                        <a:lnTo>
                          <a:pt x="206" y="1322"/>
                        </a:lnTo>
                        <a:lnTo>
                          <a:pt x="198" y="1320"/>
                        </a:lnTo>
                        <a:lnTo>
                          <a:pt x="190" y="1318"/>
                        </a:lnTo>
                        <a:lnTo>
                          <a:pt x="190" y="1318"/>
                        </a:lnTo>
                        <a:lnTo>
                          <a:pt x="174" y="1302"/>
                        </a:lnTo>
                        <a:lnTo>
                          <a:pt x="174" y="1302"/>
                        </a:lnTo>
                        <a:lnTo>
                          <a:pt x="150" y="1258"/>
                        </a:lnTo>
                        <a:lnTo>
                          <a:pt x="150" y="1258"/>
                        </a:lnTo>
                        <a:lnTo>
                          <a:pt x="114" y="1250"/>
                        </a:lnTo>
                        <a:lnTo>
                          <a:pt x="114" y="1250"/>
                        </a:lnTo>
                        <a:lnTo>
                          <a:pt x="112" y="1242"/>
                        </a:lnTo>
                        <a:lnTo>
                          <a:pt x="112" y="1232"/>
                        </a:lnTo>
                        <a:lnTo>
                          <a:pt x="112" y="1224"/>
                        </a:lnTo>
                        <a:lnTo>
                          <a:pt x="114" y="1216"/>
                        </a:lnTo>
                        <a:lnTo>
                          <a:pt x="120" y="1200"/>
                        </a:lnTo>
                        <a:lnTo>
                          <a:pt x="126" y="1186"/>
                        </a:lnTo>
                        <a:lnTo>
                          <a:pt x="126" y="1186"/>
                        </a:lnTo>
                        <a:lnTo>
                          <a:pt x="124" y="1174"/>
                        </a:lnTo>
                        <a:lnTo>
                          <a:pt x="122" y="1162"/>
                        </a:lnTo>
                        <a:lnTo>
                          <a:pt x="118" y="1152"/>
                        </a:lnTo>
                        <a:lnTo>
                          <a:pt x="112" y="1144"/>
                        </a:lnTo>
                        <a:lnTo>
                          <a:pt x="98" y="1128"/>
                        </a:lnTo>
                        <a:lnTo>
                          <a:pt x="84" y="1114"/>
                        </a:lnTo>
                        <a:lnTo>
                          <a:pt x="84" y="1114"/>
                        </a:lnTo>
                        <a:lnTo>
                          <a:pt x="38" y="1092"/>
                        </a:lnTo>
                        <a:lnTo>
                          <a:pt x="38" y="1092"/>
                        </a:lnTo>
                        <a:lnTo>
                          <a:pt x="32" y="1084"/>
                        </a:lnTo>
                        <a:lnTo>
                          <a:pt x="32" y="1084"/>
                        </a:lnTo>
                        <a:lnTo>
                          <a:pt x="32" y="1062"/>
                        </a:lnTo>
                        <a:lnTo>
                          <a:pt x="32" y="1056"/>
                        </a:lnTo>
                        <a:lnTo>
                          <a:pt x="36" y="1054"/>
                        </a:lnTo>
                        <a:lnTo>
                          <a:pt x="40" y="1050"/>
                        </a:lnTo>
                        <a:lnTo>
                          <a:pt x="46" y="1048"/>
                        </a:lnTo>
                        <a:lnTo>
                          <a:pt x="66" y="1038"/>
                        </a:lnTo>
                        <a:lnTo>
                          <a:pt x="66" y="1038"/>
                        </a:lnTo>
                        <a:lnTo>
                          <a:pt x="78" y="1028"/>
                        </a:lnTo>
                        <a:lnTo>
                          <a:pt x="82" y="1024"/>
                        </a:lnTo>
                        <a:lnTo>
                          <a:pt x="86" y="1018"/>
                        </a:lnTo>
                        <a:lnTo>
                          <a:pt x="86" y="1018"/>
                        </a:lnTo>
                        <a:lnTo>
                          <a:pt x="86" y="920"/>
                        </a:lnTo>
                        <a:lnTo>
                          <a:pt x="86" y="920"/>
                        </a:lnTo>
                        <a:lnTo>
                          <a:pt x="82" y="904"/>
                        </a:lnTo>
                        <a:lnTo>
                          <a:pt x="76" y="894"/>
                        </a:lnTo>
                        <a:lnTo>
                          <a:pt x="68" y="888"/>
                        </a:lnTo>
                        <a:lnTo>
                          <a:pt x="60" y="886"/>
                        </a:lnTo>
                        <a:lnTo>
                          <a:pt x="50" y="884"/>
                        </a:lnTo>
                        <a:lnTo>
                          <a:pt x="40" y="884"/>
                        </a:lnTo>
                        <a:lnTo>
                          <a:pt x="20" y="884"/>
                        </a:lnTo>
                        <a:lnTo>
                          <a:pt x="20" y="884"/>
                        </a:lnTo>
                        <a:lnTo>
                          <a:pt x="14" y="888"/>
                        </a:lnTo>
                        <a:lnTo>
                          <a:pt x="10" y="894"/>
                        </a:lnTo>
                        <a:lnTo>
                          <a:pt x="10" y="894"/>
                        </a:lnTo>
                        <a:lnTo>
                          <a:pt x="8" y="894"/>
                        </a:lnTo>
                        <a:lnTo>
                          <a:pt x="8" y="898"/>
                        </a:lnTo>
                        <a:lnTo>
                          <a:pt x="8" y="898"/>
                        </a:lnTo>
                        <a:lnTo>
                          <a:pt x="2" y="882"/>
                        </a:lnTo>
                        <a:lnTo>
                          <a:pt x="0" y="872"/>
                        </a:lnTo>
                        <a:lnTo>
                          <a:pt x="0" y="864"/>
                        </a:lnTo>
                        <a:lnTo>
                          <a:pt x="2" y="856"/>
                        </a:lnTo>
                        <a:lnTo>
                          <a:pt x="2" y="856"/>
                        </a:lnTo>
                        <a:lnTo>
                          <a:pt x="26" y="844"/>
                        </a:lnTo>
                        <a:lnTo>
                          <a:pt x="26" y="844"/>
                        </a:lnTo>
                        <a:lnTo>
                          <a:pt x="26" y="820"/>
                        </a:lnTo>
                        <a:lnTo>
                          <a:pt x="26" y="820"/>
                        </a:lnTo>
                        <a:lnTo>
                          <a:pt x="18" y="808"/>
                        </a:lnTo>
                        <a:lnTo>
                          <a:pt x="12" y="802"/>
                        </a:lnTo>
                        <a:lnTo>
                          <a:pt x="8" y="798"/>
                        </a:lnTo>
                        <a:lnTo>
                          <a:pt x="8" y="796"/>
                        </a:lnTo>
                        <a:lnTo>
                          <a:pt x="16" y="792"/>
                        </a:lnTo>
                        <a:lnTo>
                          <a:pt x="26" y="786"/>
                        </a:lnTo>
                        <a:lnTo>
                          <a:pt x="40" y="778"/>
                        </a:lnTo>
                        <a:lnTo>
                          <a:pt x="40" y="778"/>
                        </a:lnTo>
                        <a:lnTo>
                          <a:pt x="64" y="742"/>
                        </a:lnTo>
                        <a:lnTo>
                          <a:pt x="64" y="742"/>
                        </a:lnTo>
                        <a:lnTo>
                          <a:pt x="106" y="726"/>
                        </a:lnTo>
                        <a:lnTo>
                          <a:pt x="106" y="726"/>
                        </a:lnTo>
                        <a:lnTo>
                          <a:pt x="136" y="724"/>
                        </a:lnTo>
                        <a:lnTo>
                          <a:pt x="160" y="722"/>
                        </a:lnTo>
                        <a:lnTo>
                          <a:pt x="186" y="716"/>
                        </a:lnTo>
                        <a:lnTo>
                          <a:pt x="214" y="704"/>
                        </a:lnTo>
                        <a:lnTo>
                          <a:pt x="214" y="704"/>
                        </a:lnTo>
                        <a:lnTo>
                          <a:pt x="232" y="704"/>
                        </a:lnTo>
                        <a:lnTo>
                          <a:pt x="232" y="704"/>
                        </a:lnTo>
                        <a:lnTo>
                          <a:pt x="232" y="716"/>
                        </a:lnTo>
                        <a:lnTo>
                          <a:pt x="236" y="732"/>
                        </a:lnTo>
                        <a:lnTo>
                          <a:pt x="240" y="738"/>
                        </a:lnTo>
                        <a:lnTo>
                          <a:pt x="246" y="746"/>
                        </a:lnTo>
                        <a:lnTo>
                          <a:pt x="254" y="752"/>
                        </a:lnTo>
                        <a:lnTo>
                          <a:pt x="262" y="756"/>
                        </a:lnTo>
                        <a:lnTo>
                          <a:pt x="262" y="756"/>
                        </a:lnTo>
                        <a:lnTo>
                          <a:pt x="274" y="756"/>
                        </a:lnTo>
                        <a:lnTo>
                          <a:pt x="284" y="754"/>
                        </a:lnTo>
                        <a:lnTo>
                          <a:pt x="296" y="752"/>
                        </a:lnTo>
                        <a:lnTo>
                          <a:pt x="308" y="746"/>
                        </a:lnTo>
                        <a:lnTo>
                          <a:pt x="308" y="746"/>
                        </a:lnTo>
                        <a:lnTo>
                          <a:pt x="338" y="706"/>
                        </a:lnTo>
                        <a:lnTo>
                          <a:pt x="338" y="706"/>
                        </a:lnTo>
                        <a:lnTo>
                          <a:pt x="362" y="708"/>
                        </a:lnTo>
                        <a:lnTo>
                          <a:pt x="374" y="708"/>
                        </a:lnTo>
                        <a:lnTo>
                          <a:pt x="388" y="706"/>
                        </a:lnTo>
                        <a:lnTo>
                          <a:pt x="388" y="706"/>
                        </a:lnTo>
                        <a:lnTo>
                          <a:pt x="402" y="694"/>
                        </a:lnTo>
                        <a:lnTo>
                          <a:pt x="418" y="684"/>
                        </a:lnTo>
                        <a:lnTo>
                          <a:pt x="418" y="684"/>
                        </a:lnTo>
                        <a:lnTo>
                          <a:pt x="436" y="682"/>
                        </a:lnTo>
                        <a:lnTo>
                          <a:pt x="436" y="682"/>
                        </a:lnTo>
                        <a:lnTo>
                          <a:pt x="458" y="690"/>
                        </a:lnTo>
                        <a:lnTo>
                          <a:pt x="472" y="694"/>
                        </a:lnTo>
                        <a:lnTo>
                          <a:pt x="488" y="696"/>
                        </a:lnTo>
                        <a:lnTo>
                          <a:pt x="488" y="696"/>
                        </a:lnTo>
                        <a:lnTo>
                          <a:pt x="498" y="692"/>
                        </a:lnTo>
                        <a:lnTo>
                          <a:pt x="510" y="688"/>
                        </a:lnTo>
                        <a:lnTo>
                          <a:pt x="536" y="686"/>
                        </a:lnTo>
                        <a:lnTo>
                          <a:pt x="562" y="682"/>
                        </a:lnTo>
                        <a:lnTo>
                          <a:pt x="576" y="678"/>
                        </a:lnTo>
                        <a:lnTo>
                          <a:pt x="588" y="674"/>
                        </a:lnTo>
                        <a:lnTo>
                          <a:pt x="588" y="674"/>
                        </a:lnTo>
                        <a:lnTo>
                          <a:pt x="628" y="650"/>
                        </a:lnTo>
                        <a:lnTo>
                          <a:pt x="628" y="650"/>
                        </a:lnTo>
                        <a:lnTo>
                          <a:pt x="638" y="620"/>
                        </a:lnTo>
                        <a:lnTo>
                          <a:pt x="638" y="620"/>
                        </a:lnTo>
                        <a:lnTo>
                          <a:pt x="648" y="616"/>
                        </a:lnTo>
                        <a:lnTo>
                          <a:pt x="656" y="608"/>
                        </a:lnTo>
                        <a:lnTo>
                          <a:pt x="662" y="600"/>
                        </a:lnTo>
                        <a:lnTo>
                          <a:pt x="668" y="590"/>
                        </a:lnTo>
                        <a:lnTo>
                          <a:pt x="676" y="568"/>
                        </a:lnTo>
                        <a:lnTo>
                          <a:pt x="682" y="550"/>
                        </a:lnTo>
                        <a:lnTo>
                          <a:pt x="682" y="550"/>
                        </a:lnTo>
                        <a:lnTo>
                          <a:pt x="700" y="542"/>
                        </a:lnTo>
                        <a:lnTo>
                          <a:pt x="708" y="536"/>
                        </a:lnTo>
                        <a:lnTo>
                          <a:pt x="716" y="528"/>
                        </a:lnTo>
                        <a:lnTo>
                          <a:pt x="716" y="528"/>
                        </a:lnTo>
                        <a:lnTo>
                          <a:pt x="730" y="496"/>
                        </a:lnTo>
                        <a:lnTo>
                          <a:pt x="730" y="496"/>
                        </a:lnTo>
                        <a:lnTo>
                          <a:pt x="732" y="438"/>
                        </a:lnTo>
                        <a:lnTo>
                          <a:pt x="732" y="438"/>
                        </a:lnTo>
                        <a:lnTo>
                          <a:pt x="726" y="414"/>
                        </a:lnTo>
                        <a:lnTo>
                          <a:pt x="726" y="414"/>
                        </a:lnTo>
                        <a:lnTo>
                          <a:pt x="728" y="392"/>
                        </a:lnTo>
                        <a:lnTo>
                          <a:pt x="732" y="370"/>
                        </a:lnTo>
                        <a:lnTo>
                          <a:pt x="732" y="358"/>
                        </a:lnTo>
                        <a:lnTo>
                          <a:pt x="732" y="350"/>
                        </a:lnTo>
                        <a:lnTo>
                          <a:pt x="730" y="342"/>
                        </a:lnTo>
                        <a:lnTo>
                          <a:pt x="726" y="334"/>
                        </a:lnTo>
                        <a:lnTo>
                          <a:pt x="726" y="334"/>
                        </a:lnTo>
                        <a:lnTo>
                          <a:pt x="722" y="324"/>
                        </a:lnTo>
                        <a:lnTo>
                          <a:pt x="722" y="324"/>
                        </a:lnTo>
                        <a:lnTo>
                          <a:pt x="772" y="326"/>
                        </a:lnTo>
                        <a:lnTo>
                          <a:pt x="798" y="328"/>
                        </a:lnTo>
                        <a:lnTo>
                          <a:pt x="824" y="332"/>
                        </a:lnTo>
                        <a:lnTo>
                          <a:pt x="824" y="332"/>
                        </a:lnTo>
                        <a:lnTo>
                          <a:pt x="834" y="334"/>
                        </a:lnTo>
                        <a:lnTo>
                          <a:pt x="842" y="338"/>
                        </a:lnTo>
                        <a:lnTo>
                          <a:pt x="860" y="340"/>
                        </a:lnTo>
                        <a:lnTo>
                          <a:pt x="882" y="344"/>
                        </a:lnTo>
                        <a:lnTo>
                          <a:pt x="892" y="350"/>
                        </a:lnTo>
                        <a:lnTo>
                          <a:pt x="904" y="356"/>
                        </a:lnTo>
                        <a:lnTo>
                          <a:pt x="904" y="356"/>
                        </a:lnTo>
                        <a:lnTo>
                          <a:pt x="918" y="356"/>
                        </a:lnTo>
                        <a:lnTo>
                          <a:pt x="918" y="356"/>
                        </a:lnTo>
                        <a:lnTo>
                          <a:pt x="932" y="342"/>
                        </a:lnTo>
                        <a:lnTo>
                          <a:pt x="932" y="342"/>
                        </a:lnTo>
                        <a:lnTo>
                          <a:pt x="932" y="328"/>
                        </a:lnTo>
                        <a:lnTo>
                          <a:pt x="932" y="328"/>
                        </a:lnTo>
                        <a:lnTo>
                          <a:pt x="928" y="314"/>
                        </a:lnTo>
                        <a:lnTo>
                          <a:pt x="926" y="302"/>
                        </a:lnTo>
                        <a:lnTo>
                          <a:pt x="930" y="290"/>
                        </a:lnTo>
                        <a:lnTo>
                          <a:pt x="934" y="280"/>
                        </a:lnTo>
                        <a:lnTo>
                          <a:pt x="934" y="280"/>
                        </a:lnTo>
                        <a:lnTo>
                          <a:pt x="972" y="234"/>
                        </a:lnTo>
                        <a:lnTo>
                          <a:pt x="972" y="234"/>
                        </a:lnTo>
                        <a:lnTo>
                          <a:pt x="978" y="214"/>
                        </a:lnTo>
                        <a:lnTo>
                          <a:pt x="984" y="200"/>
                        </a:lnTo>
                        <a:lnTo>
                          <a:pt x="994" y="186"/>
                        </a:lnTo>
                        <a:lnTo>
                          <a:pt x="1008" y="172"/>
                        </a:lnTo>
                        <a:lnTo>
                          <a:pt x="1008" y="172"/>
                        </a:lnTo>
                        <a:lnTo>
                          <a:pt x="1012" y="160"/>
                        </a:lnTo>
                        <a:lnTo>
                          <a:pt x="1016" y="154"/>
                        </a:lnTo>
                        <a:lnTo>
                          <a:pt x="1018" y="152"/>
                        </a:lnTo>
                        <a:lnTo>
                          <a:pt x="1022" y="150"/>
                        </a:lnTo>
                        <a:lnTo>
                          <a:pt x="1034" y="150"/>
                        </a:lnTo>
                        <a:lnTo>
                          <a:pt x="1034" y="150"/>
                        </a:lnTo>
                        <a:lnTo>
                          <a:pt x="1092" y="186"/>
                        </a:lnTo>
                        <a:lnTo>
                          <a:pt x="1092" y="186"/>
                        </a:lnTo>
                        <a:lnTo>
                          <a:pt x="1104" y="188"/>
                        </a:lnTo>
                        <a:lnTo>
                          <a:pt x="1118" y="190"/>
                        </a:lnTo>
                        <a:lnTo>
                          <a:pt x="1134" y="194"/>
                        </a:lnTo>
                        <a:lnTo>
                          <a:pt x="1142" y="198"/>
                        </a:lnTo>
                        <a:lnTo>
                          <a:pt x="1150" y="204"/>
                        </a:lnTo>
                        <a:lnTo>
                          <a:pt x="1150" y="204"/>
                        </a:lnTo>
                        <a:lnTo>
                          <a:pt x="1172" y="204"/>
                        </a:lnTo>
                        <a:lnTo>
                          <a:pt x="1184" y="204"/>
                        </a:lnTo>
                        <a:lnTo>
                          <a:pt x="1196" y="202"/>
                        </a:lnTo>
                        <a:lnTo>
                          <a:pt x="1208" y="198"/>
                        </a:lnTo>
                        <a:lnTo>
                          <a:pt x="1218" y="194"/>
                        </a:lnTo>
                        <a:lnTo>
                          <a:pt x="1226" y="186"/>
                        </a:lnTo>
                        <a:lnTo>
                          <a:pt x="1232" y="174"/>
                        </a:lnTo>
                        <a:lnTo>
                          <a:pt x="1232" y="174"/>
                        </a:lnTo>
                        <a:lnTo>
                          <a:pt x="1226" y="106"/>
                        </a:lnTo>
                        <a:lnTo>
                          <a:pt x="1226" y="106"/>
                        </a:lnTo>
                        <a:lnTo>
                          <a:pt x="1236" y="88"/>
                        </a:lnTo>
                        <a:lnTo>
                          <a:pt x="1246" y="76"/>
                        </a:lnTo>
                        <a:lnTo>
                          <a:pt x="1258" y="68"/>
                        </a:lnTo>
                        <a:lnTo>
                          <a:pt x="1270" y="62"/>
                        </a:lnTo>
                        <a:lnTo>
                          <a:pt x="1284" y="58"/>
                        </a:lnTo>
                        <a:lnTo>
                          <a:pt x="1298" y="56"/>
                        </a:lnTo>
                        <a:lnTo>
                          <a:pt x="1336" y="52"/>
                        </a:lnTo>
                        <a:lnTo>
                          <a:pt x="1336" y="52"/>
                        </a:lnTo>
                        <a:lnTo>
                          <a:pt x="1340" y="50"/>
                        </a:lnTo>
                        <a:lnTo>
                          <a:pt x="1344" y="46"/>
                        </a:lnTo>
                        <a:lnTo>
                          <a:pt x="1352" y="36"/>
                        </a:lnTo>
                        <a:lnTo>
                          <a:pt x="1360" y="14"/>
                        </a:lnTo>
                        <a:lnTo>
                          <a:pt x="1360" y="14"/>
                        </a:lnTo>
                        <a:lnTo>
                          <a:pt x="1374" y="0"/>
                        </a:lnTo>
                        <a:lnTo>
                          <a:pt x="1374" y="0"/>
                        </a:lnTo>
                        <a:lnTo>
                          <a:pt x="1418" y="0"/>
                        </a:lnTo>
                        <a:lnTo>
                          <a:pt x="1418" y="0"/>
                        </a:lnTo>
                        <a:lnTo>
                          <a:pt x="1420" y="2"/>
                        </a:lnTo>
                        <a:lnTo>
                          <a:pt x="1424" y="8"/>
                        </a:lnTo>
                        <a:lnTo>
                          <a:pt x="1426" y="22"/>
                        </a:lnTo>
                        <a:lnTo>
                          <a:pt x="1430" y="40"/>
                        </a:lnTo>
                        <a:lnTo>
                          <a:pt x="1436" y="58"/>
                        </a:lnTo>
                        <a:lnTo>
                          <a:pt x="1436" y="58"/>
                        </a:lnTo>
                        <a:lnTo>
                          <a:pt x="1480" y="124"/>
                        </a:lnTo>
                        <a:lnTo>
                          <a:pt x="1480" y="124"/>
                        </a:lnTo>
                        <a:lnTo>
                          <a:pt x="1504" y="134"/>
                        </a:lnTo>
                        <a:lnTo>
                          <a:pt x="1538" y="144"/>
                        </a:lnTo>
                        <a:lnTo>
                          <a:pt x="1538" y="144"/>
                        </a:lnTo>
                        <a:lnTo>
                          <a:pt x="1568" y="164"/>
                        </a:lnTo>
                        <a:lnTo>
                          <a:pt x="1568" y="164"/>
                        </a:lnTo>
                        <a:lnTo>
                          <a:pt x="1584" y="190"/>
                        </a:lnTo>
                        <a:lnTo>
                          <a:pt x="1584" y="190"/>
                        </a:lnTo>
                        <a:lnTo>
                          <a:pt x="1590" y="242"/>
                        </a:lnTo>
                        <a:lnTo>
                          <a:pt x="1590" y="242"/>
                        </a:lnTo>
                        <a:lnTo>
                          <a:pt x="1610" y="280"/>
                        </a:lnTo>
                        <a:lnTo>
                          <a:pt x="1610" y="280"/>
                        </a:lnTo>
                        <a:lnTo>
                          <a:pt x="1612" y="298"/>
                        </a:lnTo>
                        <a:lnTo>
                          <a:pt x="1612" y="320"/>
                        </a:lnTo>
                        <a:lnTo>
                          <a:pt x="1612" y="332"/>
                        </a:lnTo>
                        <a:lnTo>
                          <a:pt x="1610" y="342"/>
                        </a:lnTo>
                        <a:lnTo>
                          <a:pt x="1606" y="354"/>
                        </a:lnTo>
                        <a:lnTo>
                          <a:pt x="1602" y="364"/>
                        </a:lnTo>
                        <a:lnTo>
                          <a:pt x="1602" y="364"/>
                        </a:lnTo>
                        <a:lnTo>
                          <a:pt x="1580" y="378"/>
                        </a:lnTo>
                        <a:lnTo>
                          <a:pt x="1574" y="382"/>
                        </a:lnTo>
                        <a:lnTo>
                          <a:pt x="1572" y="386"/>
                        </a:lnTo>
                        <a:lnTo>
                          <a:pt x="1568" y="390"/>
                        </a:lnTo>
                        <a:lnTo>
                          <a:pt x="1568" y="396"/>
                        </a:lnTo>
                        <a:lnTo>
                          <a:pt x="1566" y="420"/>
                        </a:lnTo>
                        <a:lnTo>
                          <a:pt x="1566" y="420"/>
                        </a:lnTo>
                        <a:lnTo>
                          <a:pt x="1570" y="440"/>
                        </a:lnTo>
                        <a:lnTo>
                          <a:pt x="1574" y="452"/>
                        </a:lnTo>
                        <a:lnTo>
                          <a:pt x="1582" y="466"/>
                        </a:lnTo>
                        <a:lnTo>
                          <a:pt x="1582" y="466"/>
                        </a:lnTo>
                        <a:lnTo>
                          <a:pt x="1614" y="488"/>
                        </a:lnTo>
                        <a:lnTo>
                          <a:pt x="1614" y="488"/>
                        </a:lnTo>
                        <a:lnTo>
                          <a:pt x="1662" y="500"/>
                        </a:lnTo>
                        <a:lnTo>
                          <a:pt x="1662" y="500"/>
                        </a:lnTo>
                        <a:lnTo>
                          <a:pt x="1674" y="506"/>
                        </a:lnTo>
                        <a:lnTo>
                          <a:pt x="1688" y="512"/>
                        </a:lnTo>
                        <a:lnTo>
                          <a:pt x="1700" y="516"/>
                        </a:lnTo>
                        <a:lnTo>
                          <a:pt x="1714" y="520"/>
                        </a:lnTo>
                        <a:lnTo>
                          <a:pt x="1744" y="524"/>
                        </a:lnTo>
                        <a:lnTo>
                          <a:pt x="1778" y="526"/>
                        </a:lnTo>
                        <a:lnTo>
                          <a:pt x="1778" y="526"/>
                        </a:lnTo>
                        <a:lnTo>
                          <a:pt x="1790" y="534"/>
                        </a:lnTo>
                        <a:lnTo>
                          <a:pt x="1806" y="546"/>
                        </a:lnTo>
                        <a:lnTo>
                          <a:pt x="1836" y="576"/>
                        </a:lnTo>
                        <a:lnTo>
                          <a:pt x="1836" y="576"/>
                        </a:lnTo>
                        <a:lnTo>
                          <a:pt x="1882" y="614"/>
                        </a:lnTo>
                        <a:lnTo>
                          <a:pt x="1882" y="614"/>
                        </a:lnTo>
                        <a:lnTo>
                          <a:pt x="1894" y="616"/>
                        </a:lnTo>
                        <a:lnTo>
                          <a:pt x="1906" y="620"/>
                        </a:lnTo>
                        <a:lnTo>
                          <a:pt x="1918" y="628"/>
                        </a:lnTo>
                        <a:lnTo>
                          <a:pt x="1930" y="640"/>
                        </a:lnTo>
                        <a:lnTo>
                          <a:pt x="1930" y="640"/>
                        </a:lnTo>
                        <a:lnTo>
                          <a:pt x="1938" y="672"/>
                        </a:lnTo>
                        <a:lnTo>
                          <a:pt x="1944" y="690"/>
                        </a:lnTo>
                        <a:lnTo>
                          <a:pt x="1952" y="710"/>
                        </a:lnTo>
                        <a:lnTo>
                          <a:pt x="1952" y="710"/>
                        </a:lnTo>
                        <a:lnTo>
                          <a:pt x="1964" y="718"/>
                        </a:lnTo>
                        <a:lnTo>
                          <a:pt x="1968" y="724"/>
                        </a:lnTo>
                        <a:lnTo>
                          <a:pt x="1974" y="736"/>
                        </a:lnTo>
                        <a:lnTo>
                          <a:pt x="1974" y="736"/>
                        </a:lnTo>
                        <a:lnTo>
                          <a:pt x="1972" y="766"/>
                        </a:lnTo>
                        <a:lnTo>
                          <a:pt x="1972" y="766"/>
                        </a:lnTo>
                        <a:lnTo>
                          <a:pt x="1980" y="788"/>
                        </a:lnTo>
                        <a:lnTo>
                          <a:pt x="1980" y="788"/>
                        </a:lnTo>
                        <a:lnTo>
                          <a:pt x="1968" y="796"/>
                        </a:lnTo>
                        <a:lnTo>
                          <a:pt x="1960" y="804"/>
                        </a:lnTo>
                        <a:lnTo>
                          <a:pt x="1956" y="814"/>
                        </a:lnTo>
                        <a:lnTo>
                          <a:pt x="1952" y="832"/>
                        </a:lnTo>
                        <a:lnTo>
                          <a:pt x="1952" y="832"/>
                        </a:lnTo>
                        <a:lnTo>
                          <a:pt x="1952" y="864"/>
                        </a:lnTo>
                        <a:lnTo>
                          <a:pt x="1952" y="864"/>
                        </a:lnTo>
                        <a:lnTo>
                          <a:pt x="1958" y="902"/>
                        </a:lnTo>
                        <a:lnTo>
                          <a:pt x="1958" y="902"/>
                        </a:lnTo>
                        <a:lnTo>
                          <a:pt x="1952" y="906"/>
                        </a:lnTo>
                        <a:lnTo>
                          <a:pt x="1952" y="906"/>
                        </a:lnTo>
                        <a:lnTo>
                          <a:pt x="1878" y="908"/>
                        </a:lnTo>
                        <a:lnTo>
                          <a:pt x="1878" y="908"/>
                        </a:lnTo>
                        <a:lnTo>
                          <a:pt x="1844" y="914"/>
                        </a:lnTo>
                        <a:lnTo>
                          <a:pt x="1830" y="918"/>
                        </a:lnTo>
                        <a:lnTo>
                          <a:pt x="1818" y="922"/>
                        </a:lnTo>
                        <a:lnTo>
                          <a:pt x="1808" y="930"/>
                        </a:lnTo>
                        <a:lnTo>
                          <a:pt x="1798" y="940"/>
                        </a:lnTo>
                        <a:lnTo>
                          <a:pt x="1792" y="952"/>
                        </a:lnTo>
                        <a:lnTo>
                          <a:pt x="1786" y="968"/>
                        </a:lnTo>
                        <a:lnTo>
                          <a:pt x="1786" y="968"/>
                        </a:lnTo>
                        <a:lnTo>
                          <a:pt x="1774" y="980"/>
                        </a:lnTo>
                        <a:lnTo>
                          <a:pt x="1766" y="990"/>
                        </a:lnTo>
                        <a:lnTo>
                          <a:pt x="1760" y="1002"/>
                        </a:lnTo>
                        <a:lnTo>
                          <a:pt x="1754" y="1018"/>
                        </a:lnTo>
                        <a:lnTo>
                          <a:pt x="1754" y="1018"/>
                        </a:lnTo>
                        <a:lnTo>
                          <a:pt x="1744" y="1024"/>
                        </a:lnTo>
                        <a:lnTo>
                          <a:pt x="1732" y="1028"/>
                        </a:lnTo>
                        <a:lnTo>
                          <a:pt x="1710" y="1032"/>
                        </a:lnTo>
                        <a:lnTo>
                          <a:pt x="1690" y="1034"/>
                        </a:lnTo>
                        <a:lnTo>
                          <a:pt x="1672" y="1034"/>
                        </a:lnTo>
                        <a:lnTo>
                          <a:pt x="1672" y="1034"/>
                        </a:lnTo>
                        <a:lnTo>
                          <a:pt x="1670" y="1044"/>
                        </a:lnTo>
                        <a:lnTo>
                          <a:pt x="1664" y="1056"/>
                        </a:lnTo>
                        <a:lnTo>
                          <a:pt x="1656" y="1066"/>
                        </a:lnTo>
                        <a:lnTo>
                          <a:pt x="1648" y="1074"/>
                        </a:lnTo>
                        <a:lnTo>
                          <a:pt x="1648" y="1074"/>
                        </a:lnTo>
                        <a:lnTo>
                          <a:pt x="1644" y="1082"/>
                        </a:lnTo>
                        <a:lnTo>
                          <a:pt x="1644" y="1090"/>
                        </a:lnTo>
                        <a:lnTo>
                          <a:pt x="1646" y="1106"/>
                        </a:lnTo>
                        <a:lnTo>
                          <a:pt x="1652" y="1124"/>
                        </a:lnTo>
                        <a:lnTo>
                          <a:pt x="1658" y="1146"/>
                        </a:lnTo>
                        <a:lnTo>
                          <a:pt x="1658" y="1146"/>
                        </a:lnTo>
                        <a:lnTo>
                          <a:pt x="1660" y="1170"/>
                        </a:lnTo>
                        <a:lnTo>
                          <a:pt x="1660" y="1170"/>
                        </a:lnTo>
                        <a:lnTo>
                          <a:pt x="1604" y="1182"/>
                        </a:lnTo>
                        <a:lnTo>
                          <a:pt x="1604" y="1182"/>
                        </a:lnTo>
                        <a:lnTo>
                          <a:pt x="1592" y="1188"/>
                        </a:lnTo>
                        <a:lnTo>
                          <a:pt x="1580" y="1194"/>
                        </a:lnTo>
                        <a:lnTo>
                          <a:pt x="1560" y="1206"/>
                        </a:lnTo>
                        <a:lnTo>
                          <a:pt x="1560" y="1206"/>
                        </a:lnTo>
                        <a:lnTo>
                          <a:pt x="1526" y="1214"/>
                        </a:lnTo>
                        <a:lnTo>
                          <a:pt x="1490" y="1220"/>
                        </a:lnTo>
                        <a:lnTo>
                          <a:pt x="1458" y="1224"/>
                        </a:lnTo>
                        <a:lnTo>
                          <a:pt x="1426" y="1224"/>
                        </a:lnTo>
                        <a:lnTo>
                          <a:pt x="1426" y="1224"/>
                        </a:lnTo>
                        <a:lnTo>
                          <a:pt x="1408" y="1228"/>
                        </a:lnTo>
                        <a:lnTo>
                          <a:pt x="1396" y="1236"/>
                        </a:lnTo>
                        <a:lnTo>
                          <a:pt x="1396" y="1236"/>
                        </a:lnTo>
                        <a:lnTo>
                          <a:pt x="1396" y="1244"/>
                        </a:lnTo>
                        <a:lnTo>
                          <a:pt x="1398" y="1250"/>
                        </a:lnTo>
                        <a:lnTo>
                          <a:pt x="1402" y="1258"/>
                        </a:lnTo>
                        <a:lnTo>
                          <a:pt x="1412" y="1272"/>
                        </a:lnTo>
                        <a:lnTo>
                          <a:pt x="1412" y="1272"/>
                        </a:lnTo>
                        <a:lnTo>
                          <a:pt x="1406" y="1280"/>
                        </a:lnTo>
                        <a:lnTo>
                          <a:pt x="1404" y="1288"/>
                        </a:lnTo>
                        <a:lnTo>
                          <a:pt x="1404" y="1294"/>
                        </a:lnTo>
                        <a:lnTo>
                          <a:pt x="1408" y="1302"/>
                        </a:lnTo>
                        <a:lnTo>
                          <a:pt x="1412" y="1308"/>
                        </a:lnTo>
                        <a:lnTo>
                          <a:pt x="1420" y="1314"/>
                        </a:lnTo>
                        <a:lnTo>
                          <a:pt x="1438" y="1328"/>
                        </a:lnTo>
                        <a:lnTo>
                          <a:pt x="1438" y="1328"/>
                        </a:lnTo>
                        <a:lnTo>
                          <a:pt x="1460" y="1360"/>
                        </a:lnTo>
                        <a:lnTo>
                          <a:pt x="1460" y="1360"/>
                        </a:lnTo>
                        <a:lnTo>
                          <a:pt x="1468" y="1364"/>
                        </a:lnTo>
                        <a:lnTo>
                          <a:pt x="1474" y="1370"/>
                        </a:lnTo>
                        <a:lnTo>
                          <a:pt x="1476" y="1374"/>
                        </a:lnTo>
                        <a:lnTo>
                          <a:pt x="1476" y="1380"/>
                        </a:lnTo>
                        <a:lnTo>
                          <a:pt x="1476" y="1396"/>
                        </a:lnTo>
                        <a:lnTo>
                          <a:pt x="1476" y="1396"/>
                        </a:lnTo>
                        <a:lnTo>
                          <a:pt x="1464" y="1408"/>
                        </a:lnTo>
                        <a:lnTo>
                          <a:pt x="1464" y="1408"/>
                        </a:lnTo>
                        <a:lnTo>
                          <a:pt x="1444" y="1418"/>
                        </a:lnTo>
                        <a:lnTo>
                          <a:pt x="1438" y="1422"/>
                        </a:lnTo>
                        <a:lnTo>
                          <a:pt x="1434" y="1426"/>
                        </a:lnTo>
                        <a:lnTo>
                          <a:pt x="1430" y="1432"/>
                        </a:lnTo>
                        <a:lnTo>
                          <a:pt x="1428" y="1438"/>
                        </a:lnTo>
                        <a:lnTo>
                          <a:pt x="1428" y="1460"/>
                        </a:lnTo>
                        <a:lnTo>
                          <a:pt x="1428" y="1460"/>
                        </a:lnTo>
                        <a:lnTo>
                          <a:pt x="1434" y="1466"/>
                        </a:lnTo>
                        <a:lnTo>
                          <a:pt x="1442" y="1476"/>
                        </a:lnTo>
                        <a:lnTo>
                          <a:pt x="1448" y="1488"/>
                        </a:lnTo>
                        <a:lnTo>
                          <a:pt x="1450" y="1496"/>
                        </a:lnTo>
                        <a:lnTo>
                          <a:pt x="1450" y="1504"/>
                        </a:lnTo>
                        <a:lnTo>
                          <a:pt x="1450" y="1504"/>
                        </a:lnTo>
                        <a:lnTo>
                          <a:pt x="1440" y="1510"/>
                        </a:lnTo>
                        <a:lnTo>
                          <a:pt x="1430" y="1512"/>
                        </a:lnTo>
                        <a:lnTo>
                          <a:pt x="1416" y="1516"/>
                        </a:lnTo>
                        <a:lnTo>
                          <a:pt x="1416" y="151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01" name="Freeform 33"/>
                  <p:cNvSpPr/>
                  <p:nvPr/>
                </p:nvSpPr>
                <p:spPr bwMode="auto">
                  <a:xfrm>
                    <a:off x="5638320" y="1095732"/>
                    <a:ext cx="3022379" cy="2587445"/>
                  </a:xfrm>
                  <a:custGeom>
                    <a:avLst/>
                    <a:gdLst>
                      <a:gd name="T0" fmla="*/ 538 w 2182"/>
                      <a:gd name="T1" fmla="*/ 1714 h 1868"/>
                      <a:gd name="T2" fmla="*/ 526 w 2182"/>
                      <a:gd name="T3" fmla="*/ 1632 h 1868"/>
                      <a:gd name="T4" fmla="*/ 362 w 2182"/>
                      <a:gd name="T5" fmla="*/ 1664 h 1868"/>
                      <a:gd name="T6" fmla="*/ 286 w 2182"/>
                      <a:gd name="T7" fmla="*/ 1690 h 1868"/>
                      <a:gd name="T8" fmla="*/ 168 w 2182"/>
                      <a:gd name="T9" fmla="*/ 1576 h 1868"/>
                      <a:gd name="T10" fmla="*/ 220 w 2182"/>
                      <a:gd name="T11" fmla="*/ 1468 h 1868"/>
                      <a:gd name="T12" fmla="*/ 66 w 2182"/>
                      <a:gd name="T13" fmla="*/ 1450 h 1868"/>
                      <a:gd name="T14" fmla="*/ 20 w 2182"/>
                      <a:gd name="T15" fmla="*/ 1304 h 1868"/>
                      <a:gd name="T16" fmla="*/ 400 w 2182"/>
                      <a:gd name="T17" fmla="*/ 1336 h 1868"/>
                      <a:gd name="T18" fmla="*/ 594 w 2182"/>
                      <a:gd name="T19" fmla="*/ 1418 h 1868"/>
                      <a:gd name="T20" fmla="*/ 724 w 2182"/>
                      <a:gd name="T21" fmla="*/ 1354 h 1868"/>
                      <a:gd name="T22" fmla="*/ 828 w 2182"/>
                      <a:gd name="T23" fmla="*/ 1308 h 1868"/>
                      <a:gd name="T24" fmla="*/ 1006 w 2182"/>
                      <a:gd name="T25" fmla="*/ 1300 h 1868"/>
                      <a:gd name="T26" fmla="*/ 1170 w 2182"/>
                      <a:gd name="T27" fmla="*/ 1170 h 1868"/>
                      <a:gd name="T28" fmla="*/ 1178 w 2182"/>
                      <a:gd name="T29" fmla="*/ 1032 h 1868"/>
                      <a:gd name="T30" fmla="*/ 1260 w 2182"/>
                      <a:gd name="T31" fmla="*/ 1006 h 1868"/>
                      <a:gd name="T32" fmla="*/ 1410 w 2182"/>
                      <a:gd name="T33" fmla="*/ 924 h 1868"/>
                      <a:gd name="T34" fmla="*/ 1524 w 2182"/>
                      <a:gd name="T35" fmla="*/ 876 h 1868"/>
                      <a:gd name="T36" fmla="*/ 1632 w 2182"/>
                      <a:gd name="T37" fmla="*/ 776 h 1868"/>
                      <a:gd name="T38" fmla="*/ 1798 w 2182"/>
                      <a:gd name="T39" fmla="*/ 740 h 1868"/>
                      <a:gd name="T40" fmla="*/ 1712 w 2182"/>
                      <a:gd name="T41" fmla="*/ 614 h 1868"/>
                      <a:gd name="T42" fmla="*/ 1586 w 2182"/>
                      <a:gd name="T43" fmla="*/ 646 h 1868"/>
                      <a:gd name="T44" fmla="*/ 1456 w 2182"/>
                      <a:gd name="T45" fmla="*/ 650 h 1868"/>
                      <a:gd name="T46" fmla="*/ 1480 w 2182"/>
                      <a:gd name="T47" fmla="*/ 512 h 1868"/>
                      <a:gd name="T48" fmla="*/ 1602 w 2182"/>
                      <a:gd name="T49" fmla="*/ 428 h 1868"/>
                      <a:gd name="T50" fmla="*/ 1698 w 2182"/>
                      <a:gd name="T51" fmla="*/ 250 h 1868"/>
                      <a:gd name="T52" fmla="*/ 1738 w 2182"/>
                      <a:gd name="T53" fmla="*/ 108 h 1868"/>
                      <a:gd name="T54" fmla="*/ 1736 w 2182"/>
                      <a:gd name="T55" fmla="*/ 20 h 1868"/>
                      <a:gd name="T56" fmla="*/ 1800 w 2182"/>
                      <a:gd name="T57" fmla="*/ 42 h 1868"/>
                      <a:gd name="T58" fmla="*/ 1848 w 2182"/>
                      <a:gd name="T59" fmla="*/ 80 h 1868"/>
                      <a:gd name="T60" fmla="*/ 1926 w 2182"/>
                      <a:gd name="T61" fmla="*/ 178 h 1868"/>
                      <a:gd name="T62" fmla="*/ 2052 w 2182"/>
                      <a:gd name="T63" fmla="*/ 152 h 1868"/>
                      <a:gd name="T64" fmla="*/ 2136 w 2182"/>
                      <a:gd name="T65" fmla="*/ 246 h 1868"/>
                      <a:gd name="T66" fmla="*/ 2136 w 2182"/>
                      <a:gd name="T67" fmla="*/ 440 h 1868"/>
                      <a:gd name="T68" fmla="*/ 2118 w 2182"/>
                      <a:gd name="T69" fmla="*/ 476 h 1868"/>
                      <a:gd name="T70" fmla="*/ 2064 w 2182"/>
                      <a:gd name="T71" fmla="*/ 514 h 1868"/>
                      <a:gd name="T72" fmla="*/ 2020 w 2182"/>
                      <a:gd name="T73" fmla="*/ 674 h 1868"/>
                      <a:gd name="T74" fmla="*/ 2068 w 2182"/>
                      <a:gd name="T75" fmla="*/ 716 h 1868"/>
                      <a:gd name="T76" fmla="*/ 2026 w 2182"/>
                      <a:gd name="T77" fmla="*/ 796 h 1868"/>
                      <a:gd name="T78" fmla="*/ 1968 w 2182"/>
                      <a:gd name="T79" fmla="*/ 828 h 1868"/>
                      <a:gd name="T80" fmla="*/ 2054 w 2182"/>
                      <a:gd name="T81" fmla="*/ 986 h 1868"/>
                      <a:gd name="T82" fmla="*/ 2154 w 2182"/>
                      <a:gd name="T83" fmla="*/ 1034 h 1868"/>
                      <a:gd name="T84" fmla="*/ 2156 w 2182"/>
                      <a:gd name="T85" fmla="*/ 1130 h 1868"/>
                      <a:gd name="T86" fmla="*/ 2054 w 2182"/>
                      <a:gd name="T87" fmla="*/ 1170 h 1868"/>
                      <a:gd name="T88" fmla="*/ 1920 w 2182"/>
                      <a:gd name="T89" fmla="*/ 1272 h 1868"/>
                      <a:gd name="T90" fmla="*/ 1850 w 2182"/>
                      <a:gd name="T91" fmla="*/ 1260 h 1868"/>
                      <a:gd name="T92" fmla="*/ 1786 w 2182"/>
                      <a:gd name="T93" fmla="*/ 1338 h 1868"/>
                      <a:gd name="T94" fmla="*/ 1696 w 2182"/>
                      <a:gd name="T95" fmla="*/ 1206 h 1868"/>
                      <a:gd name="T96" fmla="*/ 1524 w 2182"/>
                      <a:gd name="T97" fmla="*/ 1346 h 1868"/>
                      <a:gd name="T98" fmla="*/ 1494 w 2182"/>
                      <a:gd name="T99" fmla="*/ 1334 h 1868"/>
                      <a:gd name="T100" fmla="*/ 1424 w 2182"/>
                      <a:gd name="T101" fmla="*/ 1310 h 1868"/>
                      <a:gd name="T102" fmla="*/ 1392 w 2182"/>
                      <a:gd name="T103" fmla="*/ 1430 h 1868"/>
                      <a:gd name="T104" fmla="*/ 1288 w 2182"/>
                      <a:gd name="T105" fmla="*/ 1520 h 1868"/>
                      <a:gd name="T106" fmla="*/ 1140 w 2182"/>
                      <a:gd name="T107" fmla="*/ 1612 h 1868"/>
                      <a:gd name="T108" fmla="*/ 1076 w 2182"/>
                      <a:gd name="T109" fmla="*/ 1650 h 1868"/>
                      <a:gd name="T110" fmla="*/ 988 w 2182"/>
                      <a:gd name="T111" fmla="*/ 1790 h 1868"/>
                      <a:gd name="T112" fmla="*/ 838 w 2182"/>
                      <a:gd name="T113" fmla="*/ 1810 h 1868"/>
                      <a:gd name="T114" fmla="*/ 814 w 2182"/>
                      <a:gd name="T115" fmla="*/ 1666 h 1868"/>
                      <a:gd name="T116" fmla="*/ 732 w 2182"/>
                      <a:gd name="T117" fmla="*/ 1678 h 1868"/>
                      <a:gd name="T118" fmla="*/ 662 w 2182"/>
                      <a:gd name="T119" fmla="*/ 1816 h 18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2182" h="1868">
                        <a:moveTo>
                          <a:pt x="556" y="1868"/>
                        </a:moveTo>
                        <a:lnTo>
                          <a:pt x="556" y="1868"/>
                        </a:lnTo>
                        <a:lnTo>
                          <a:pt x="518" y="1832"/>
                        </a:lnTo>
                        <a:lnTo>
                          <a:pt x="518" y="1832"/>
                        </a:lnTo>
                        <a:lnTo>
                          <a:pt x="498" y="1792"/>
                        </a:lnTo>
                        <a:lnTo>
                          <a:pt x="498" y="1792"/>
                        </a:lnTo>
                        <a:lnTo>
                          <a:pt x="500" y="1764"/>
                        </a:lnTo>
                        <a:lnTo>
                          <a:pt x="502" y="1754"/>
                        </a:lnTo>
                        <a:lnTo>
                          <a:pt x="506" y="1744"/>
                        </a:lnTo>
                        <a:lnTo>
                          <a:pt x="512" y="1736"/>
                        </a:lnTo>
                        <a:lnTo>
                          <a:pt x="518" y="1728"/>
                        </a:lnTo>
                        <a:lnTo>
                          <a:pt x="528" y="1720"/>
                        </a:lnTo>
                        <a:lnTo>
                          <a:pt x="538" y="1714"/>
                        </a:lnTo>
                        <a:lnTo>
                          <a:pt x="538" y="1714"/>
                        </a:lnTo>
                        <a:lnTo>
                          <a:pt x="556" y="1698"/>
                        </a:lnTo>
                        <a:lnTo>
                          <a:pt x="556" y="1698"/>
                        </a:lnTo>
                        <a:lnTo>
                          <a:pt x="572" y="1674"/>
                        </a:lnTo>
                        <a:lnTo>
                          <a:pt x="572" y="1674"/>
                        </a:lnTo>
                        <a:lnTo>
                          <a:pt x="570" y="1658"/>
                        </a:lnTo>
                        <a:lnTo>
                          <a:pt x="570" y="1658"/>
                        </a:lnTo>
                        <a:lnTo>
                          <a:pt x="562" y="1646"/>
                        </a:lnTo>
                        <a:lnTo>
                          <a:pt x="556" y="1638"/>
                        </a:lnTo>
                        <a:lnTo>
                          <a:pt x="548" y="1634"/>
                        </a:lnTo>
                        <a:lnTo>
                          <a:pt x="542" y="1632"/>
                        </a:lnTo>
                        <a:lnTo>
                          <a:pt x="534" y="1630"/>
                        </a:lnTo>
                        <a:lnTo>
                          <a:pt x="526" y="1632"/>
                        </a:lnTo>
                        <a:lnTo>
                          <a:pt x="506" y="1638"/>
                        </a:lnTo>
                        <a:lnTo>
                          <a:pt x="506" y="1638"/>
                        </a:lnTo>
                        <a:lnTo>
                          <a:pt x="482" y="1658"/>
                        </a:lnTo>
                        <a:lnTo>
                          <a:pt x="482" y="1658"/>
                        </a:lnTo>
                        <a:lnTo>
                          <a:pt x="448" y="1674"/>
                        </a:lnTo>
                        <a:lnTo>
                          <a:pt x="448" y="1674"/>
                        </a:lnTo>
                        <a:lnTo>
                          <a:pt x="442" y="1668"/>
                        </a:lnTo>
                        <a:lnTo>
                          <a:pt x="436" y="1664"/>
                        </a:lnTo>
                        <a:lnTo>
                          <a:pt x="426" y="1658"/>
                        </a:lnTo>
                        <a:lnTo>
                          <a:pt x="426" y="1658"/>
                        </a:lnTo>
                        <a:lnTo>
                          <a:pt x="384" y="1658"/>
                        </a:lnTo>
                        <a:lnTo>
                          <a:pt x="370" y="1660"/>
                        </a:lnTo>
                        <a:lnTo>
                          <a:pt x="362" y="1664"/>
                        </a:lnTo>
                        <a:lnTo>
                          <a:pt x="356" y="1672"/>
                        </a:lnTo>
                        <a:lnTo>
                          <a:pt x="352" y="1682"/>
                        </a:lnTo>
                        <a:lnTo>
                          <a:pt x="350" y="1700"/>
                        </a:lnTo>
                        <a:lnTo>
                          <a:pt x="348" y="1722"/>
                        </a:lnTo>
                        <a:lnTo>
                          <a:pt x="348" y="1722"/>
                        </a:lnTo>
                        <a:lnTo>
                          <a:pt x="342" y="1726"/>
                        </a:lnTo>
                        <a:lnTo>
                          <a:pt x="336" y="1726"/>
                        </a:lnTo>
                        <a:lnTo>
                          <a:pt x="330" y="1726"/>
                        </a:lnTo>
                        <a:lnTo>
                          <a:pt x="324" y="1724"/>
                        </a:lnTo>
                        <a:lnTo>
                          <a:pt x="314" y="1718"/>
                        </a:lnTo>
                        <a:lnTo>
                          <a:pt x="306" y="1716"/>
                        </a:lnTo>
                        <a:lnTo>
                          <a:pt x="306" y="1716"/>
                        </a:lnTo>
                        <a:lnTo>
                          <a:pt x="286" y="1690"/>
                        </a:lnTo>
                        <a:lnTo>
                          <a:pt x="270" y="1674"/>
                        </a:lnTo>
                        <a:lnTo>
                          <a:pt x="270" y="1674"/>
                        </a:lnTo>
                        <a:lnTo>
                          <a:pt x="262" y="1654"/>
                        </a:lnTo>
                        <a:lnTo>
                          <a:pt x="252" y="1638"/>
                        </a:lnTo>
                        <a:lnTo>
                          <a:pt x="248" y="1632"/>
                        </a:lnTo>
                        <a:lnTo>
                          <a:pt x="242" y="1626"/>
                        </a:lnTo>
                        <a:lnTo>
                          <a:pt x="234" y="1624"/>
                        </a:lnTo>
                        <a:lnTo>
                          <a:pt x="226" y="1620"/>
                        </a:lnTo>
                        <a:lnTo>
                          <a:pt x="226" y="1620"/>
                        </a:lnTo>
                        <a:lnTo>
                          <a:pt x="190" y="1582"/>
                        </a:lnTo>
                        <a:lnTo>
                          <a:pt x="190" y="1582"/>
                        </a:lnTo>
                        <a:lnTo>
                          <a:pt x="168" y="1576"/>
                        </a:lnTo>
                        <a:lnTo>
                          <a:pt x="168" y="1576"/>
                        </a:lnTo>
                        <a:lnTo>
                          <a:pt x="170" y="1568"/>
                        </a:lnTo>
                        <a:lnTo>
                          <a:pt x="172" y="1560"/>
                        </a:lnTo>
                        <a:lnTo>
                          <a:pt x="178" y="1554"/>
                        </a:lnTo>
                        <a:lnTo>
                          <a:pt x="184" y="1548"/>
                        </a:lnTo>
                        <a:lnTo>
                          <a:pt x="198" y="1538"/>
                        </a:lnTo>
                        <a:lnTo>
                          <a:pt x="206" y="1532"/>
                        </a:lnTo>
                        <a:lnTo>
                          <a:pt x="212" y="1526"/>
                        </a:lnTo>
                        <a:lnTo>
                          <a:pt x="212" y="1526"/>
                        </a:lnTo>
                        <a:lnTo>
                          <a:pt x="226" y="1496"/>
                        </a:lnTo>
                        <a:lnTo>
                          <a:pt x="226" y="1496"/>
                        </a:lnTo>
                        <a:lnTo>
                          <a:pt x="226" y="1484"/>
                        </a:lnTo>
                        <a:lnTo>
                          <a:pt x="224" y="1474"/>
                        </a:lnTo>
                        <a:lnTo>
                          <a:pt x="220" y="1468"/>
                        </a:lnTo>
                        <a:lnTo>
                          <a:pt x="216" y="1464"/>
                        </a:lnTo>
                        <a:lnTo>
                          <a:pt x="216" y="1464"/>
                        </a:lnTo>
                        <a:lnTo>
                          <a:pt x="182" y="1464"/>
                        </a:lnTo>
                        <a:lnTo>
                          <a:pt x="150" y="1468"/>
                        </a:lnTo>
                        <a:lnTo>
                          <a:pt x="120" y="1474"/>
                        </a:lnTo>
                        <a:lnTo>
                          <a:pt x="92" y="1484"/>
                        </a:lnTo>
                        <a:lnTo>
                          <a:pt x="92" y="1484"/>
                        </a:lnTo>
                        <a:lnTo>
                          <a:pt x="84" y="1490"/>
                        </a:lnTo>
                        <a:lnTo>
                          <a:pt x="76" y="1492"/>
                        </a:lnTo>
                        <a:lnTo>
                          <a:pt x="70" y="1492"/>
                        </a:lnTo>
                        <a:lnTo>
                          <a:pt x="64" y="1492"/>
                        </a:lnTo>
                        <a:lnTo>
                          <a:pt x="64" y="1492"/>
                        </a:lnTo>
                        <a:lnTo>
                          <a:pt x="66" y="1450"/>
                        </a:lnTo>
                        <a:lnTo>
                          <a:pt x="66" y="1450"/>
                        </a:lnTo>
                        <a:lnTo>
                          <a:pt x="50" y="1428"/>
                        </a:lnTo>
                        <a:lnTo>
                          <a:pt x="50" y="1428"/>
                        </a:lnTo>
                        <a:lnTo>
                          <a:pt x="14" y="1398"/>
                        </a:lnTo>
                        <a:lnTo>
                          <a:pt x="14" y="1398"/>
                        </a:lnTo>
                        <a:lnTo>
                          <a:pt x="14" y="1386"/>
                        </a:lnTo>
                        <a:lnTo>
                          <a:pt x="18" y="1376"/>
                        </a:lnTo>
                        <a:lnTo>
                          <a:pt x="26" y="1358"/>
                        </a:lnTo>
                        <a:lnTo>
                          <a:pt x="26" y="1358"/>
                        </a:lnTo>
                        <a:lnTo>
                          <a:pt x="24" y="1328"/>
                        </a:lnTo>
                        <a:lnTo>
                          <a:pt x="24" y="1316"/>
                        </a:lnTo>
                        <a:lnTo>
                          <a:pt x="20" y="1304"/>
                        </a:lnTo>
                        <a:lnTo>
                          <a:pt x="20" y="1304"/>
                        </a:lnTo>
                        <a:lnTo>
                          <a:pt x="0" y="1278"/>
                        </a:lnTo>
                        <a:lnTo>
                          <a:pt x="0" y="1278"/>
                        </a:lnTo>
                        <a:lnTo>
                          <a:pt x="0" y="1244"/>
                        </a:lnTo>
                        <a:lnTo>
                          <a:pt x="0" y="1244"/>
                        </a:lnTo>
                        <a:lnTo>
                          <a:pt x="100" y="1268"/>
                        </a:lnTo>
                        <a:lnTo>
                          <a:pt x="100" y="1268"/>
                        </a:lnTo>
                        <a:lnTo>
                          <a:pt x="274" y="1270"/>
                        </a:lnTo>
                        <a:lnTo>
                          <a:pt x="274" y="1270"/>
                        </a:lnTo>
                        <a:lnTo>
                          <a:pt x="306" y="1278"/>
                        </a:lnTo>
                        <a:lnTo>
                          <a:pt x="326" y="1284"/>
                        </a:lnTo>
                        <a:lnTo>
                          <a:pt x="344" y="1290"/>
                        </a:lnTo>
                        <a:lnTo>
                          <a:pt x="344" y="1290"/>
                        </a:lnTo>
                        <a:lnTo>
                          <a:pt x="400" y="1336"/>
                        </a:lnTo>
                        <a:lnTo>
                          <a:pt x="400" y="1336"/>
                        </a:lnTo>
                        <a:lnTo>
                          <a:pt x="414" y="1342"/>
                        </a:lnTo>
                        <a:lnTo>
                          <a:pt x="414" y="1342"/>
                        </a:lnTo>
                        <a:lnTo>
                          <a:pt x="466" y="1350"/>
                        </a:lnTo>
                        <a:lnTo>
                          <a:pt x="466" y="1350"/>
                        </a:lnTo>
                        <a:lnTo>
                          <a:pt x="490" y="1366"/>
                        </a:lnTo>
                        <a:lnTo>
                          <a:pt x="490" y="1366"/>
                        </a:lnTo>
                        <a:lnTo>
                          <a:pt x="556" y="1388"/>
                        </a:lnTo>
                        <a:lnTo>
                          <a:pt x="556" y="1388"/>
                        </a:lnTo>
                        <a:lnTo>
                          <a:pt x="562" y="1392"/>
                        </a:lnTo>
                        <a:lnTo>
                          <a:pt x="568" y="1398"/>
                        </a:lnTo>
                        <a:lnTo>
                          <a:pt x="584" y="1412"/>
                        </a:lnTo>
                        <a:lnTo>
                          <a:pt x="594" y="1418"/>
                        </a:lnTo>
                        <a:lnTo>
                          <a:pt x="604" y="1420"/>
                        </a:lnTo>
                        <a:lnTo>
                          <a:pt x="614" y="1418"/>
                        </a:lnTo>
                        <a:lnTo>
                          <a:pt x="628" y="1412"/>
                        </a:lnTo>
                        <a:lnTo>
                          <a:pt x="628" y="1412"/>
                        </a:lnTo>
                        <a:lnTo>
                          <a:pt x="632" y="1406"/>
                        </a:lnTo>
                        <a:lnTo>
                          <a:pt x="638" y="1400"/>
                        </a:lnTo>
                        <a:lnTo>
                          <a:pt x="650" y="1392"/>
                        </a:lnTo>
                        <a:lnTo>
                          <a:pt x="666" y="1386"/>
                        </a:lnTo>
                        <a:lnTo>
                          <a:pt x="680" y="1380"/>
                        </a:lnTo>
                        <a:lnTo>
                          <a:pt x="680" y="1380"/>
                        </a:lnTo>
                        <a:lnTo>
                          <a:pt x="696" y="1368"/>
                        </a:lnTo>
                        <a:lnTo>
                          <a:pt x="708" y="1360"/>
                        </a:lnTo>
                        <a:lnTo>
                          <a:pt x="724" y="1354"/>
                        </a:lnTo>
                        <a:lnTo>
                          <a:pt x="746" y="1350"/>
                        </a:lnTo>
                        <a:lnTo>
                          <a:pt x="746" y="1350"/>
                        </a:lnTo>
                        <a:lnTo>
                          <a:pt x="746" y="1346"/>
                        </a:lnTo>
                        <a:lnTo>
                          <a:pt x="750" y="1344"/>
                        </a:lnTo>
                        <a:lnTo>
                          <a:pt x="758" y="1340"/>
                        </a:lnTo>
                        <a:lnTo>
                          <a:pt x="768" y="1336"/>
                        </a:lnTo>
                        <a:lnTo>
                          <a:pt x="778" y="1332"/>
                        </a:lnTo>
                        <a:lnTo>
                          <a:pt x="778" y="1332"/>
                        </a:lnTo>
                        <a:lnTo>
                          <a:pt x="784" y="1332"/>
                        </a:lnTo>
                        <a:lnTo>
                          <a:pt x="792" y="1328"/>
                        </a:lnTo>
                        <a:lnTo>
                          <a:pt x="806" y="1320"/>
                        </a:lnTo>
                        <a:lnTo>
                          <a:pt x="820" y="1310"/>
                        </a:lnTo>
                        <a:lnTo>
                          <a:pt x="828" y="1308"/>
                        </a:lnTo>
                        <a:lnTo>
                          <a:pt x="836" y="1306"/>
                        </a:lnTo>
                        <a:lnTo>
                          <a:pt x="836" y="1306"/>
                        </a:lnTo>
                        <a:lnTo>
                          <a:pt x="848" y="1300"/>
                        </a:lnTo>
                        <a:lnTo>
                          <a:pt x="862" y="1296"/>
                        </a:lnTo>
                        <a:lnTo>
                          <a:pt x="876" y="1296"/>
                        </a:lnTo>
                        <a:lnTo>
                          <a:pt x="894" y="1296"/>
                        </a:lnTo>
                        <a:lnTo>
                          <a:pt x="894" y="1296"/>
                        </a:lnTo>
                        <a:lnTo>
                          <a:pt x="918" y="1302"/>
                        </a:lnTo>
                        <a:lnTo>
                          <a:pt x="952" y="1306"/>
                        </a:lnTo>
                        <a:lnTo>
                          <a:pt x="970" y="1306"/>
                        </a:lnTo>
                        <a:lnTo>
                          <a:pt x="986" y="1306"/>
                        </a:lnTo>
                        <a:lnTo>
                          <a:pt x="1000" y="1302"/>
                        </a:lnTo>
                        <a:lnTo>
                          <a:pt x="1006" y="1300"/>
                        </a:lnTo>
                        <a:lnTo>
                          <a:pt x="1010" y="1296"/>
                        </a:lnTo>
                        <a:lnTo>
                          <a:pt x="1010" y="1296"/>
                        </a:lnTo>
                        <a:lnTo>
                          <a:pt x="1028" y="1294"/>
                        </a:lnTo>
                        <a:lnTo>
                          <a:pt x="1044" y="1286"/>
                        </a:lnTo>
                        <a:lnTo>
                          <a:pt x="1060" y="1278"/>
                        </a:lnTo>
                        <a:lnTo>
                          <a:pt x="1074" y="1266"/>
                        </a:lnTo>
                        <a:lnTo>
                          <a:pt x="1086" y="1254"/>
                        </a:lnTo>
                        <a:lnTo>
                          <a:pt x="1100" y="1240"/>
                        </a:lnTo>
                        <a:lnTo>
                          <a:pt x="1122" y="1212"/>
                        </a:lnTo>
                        <a:lnTo>
                          <a:pt x="1122" y="1212"/>
                        </a:lnTo>
                        <a:lnTo>
                          <a:pt x="1156" y="1182"/>
                        </a:lnTo>
                        <a:lnTo>
                          <a:pt x="1156" y="1182"/>
                        </a:lnTo>
                        <a:lnTo>
                          <a:pt x="1170" y="1170"/>
                        </a:lnTo>
                        <a:lnTo>
                          <a:pt x="1186" y="1158"/>
                        </a:lnTo>
                        <a:lnTo>
                          <a:pt x="1186" y="1158"/>
                        </a:lnTo>
                        <a:lnTo>
                          <a:pt x="1202" y="1150"/>
                        </a:lnTo>
                        <a:lnTo>
                          <a:pt x="1210" y="1146"/>
                        </a:lnTo>
                        <a:lnTo>
                          <a:pt x="1218" y="1138"/>
                        </a:lnTo>
                        <a:lnTo>
                          <a:pt x="1218" y="1138"/>
                        </a:lnTo>
                        <a:lnTo>
                          <a:pt x="1216" y="1112"/>
                        </a:lnTo>
                        <a:lnTo>
                          <a:pt x="1216" y="1112"/>
                        </a:lnTo>
                        <a:lnTo>
                          <a:pt x="1182" y="1080"/>
                        </a:lnTo>
                        <a:lnTo>
                          <a:pt x="1182" y="1080"/>
                        </a:lnTo>
                        <a:lnTo>
                          <a:pt x="1176" y="1058"/>
                        </a:lnTo>
                        <a:lnTo>
                          <a:pt x="1176" y="1058"/>
                        </a:lnTo>
                        <a:lnTo>
                          <a:pt x="1178" y="1032"/>
                        </a:lnTo>
                        <a:lnTo>
                          <a:pt x="1180" y="1020"/>
                        </a:lnTo>
                        <a:lnTo>
                          <a:pt x="1182" y="1010"/>
                        </a:lnTo>
                        <a:lnTo>
                          <a:pt x="1186" y="1002"/>
                        </a:lnTo>
                        <a:lnTo>
                          <a:pt x="1192" y="994"/>
                        </a:lnTo>
                        <a:lnTo>
                          <a:pt x="1200" y="986"/>
                        </a:lnTo>
                        <a:lnTo>
                          <a:pt x="1212" y="982"/>
                        </a:lnTo>
                        <a:lnTo>
                          <a:pt x="1212" y="982"/>
                        </a:lnTo>
                        <a:lnTo>
                          <a:pt x="1214" y="978"/>
                        </a:lnTo>
                        <a:lnTo>
                          <a:pt x="1216" y="976"/>
                        </a:lnTo>
                        <a:lnTo>
                          <a:pt x="1220" y="978"/>
                        </a:lnTo>
                        <a:lnTo>
                          <a:pt x="1226" y="982"/>
                        </a:lnTo>
                        <a:lnTo>
                          <a:pt x="1260" y="1006"/>
                        </a:lnTo>
                        <a:lnTo>
                          <a:pt x="1260" y="1006"/>
                        </a:lnTo>
                        <a:lnTo>
                          <a:pt x="1286" y="1014"/>
                        </a:lnTo>
                        <a:lnTo>
                          <a:pt x="1286" y="1014"/>
                        </a:lnTo>
                        <a:lnTo>
                          <a:pt x="1314" y="1014"/>
                        </a:lnTo>
                        <a:lnTo>
                          <a:pt x="1314" y="1014"/>
                        </a:lnTo>
                        <a:lnTo>
                          <a:pt x="1326" y="1010"/>
                        </a:lnTo>
                        <a:lnTo>
                          <a:pt x="1336" y="1002"/>
                        </a:lnTo>
                        <a:lnTo>
                          <a:pt x="1348" y="992"/>
                        </a:lnTo>
                        <a:lnTo>
                          <a:pt x="1358" y="980"/>
                        </a:lnTo>
                        <a:lnTo>
                          <a:pt x="1380" y="956"/>
                        </a:lnTo>
                        <a:lnTo>
                          <a:pt x="1398" y="932"/>
                        </a:lnTo>
                        <a:lnTo>
                          <a:pt x="1398" y="932"/>
                        </a:lnTo>
                        <a:lnTo>
                          <a:pt x="1404" y="928"/>
                        </a:lnTo>
                        <a:lnTo>
                          <a:pt x="1410" y="924"/>
                        </a:lnTo>
                        <a:lnTo>
                          <a:pt x="1416" y="924"/>
                        </a:lnTo>
                        <a:lnTo>
                          <a:pt x="1424" y="922"/>
                        </a:lnTo>
                        <a:lnTo>
                          <a:pt x="1438" y="924"/>
                        </a:lnTo>
                        <a:lnTo>
                          <a:pt x="1454" y="926"/>
                        </a:lnTo>
                        <a:lnTo>
                          <a:pt x="1454" y="926"/>
                        </a:lnTo>
                        <a:lnTo>
                          <a:pt x="1464" y="918"/>
                        </a:lnTo>
                        <a:lnTo>
                          <a:pt x="1472" y="914"/>
                        </a:lnTo>
                        <a:lnTo>
                          <a:pt x="1492" y="906"/>
                        </a:lnTo>
                        <a:lnTo>
                          <a:pt x="1492" y="906"/>
                        </a:lnTo>
                        <a:lnTo>
                          <a:pt x="1518" y="882"/>
                        </a:lnTo>
                        <a:lnTo>
                          <a:pt x="1518" y="882"/>
                        </a:lnTo>
                        <a:lnTo>
                          <a:pt x="1522" y="880"/>
                        </a:lnTo>
                        <a:lnTo>
                          <a:pt x="1524" y="876"/>
                        </a:lnTo>
                        <a:lnTo>
                          <a:pt x="1530" y="866"/>
                        </a:lnTo>
                        <a:lnTo>
                          <a:pt x="1534" y="848"/>
                        </a:lnTo>
                        <a:lnTo>
                          <a:pt x="1534" y="848"/>
                        </a:lnTo>
                        <a:lnTo>
                          <a:pt x="1540" y="832"/>
                        </a:lnTo>
                        <a:lnTo>
                          <a:pt x="1546" y="822"/>
                        </a:lnTo>
                        <a:lnTo>
                          <a:pt x="1554" y="816"/>
                        </a:lnTo>
                        <a:lnTo>
                          <a:pt x="1562" y="812"/>
                        </a:lnTo>
                        <a:lnTo>
                          <a:pt x="1580" y="806"/>
                        </a:lnTo>
                        <a:lnTo>
                          <a:pt x="1594" y="804"/>
                        </a:lnTo>
                        <a:lnTo>
                          <a:pt x="1610" y="798"/>
                        </a:lnTo>
                        <a:lnTo>
                          <a:pt x="1610" y="798"/>
                        </a:lnTo>
                        <a:lnTo>
                          <a:pt x="1620" y="786"/>
                        </a:lnTo>
                        <a:lnTo>
                          <a:pt x="1632" y="776"/>
                        </a:lnTo>
                        <a:lnTo>
                          <a:pt x="1646" y="768"/>
                        </a:lnTo>
                        <a:lnTo>
                          <a:pt x="1660" y="760"/>
                        </a:lnTo>
                        <a:lnTo>
                          <a:pt x="1660" y="760"/>
                        </a:lnTo>
                        <a:lnTo>
                          <a:pt x="1670" y="754"/>
                        </a:lnTo>
                        <a:lnTo>
                          <a:pt x="1680" y="752"/>
                        </a:lnTo>
                        <a:lnTo>
                          <a:pt x="1696" y="750"/>
                        </a:lnTo>
                        <a:lnTo>
                          <a:pt x="1712" y="750"/>
                        </a:lnTo>
                        <a:lnTo>
                          <a:pt x="1746" y="752"/>
                        </a:lnTo>
                        <a:lnTo>
                          <a:pt x="1776" y="756"/>
                        </a:lnTo>
                        <a:lnTo>
                          <a:pt x="1776" y="756"/>
                        </a:lnTo>
                        <a:lnTo>
                          <a:pt x="1792" y="748"/>
                        </a:lnTo>
                        <a:lnTo>
                          <a:pt x="1792" y="748"/>
                        </a:lnTo>
                        <a:lnTo>
                          <a:pt x="1798" y="740"/>
                        </a:lnTo>
                        <a:lnTo>
                          <a:pt x="1802" y="730"/>
                        </a:lnTo>
                        <a:lnTo>
                          <a:pt x="1804" y="720"/>
                        </a:lnTo>
                        <a:lnTo>
                          <a:pt x="1804" y="712"/>
                        </a:lnTo>
                        <a:lnTo>
                          <a:pt x="1802" y="702"/>
                        </a:lnTo>
                        <a:lnTo>
                          <a:pt x="1798" y="694"/>
                        </a:lnTo>
                        <a:lnTo>
                          <a:pt x="1790" y="680"/>
                        </a:lnTo>
                        <a:lnTo>
                          <a:pt x="1790" y="680"/>
                        </a:lnTo>
                        <a:lnTo>
                          <a:pt x="1764" y="656"/>
                        </a:lnTo>
                        <a:lnTo>
                          <a:pt x="1764" y="656"/>
                        </a:lnTo>
                        <a:lnTo>
                          <a:pt x="1718" y="628"/>
                        </a:lnTo>
                        <a:lnTo>
                          <a:pt x="1718" y="628"/>
                        </a:lnTo>
                        <a:lnTo>
                          <a:pt x="1716" y="622"/>
                        </a:lnTo>
                        <a:lnTo>
                          <a:pt x="1712" y="614"/>
                        </a:lnTo>
                        <a:lnTo>
                          <a:pt x="1702" y="604"/>
                        </a:lnTo>
                        <a:lnTo>
                          <a:pt x="1688" y="590"/>
                        </a:lnTo>
                        <a:lnTo>
                          <a:pt x="1688" y="590"/>
                        </a:lnTo>
                        <a:lnTo>
                          <a:pt x="1656" y="590"/>
                        </a:lnTo>
                        <a:lnTo>
                          <a:pt x="1656" y="590"/>
                        </a:lnTo>
                        <a:lnTo>
                          <a:pt x="1640" y="608"/>
                        </a:lnTo>
                        <a:lnTo>
                          <a:pt x="1640" y="608"/>
                        </a:lnTo>
                        <a:lnTo>
                          <a:pt x="1610" y="608"/>
                        </a:lnTo>
                        <a:lnTo>
                          <a:pt x="1610" y="608"/>
                        </a:lnTo>
                        <a:lnTo>
                          <a:pt x="1604" y="644"/>
                        </a:lnTo>
                        <a:lnTo>
                          <a:pt x="1604" y="644"/>
                        </a:lnTo>
                        <a:lnTo>
                          <a:pt x="1596" y="646"/>
                        </a:lnTo>
                        <a:lnTo>
                          <a:pt x="1586" y="646"/>
                        </a:lnTo>
                        <a:lnTo>
                          <a:pt x="1578" y="644"/>
                        </a:lnTo>
                        <a:lnTo>
                          <a:pt x="1570" y="642"/>
                        </a:lnTo>
                        <a:lnTo>
                          <a:pt x="1554" y="634"/>
                        </a:lnTo>
                        <a:lnTo>
                          <a:pt x="1544" y="630"/>
                        </a:lnTo>
                        <a:lnTo>
                          <a:pt x="1544" y="630"/>
                        </a:lnTo>
                        <a:lnTo>
                          <a:pt x="1516" y="630"/>
                        </a:lnTo>
                        <a:lnTo>
                          <a:pt x="1516" y="630"/>
                        </a:lnTo>
                        <a:lnTo>
                          <a:pt x="1504" y="634"/>
                        </a:lnTo>
                        <a:lnTo>
                          <a:pt x="1494" y="640"/>
                        </a:lnTo>
                        <a:lnTo>
                          <a:pt x="1476" y="654"/>
                        </a:lnTo>
                        <a:lnTo>
                          <a:pt x="1476" y="654"/>
                        </a:lnTo>
                        <a:lnTo>
                          <a:pt x="1466" y="654"/>
                        </a:lnTo>
                        <a:lnTo>
                          <a:pt x="1456" y="650"/>
                        </a:lnTo>
                        <a:lnTo>
                          <a:pt x="1450" y="646"/>
                        </a:lnTo>
                        <a:lnTo>
                          <a:pt x="1446" y="640"/>
                        </a:lnTo>
                        <a:lnTo>
                          <a:pt x="1442" y="634"/>
                        </a:lnTo>
                        <a:lnTo>
                          <a:pt x="1440" y="628"/>
                        </a:lnTo>
                        <a:lnTo>
                          <a:pt x="1440" y="616"/>
                        </a:lnTo>
                        <a:lnTo>
                          <a:pt x="1440" y="616"/>
                        </a:lnTo>
                        <a:lnTo>
                          <a:pt x="1470" y="588"/>
                        </a:lnTo>
                        <a:lnTo>
                          <a:pt x="1470" y="588"/>
                        </a:lnTo>
                        <a:lnTo>
                          <a:pt x="1468" y="556"/>
                        </a:lnTo>
                        <a:lnTo>
                          <a:pt x="1470" y="544"/>
                        </a:lnTo>
                        <a:lnTo>
                          <a:pt x="1470" y="532"/>
                        </a:lnTo>
                        <a:lnTo>
                          <a:pt x="1470" y="532"/>
                        </a:lnTo>
                        <a:lnTo>
                          <a:pt x="1480" y="512"/>
                        </a:lnTo>
                        <a:lnTo>
                          <a:pt x="1488" y="494"/>
                        </a:lnTo>
                        <a:lnTo>
                          <a:pt x="1488" y="494"/>
                        </a:lnTo>
                        <a:lnTo>
                          <a:pt x="1488" y="472"/>
                        </a:lnTo>
                        <a:lnTo>
                          <a:pt x="1490" y="456"/>
                        </a:lnTo>
                        <a:lnTo>
                          <a:pt x="1494" y="440"/>
                        </a:lnTo>
                        <a:lnTo>
                          <a:pt x="1502" y="426"/>
                        </a:lnTo>
                        <a:lnTo>
                          <a:pt x="1502" y="426"/>
                        </a:lnTo>
                        <a:lnTo>
                          <a:pt x="1522" y="426"/>
                        </a:lnTo>
                        <a:lnTo>
                          <a:pt x="1522" y="426"/>
                        </a:lnTo>
                        <a:lnTo>
                          <a:pt x="1546" y="430"/>
                        </a:lnTo>
                        <a:lnTo>
                          <a:pt x="1574" y="432"/>
                        </a:lnTo>
                        <a:lnTo>
                          <a:pt x="1588" y="430"/>
                        </a:lnTo>
                        <a:lnTo>
                          <a:pt x="1602" y="428"/>
                        </a:lnTo>
                        <a:lnTo>
                          <a:pt x="1616" y="424"/>
                        </a:lnTo>
                        <a:lnTo>
                          <a:pt x="1628" y="416"/>
                        </a:lnTo>
                        <a:lnTo>
                          <a:pt x="1628" y="416"/>
                        </a:lnTo>
                        <a:lnTo>
                          <a:pt x="1642" y="404"/>
                        </a:lnTo>
                        <a:lnTo>
                          <a:pt x="1658" y="390"/>
                        </a:lnTo>
                        <a:lnTo>
                          <a:pt x="1672" y="376"/>
                        </a:lnTo>
                        <a:lnTo>
                          <a:pt x="1684" y="362"/>
                        </a:lnTo>
                        <a:lnTo>
                          <a:pt x="1684" y="362"/>
                        </a:lnTo>
                        <a:lnTo>
                          <a:pt x="1684" y="332"/>
                        </a:lnTo>
                        <a:lnTo>
                          <a:pt x="1686" y="296"/>
                        </a:lnTo>
                        <a:lnTo>
                          <a:pt x="1688" y="278"/>
                        </a:lnTo>
                        <a:lnTo>
                          <a:pt x="1692" y="262"/>
                        </a:lnTo>
                        <a:lnTo>
                          <a:pt x="1698" y="250"/>
                        </a:lnTo>
                        <a:lnTo>
                          <a:pt x="1702" y="246"/>
                        </a:lnTo>
                        <a:lnTo>
                          <a:pt x="1708" y="242"/>
                        </a:lnTo>
                        <a:lnTo>
                          <a:pt x="1708" y="242"/>
                        </a:lnTo>
                        <a:lnTo>
                          <a:pt x="1714" y="232"/>
                        </a:lnTo>
                        <a:lnTo>
                          <a:pt x="1720" y="220"/>
                        </a:lnTo>
                        <a:lnTo>
                          <a:pt x="1724" y="198"/>
                        </a:lnTo>
                        <a:lnTo>
                          <a:pt x="1730" y="176"/>
                        </a:lnTo>
                        <a:lnTo>
                          <a:pt x="1736" y="166"/>
                        </a:lnTo>
                        <a:lnTo>
                          <a:pt x="1742" y="158"/>
                        </a:lnTo>
                        <a:lnTo>
                          <a:pt x="1742" y="158"/>
                        </a:lnTo>
                        <a:lnTo>
                          <a:pt x="1742" y="116"/>
                        </a:lnTo>
                        <a:lnTo>
                          <a:pt x="1742" y="116"/>
                        </a:lnTo>
                        <a:lnTo>
                          <a:pt x="1738" y="108"/>
                        </a:lnTo>
                        <a:lnTo>
                          <a:pt x="1738" y="108"/>
                        </a:lnTo>
                        <a:lnTo>
                          <a:pt x="1716" y="82"/>
                        </a:lnTo>
                        <a:lnTo>
                          <a:pt x="1716" y="82"/>
                        </a:lnTo>
                        <a:lnTo>
                          <a:pt x="1696" y="72"/>
                        </a:lnTo>
                        <a:lnTo>
                          <a:pt x="1696" y="72"/>
                        </a:lnTo>
                        <a:lnTo>
                          <a:pt x="1696" y="62"/>
                        </a:lnTo>
                        <a:lnTo>
                          <a:pt x="1698" y="54"/>
                        </a:lnTo>
                        <a:lnTo>
                          <a:pt x="1702" y="46"/>
                        </a:lnTo>
                        <a:lnTo>
                          <a:pt x="1706" y="40"/>
                        </a:lnTo>
                        <a:lnTo>
                          <a:pt x="1712" y="34"/>
                        </a:lnTo>
                        <a:lnTo>
                          <a:pt x="1720" y="28"/>
                        </a:lnTo>
                        <a:lnTo>
                          <a:pt x="1736" y="20"/>
                        </a:lnTo>
                        <a:lnTo>
                          <a:pt x="1736" y="20"/>
                        </a:lnTo>
                        <a:lnTo>
                          <a:pt x="1744" y="20"/>
                        </a:lnTo>
                        <a:lnTo>
                          <a:pt x="1750" y="16"/>
                        </a:lnTo>
                        <a:lnTo>
                          <a:pt x="1764" y="10"/>
                        </a:lnTo>
                        <a:lnTo>
                          <a:pt x="1778" y="4"/>
                        </a:lnTo>
                        <a:lnTo>
                          <a:pt x="1784" y="2"/>
                        </a:lnTo>
                        <a:lnTo>
                          <a:pt x="1794" y="0"/>
                        </a:lnTo>
                        <a:lnTo>
                          <a:pt x="1794" y="0"/>
                        </a:lnTo>
                        <a:lnTo>
                          <a:pt x="1794" y="6"/>
                        </a:lnTo>
                        <a:lnTo>
                          <a:pt x="1796" y="8"/>
                        </a:lnTo>
                        <a:lnTo>
                          <a:pt x="1804" y="16"/>
                        </a:lnTo>
                        <a:lnTo>
                          <a:pt x="1804" y="16"/>
                        </a:lnTo>
                        <a:lnTo>
                          <a:pt x="1800" y="42"/>
                        </a:lnTo>
                        <a:lnTo>
                          <a:pt x="1800" y="42"/>
                        </a:lnTo>
                        <a:lnTo>
                          <a:pt x="1792" y="52"/>
                        </a:lnTo>
                        <a:lnTo>
                          <a:pt x="1786" y="58"/>
                        </a:lnTo>
                        <a:lnTo>
                          <a:pt x="1782" y="66"/>
                        </a:lnTo>
                        <a:lnTo>
                          <a:pt x="1780" y="78"/>
                        </a:lnTo>
                        <a:lnTo>
                          <a:pt x="1780" y="78"/>
                        </a:lnTo>
                        <a:lnTo>
                          <a:pt x="1804" y="96"/>
                        </a:lnTo>
                        <a:lnTo>
                          <a:pt x="1804" y="96"/>
                        </a:lnTo>
                        <a:lnTo>
                          <a:pt x="1810" y="104"/>
                        </a:lnTo>
                        <a:lnTo>
                          <a:pt x="1816" y="110"/>
                        </a:lnTo>
                        <a:lnTo>
                          <a:pt x="1826" y="114"/>
                        </a:lnTo>
                        <a:lnTo>
                          <a:pt x="1842" y="116"/>
                        </a:lnTo>
                        <a:lnTo>
                          <a:pt x="1842" y="116"/>
                        </a:lnTo>
                        <a:lnTo>
                          <a:pt x="1848" y="80"/>
                        </a:lnTo>
                        <a:lnTo>
                          <a:pt x="1848" y="80"/>
                        </a:lnTo>
                        <a:lnTo>
                          <a:pt x="1856" y="80"/>
                        </a:lnTo>
                        <a:lnTo>
                          <a:pt x="1866" y="80"/>
                        </a:lnTo>
                        <a:lnTo>
                          <a:pt x="1878" y="84"/>
                        </a:lnTo>
                        <a:lnTo>
                          <a:pt x="1892" y="92"/>
                        </a:lnTo>
                        <a:lnTo>
                          <a:pt x="1892" y="92"/>
                        </a:lnTo>
                        <a:lnTo>
                          <a:pt x="1900" y="104"/>
                        </a:lnTo>
                        <a:lnTo>
                          <a:pt x="1900" y="104"/>
                        </a:lnTo>
                        <a:lnTo>
                          <a:pt x="1904" y="122"/>
                        </a:lnTo>
                        <a:lnTo>
                          <a:pt x="1908" y="140"/>
                        </a:lnTo>
                        <a:lnTo>
                          <a:pt x="1914" y="160"/>
                        </a:lnTo>
                        <a:lnTo>
                          <a:pt x="1920" y="168"/>
                        </a:lnTo>
                        <a:lnTo>
                          <a:pt x="1926" y="178"/>
                        </a:lnTo>
                        <a:lnTo>
                          <a:pt x="1926" y="178"/>
                        </a:lnTo>
                        <a:lnTo>
                          <a:pt x="1938" y="184"/>
                        </a:lnTo>
                        <a:lnTo>
                          <a:pt x="1938" y="184"/>
                        </a:lnTo>
                        <a:lnTo>
                          <a:pt x="1968" y="182"/>
                        </a:lnTo>
                        <a:lnTo>
                          <a:pt x="1968" y="182"/>
                        </a:lnTo>
                        <a:lnTo>
                          <a:pt x="1978" y="178"/>
                        </a:lnTo>
                        <a:lnTo>
                          <a:pt x="1988" y="174"/>
                        </a:lnTo>
                        <a:lnTo>
                          <a:pt x="2010" y="172"/>
                        </a:lnTo>
                        <a:lnTo>
                          <a:pt x="2022" y="168"/>
                        </a:lnTo>
                        <a:lnTo>
                          <a:pt x="2032" y="166"/>
                        </a:lnTo>
                        <a:lnTo>
                          <a:pt x="2042" y="160"/>
                        </a:lnTo>
                        <a:lnTo>
                          <a:pt x="2052" y="152"/>
                        </a:lnTo>
                        <a:lnTo>
                          <a:pt x="2052" y="152"/>
                        </a:lnTo>
                        <a:lnTo>
                          <a:pt x="2060" y="138"/>
                        </a:lnTo>
                        <a:lnTo>
                          <a:pt x="2068" y="128"/>
                        </a:lnTo>
                        <a:lnTo>
                          <a:pt x="2076" y="122"/>
                        </a:lnTo>
                        <a:lnTo>
                          <a:pt x="2084" y="118"/>
                        </a:lnTo>
                        <a:lnTo>
                          <a:pt x="2094" y="120"/>
                        </a:lnTo>
                        <a:lnTo>
                          <a:pt x="2104" y="124"/>
                        </a:lnTo>
                        <a:lnTo>
                          <a:pt x="2114" y="132"/>
                        </a:lnTo>
                        <a:lnTo>
                          <a:pt x="2126" y="146"/>
                        </a:lnTo>
                        <a:lnTo>
                          <a:pt x="2126" y="146"/>
                        </a:lnTo>
                        <a:lnTo>
                          <a:pt x="2146" y="200"/>
                        </a:lnTo>
                        <a:lnTo>
                          <a:pt x="2146" y="200"/>
                        </a:lnTo>
                        <a:lnTo>
                          <a:pt x="2142" y="220"/>
                        </a:lnTo>
                        <a:lnTo>
                          <a:pt x="2136" y="246"/>
                        </a:lnTo>
                        <a:lnTo>
                          <a:pt x="2128" y="274"/>
                        </a:lnTo>
                        <a:lnTo>
                          <a:pt x="2118" y="296"/>
                        </a:lnTo>
                        <a:lnTo>
                          <a:pt x="2118" y="296"/>
                        </a:lnTo>
                        <a:lnTo>
                          <a:pt x="2118" y="320"/>
                        </a:lnTo>
                        <a:lnTo>
                          <a:pt x="2118" y="320"/>
                        </a:lnTo>
                        <a:lnTo>
                          <a:pt x="2142" y="366"/>
                        </a:lnTo>
                        <a:lnTo>
                          <a:pt x="2142" y="366"/>
                        </a:lnTo>
                        <a:lnTo>
                          <a:pt x="2140" y="374"/>
                        </a:lnTo>
                        <a:lnTo>
                          <a:pt x="2138" y="384"/>
                        </a:lnTo>
                        <a:lnTo>
                          <a:pt x="2130" y="406"/>
                        </a:lnTo>
                        <a:lnTo>
                          <a:pt x="2128" y="418"/>
                        </a:lnTo>
                        <a:lnTo>
                          <a:pt x="2130" y="428"/>
                        </a:lnTo>
                        <a:lnTo>
                          <a:pt x="2136" y="440"/>
                        </a:lnTo>
                        <a:lnTo>
                          <a:pt x="2140" y="444"/>
                        </a:lnTo>
                        <a:lnTo>
                          <a:pt x="2148" y="450"/>
                        </a:lnTo>
                        <a:lnTo>
                          <a:pt x="2148" y="450"/>
                        </a:lnTo>
                        <a:lnTo>
                          <a:pt x="2150" y="462"/>
                        </a:lnTo>
                        <a:lnTo>
                          <a:pt x="2150" y="476"/>
                        </a:lnTo>
                        <a:lnTo>
                          <a:pt x="2148" y="510"/>
                        </a:lnTo>
                        <a:lnTo>
                          <a:pt x="2148" y="510"/>
                        </a:lnTo>
                        <a:lnTo>
                          <a:pt x="2126" y="514"/>
                        </a:lnTo>
                        <a:lnTo>
                          <a:pt x="2126" y="514"/>
                        </a:lnTo>
                        <a:lnTo>
                          <a:pt x="2122" y="508"/>
                        </a:lnTo>
                        <a:lnTo>
                          <a:pt x="2118" y="502"/>
                        </a:lnTo>
                        <a:lnTo>
                          <a:pt x="2116" y="492"/>
                        </a:lnTo>
                        <a:lnTo>
                          <a:pt x="2118" y="476"/>
                        </a:lnTo>
                        <a:lnTo>
                          <a:pt x="2118" y="476"/>
                        </a:lnTo>
                        <a:lnTo>
                          <a:pt x="2114" y="466"/>
                        </a:lnTo>
                        <a:lnTo>
                          <a:pt x="2108" y="458"/>
                        </a:lnTo>
                        <a:lnTo>
                          <a:pt x="2108" y="458"/>
                        </a:lnTo>
                        <a:lnTo>
                          <a:pt x="2094" y="460"/>
                        </a:lnTo>
                        <a:lnTo>
                          <a:pt x="2086" y="462"/>
                        </a:lnTo>
                        <a:lnTo>
                          <a:pt x="2084" y="466"/>
                        </a:lnTo>
                        <a:lnTo>
                          <a:pt x="2082" y="470"/>
                        </a:lnTo>
                        <a:lnTo>
                          <a:pt x="2084" y="484"/>
                        </a:lnTo>
                        <a:lnTo>
                          <a:pt x="2082" y="492"/>
                        </a:lnTo>
                        <a:lnTo>
                          <a:pt x="2078" y="500"/>
                        </a:lnTo>
                        <a:lnTo>
                          <a:pt x="2078" y="500"/>
                        </a:lnTo>
                        <a:lnTo>
                          <a:pt x="2064" y="514"/>
                        </a:lnTo>
                        <a:lnTo>
                          <a:pt x="2054" y="528"/>
                        </a:lnTo>
                        <a:lnTo>
                          <a:pt x="2046" y="544"/>
                        </a:lnTo>
                        <a:lnTo>
                          <a:pt x="2042" y="564"/>
                        </a:lnTo>
                        <a:lnTo>
                          <a:pt x="2042" y="564"/>
                        </a:lnTo>
                        <a:lnTo>
                          <a:pt x="2034" y="576"/>
                        </a:lnTo>
                        <a:lnTo>
                          <a:pt x="2024" y="586"/>
                        </a:lnTo>
                        <a:lnTo>
                          <a:pt x="2012" y="598"/>
                        </a:lnTo>
                        <a:lnTo>
                          <a:pt x="2002" y="606"/>
                        </a:lnTo>
                        <a:lnTo>
                          <a:pt x="2002" y="606"/>
                        </a:lnTo>
                        <a:lnTo>
                          <a:pt x="2000" y="642"/>
                        </a:lnTo>
                        <a:lnTo>
                          <a:pt x="2000" y="642"/>
                        </a:lnTo>
                        <a:lnTo>
                          <a:pt x="2008" y="654"/>
                        </a:lnTo>
                        <a:lnTo>
                          <a:pt x="2020" y="674"/>
                        </a:lnTo>
                        <a:lnTo>
                          <a:pt x="2020" y="674"/>
                        </a:lnTo>
                        <a:lnTo>
                          <a:pt x="2054" y="694"/>
                        </a:lnTo>
                        <a:lnTo>
                          <a:pt x="2054" y="694"/>
                        </a:lnTo>
                        <a:lnTo>
                          <a:pt x="2078" y="692"/>
                        </a:lnTo>
                        <a:lnTo>
                          <a:pt x="2078" y="692"/>
                        </a:lnTo>
                        <a:lnTo>
                          <a:pt x="2094" y="668"/>
                        </a:lnTo>
                        <a:lnTo>
                          <a:pt x="2094" y="668"/>
                        </a:lnTo>
                        <a:lnTo>
                          <a:pt x="2100" y="680"/>
                        </a:lnTo>
                        <a:lnTo>
                          <a:pt x="2104" y="690"/>
                        </a:lnTo>
                        <a:lnTo>
                          <a:pt x="2106" y="702"/>
                        </a:lnTo>
                        <a:lnTo>
                          <a:pt x="2106" y="702"/>
                        </a:lnTo>
                        <a:lnTo>
                          <a:pt x="2086" y="708"/>
                        </a:lnTo>
                        <a:lnTo>
                          <a:pt x="2068" y="716"/>
                        </a:lnTo>
                        <a:lnTo>
                          <a:pt x="2068" y="716"/>
                        </a:lnTo>
                        <a:lnTo>
                          <a:pt x="2068" y="724"/>
                        </a:lnTo>
                        <a:lnTo>
                          <a:pt x="2070" y="732"/>
                        </a:lnTo>
                        <a:lnTo>
                          <a:pt x="2070" y="738"/>
                        </a:lnTo>
                        <a:lnTo>
                          <a:pt x="2074" y="742"/>
                        </a:lnTo>
                        <a:lnTo>
                          <a:pt x="2078" y="748"/>
                        </a:lnTo>
                        <a:lnTo>
                          <a:pt x="2084" y="750"/>
                        </a:lnTo>
                        <a:lnTo>
                          <a:pt x="2084" y="750"/>
                        </a:lnTo>
                        <a:lnTo>
                          <a:pt x="2064" y="778"/>
                        </a:lnTo>
                        <a:lnTo>
                          <a:pt x="2052" y="790"/>
                        </a:lnTo>
                        <a:lnTo>
                          <a:pt x="2040" y="800"/>
                        </a:lnTo>
                        <a:lnTo>
                          <a:pt x="2040" y="800"/>
                        </a:lnTo>
                        <a:lnTo>
                          <a:pt x="2026" y="796"/>
                        </a:lnTo>
                        <a:lnTo>
                          <a:pt x="2026" y="796"/>
                        </a:lnTo>
                        <a:lnTo>
                          <a:pt x="1986" y="770"/>
                        </a:lnTo>
                        <a:lnTo>
                          <a:pt x="1986" y="770"/>
                        </a:lnTo>
                        <a:lnTo>
                          <a:pt x="1968" y="770"/>
                        </a:lnTo>
                        <a:lnTo>
                          <a:pt x="1968" y="770"/>
                        </a:lnTo>
                        <a:lnTo>
                          <a:pt x="1960" y="780"/>
                        </a:lnTo>
                        <a:lnTo>
                          <a:pt x="1958" y="786"/>
                        </a:lnTo>
                        <a:lnTo>
                          <a:pt x="1956" y="792"/>
                        </a:lnTo>
                        <a:lnTo>
                          <a:pt x="1956" y="792"/>
                        </a:lnTo>
                        <a:lnTo>
                          <a:pt x="1958" y="818"/>
                        </a:lnTo>
                        <a:lnTo>
                          <a:pt x="1958" y="818"/>
                        </a:lnTo>
                        <a:lnTo>
                          <a:pt x="1962" y="824"/>
                        </a:lnTo>
                        <a:lnTo>
                          <a:pt x="1968" y="828"/>
                        </a:lnTo>
                        <a:lnTo>
                          <a:pt x="1982" y="838"/>
                        </a:lnTo>
                        <a:lnTo>
                          <a:pt x="2000" y="852"/>
                        </a:lnTo>
                        <a:lnTo>
                          <a:pt x="2008" y="860"/>
                        </a:lnTo>
                        <a:lnTo>
                          <a:pt x="2016" y="870"/>
                        </a:lnTo>
                        <a:lnTo>
                          <a:pt x="2016" y="870"/>
                        </a:lnTo>
                        <a:lnTo>
                          <a:pt x="2016" y="908"/>
                        </a:lnTo>
                        <a:lnTo>
                          <a:pt x="2016" y="908"/>
                        </a:lnTo>
                        <a:lnTo>
                          <a:pt x="2024" y="920"/>
                        </a:lnTo>
                        <a:lnTo>
                          <a:pt x="2032" y="938"/>
                        </a:lnTo>
                        <a:lnTo>
                          <a:pt x="2046" y="976"/>
                        </a:lnTo>
                        <a:lnTo>
                          <a:pt x="2046" y="976"/>
                        </a:lnTo>
                        <a:lnTo>
                          <a:pt x="2054" y="986"/>
                        </a:lnTo>
                        <a:lnTo>
                          <a:pt x="2054" y="986"/>
                        </a:lnTo>
                        <a:lnTo>
                          <a:pt x="2070" y="986"/>
                        </a:lnTo>
                        <a:lnTo>
                          <a:pt x="2070" y="986"/>
                        </a:lnTo>
                        <a:lnTo>
                          <a:pt x="2084" y="958"/>
                        </a:lnTo>
                        <a:lnTo>
                          <a:pt x="2084" y="958"/>
                        </a:lnTo>
                        <a:lnTo>
                          <a:pt x="2110" y="940"/>
                        </a:lnTo>
                        <a:lnTo>
                          <a:pt x="2110" y="940"/>
                        </a:lnTo>
                        <a:lnTo>
                          <a:pt x="2124" y="962"/>
                        </a:lnTo>
                        <a:lnTo>
                          <a:pt x="2134" y="976"/>
                        </a:lnTo>
                        <a:lnTo>
                          <a:pt x="2142" y="994"/>
                        </a:lnTo>
                        <a:lnTo>
                          <a:pt x="2142" y="994"/>
                        </a:lnTo>
                        <a:lnTo>
                          <a:pt x="2144" y="1010"/>
                        </a:lnTo>
                        <a:lnTo>
                          <a:pt x="2150" y="1026"/>
                        </a:lnTo>
                        <a:lnTo>
                          <a:pt x="2154" y="1034"/>
                        </a:lnTo>
                        <a:lnTo>
                          <a:pt x="2160" y="1040"/>
                        </a:lnTo>
                        <a:lnTo>
                          <a:pt x="2168" y="1048"/>
                        </a:lnTo>
                        <a:lnTo>
                          <a:pt x="2178" y="1054"/>
                        </a:lnTo>
                        <a:lnTo>
                          <a:pt x="2178" y="1054"/>
                        </a:lnTo>
                        <a:lnTo>
                          <a:pt x="2182" y="1062"/>
                        </a:lnTo>
                        <a:lnTo>
                          <a:pt x="2182" y="1062"/>
                        </a:lnTo>
                        <a:lnTo>
                          <a:pt x="2180" y="1074"/>
                        </a:lnTo>
                        <a:lnTo>
                          <a:pt x="2180" y="1088"/>
                        </a:lnTo>
                        <a:lnTo>
                          <a:pt x="2180" y="1120"/>
                        </a:lnTo>
                        <a:lnTo>
                          <a:pt x="2180" y="1120"/>
                        </a:lnTo>
                        <a:lnTo>
                          <a:pt x="2168" y="1132"/>
                        </a:lnTo>
                        <a:lnTo>
                          <a:pt x="2168" y="1132"/>
                        </a:lnTo>
                        <a:lnTo>
                          <a:pt x="2156" y="1130"/>
                        </a:lnTo>
                        <a:lnTo>
                          <a:pt x="2150" y="1126"/>
                        </a:lnTo>
                        <a:lnTo>
                          <a:pt x="2138" y="1120"/>
                        </a:lnTo>
                        <a:lnTo>
                          <a:pt x="2138" y="1120"/>
                        </a:lnTo>
                        <a:lnTo>
                          <a:pt x="2108" y="1122"/>
                        </a:lnTo>
                        <a:lnTo>
                          <a:pt x="2096" y="1124"/>
                        </a:lnTo>
                        <a:lnTo>
                          <a:pt x="2088" y="1128"/>
                        </a:lnTo>
                        <a:lnTo>
                          <a:pt x="2080" y="1134"/>
                        </a:lnTo>
                        <a:lnTo>
                          <a:pt x="2074" y="1140"/>
                        </a:lnTo>
                        <a:lnTo>
                          <a:pt x="2062" y="1162"/>
                        </a:lnTo>
                        <a:lnTo>
                          <a:pt x="2062" y="1162"/>
                        </a:lnTo>
                        <a:lnTo>
                          <a:pt x="2058" y="1166"/>
                        </a:lnTo>
                        <a:lnTo>
                          <a:pt x="2054" y="1170"/>
                        </a:lnTo>
                        <a:lnTo>
                          <a:pt x="2054" y="1170"/>
                        </a:lnTo>
                        <a:lnTo>
                          <a:pt x="2052" y="1176"/>
                        </a:lnTo>
                        <a:lnTo>
                          <a:pt x="2046" y="1182"/>
                        </a:lnTo>
                        <a:lnTo>
                          <a:pt x="2028" y="1196"/>
                        </a:lnTo>
                        <a:lnTo>
                          <a:pt x="1994" y="1218"/>
                        </a:lnTo>
                        <a:lnTo>
                          <a:pt x="1994" y="1218"/>
                        </a:lnTo>
                        <a:lnTo>
                          <a:pt x="1988" y="1228"/>
                        </a:lnTo>
                        <a:lnTo>
                          <a:pt x="1974" y="1238"/>
                        </a:lnTo>
                        <a:lnTo>
                          <a:pt x="1948" y="1256"/>
                        </a:lnTo>
                        <a:lnTo>
                          <a:pt x="1948" y="1256"/>
                        </a:lnTo>
                        <a:lnTo>
                          <a:pt x="1938" y="1268"/>
                        </a:lnTo>
                        <a:lnTo>
                          <a:pt x="1938" y="1268"/>
                        </a:lnTo>
                        <a:lnTo>
                          <a:pt x="1920" y="1272"/>
                        </a:lnTo>
                        <a:lnTo>
                          <a:pt x="1920" y="1272"/>
                        </a:lnTo>
                        <a:lnTo>
                          <a:pt x="1902" y="1254"/>
                        </a:lnTo>
                        <a:lnTo>
                          <a:pt x="1902" y="1254"/>
                        </a:lnTo>
                        <a:lnTo>
                          <a:pt x="1894" y="1236"/>
                        </a:lnTo>
                        <a:lnTo>
                          <a:pt x="1890" y="1230"/>
                        </a:lnTo>
                        <a:lnTo>
                          <a:pt x="1884" y="1226"/>
                        </a:lnTo>
                        <a:lnTo>
                          <a:pt x="1880" y="1222"/>
                        </a:lnTo>
                        <a:lnTo>
                          <a:pt x="1874" y="1222"/>
                        </a:lnTo>
                        <a:lnTo>
                          <a:pt x="1860" y="1220"/>
                        </a:lnTo>
                        <a:lnTo>
                          <a:pt x="1860" y="1220"/>
                        </a:lnTo>
                        <a:lnTo>
                          <a:pt x="1856" y="1228"/>
                        </a:lnTo>
                        <a:lnTo>
                          <a:pt x="1854" y="1238"/>
                        </a:lnTo>
                        <a:lnTo>
                          <a:pt x="1852" y="1248"/>
                        </a:lnTo>
                        <a:lnTo>
                          <a:pt x="1850" y="1260"/>
                        </a:lnTo>
                        <a:lnTo>
                          <a:pt x="1852" y="1270"/>
                        </a:lnTo>
                        <a:lnTo>
                          <a:pt x="1854" y="1282"/>
                        </a:lnTo>
                        <a:lnTo>
                          <a:pt x="1860" y="1292"/>
                        </a:lnTo>
                        <a:lnTo>
                          <a:pt x="1868" y="1302"/>
                        </a:lnTo>
                        <a:lnTo>
                          <a:pt x="1868" y="1302"/>
                        </a:lnTo>
                        <a:lnTo>
                          <a:pt x="1872" y="1344"/>
                        </a:lnTo>
                        <a:lnTo>
                          <a:pt x="1872" y="1344"/>
                        </a:lnTo>
                        <a:lnTo>
                          <a:pt x="1846" y="1346"/>
                        </a:lnTo>
                        <a:lnTo>
                          <a:pt x="1824" y="1348"/>
                        </a:lnTo>
                        <a:lnTo>
                          <a:pt x="1812" y="1346"/>
                        </a:lnTo>
                        <a:lnTo>
                          <a:pt x="1802" y="1344"/>
                        </a:lnTo>
                        <a:lnTo>
                          <a:pt x="1794" y="1342"/>
                        </a:lnTo>
                        <a:lnTo>
                          <a:pt x="1786" y="1338"/>
                        </a:lnTo>
                        <a:lnTo>
                          <a:pt x="1786" y="1338"/>
                        </a:lnTo>
                        <a:lnTo>
                          <a:pt x="1782" y="1316"/>
                        </a:lnTo>
                        <a:lnTo>
                          <a:pt x="1776" y="1302"/>
                        </a:lnTo>
                        <a:lnTo>
                          <a:pt x="1768" y="1292"/>
                        </a:lnTo>
                        <a:lnTo>
                          <a:pt x="1758" y="1280"/>
                        </a:lnTo>
                        <a:lnTo>
                          <a:pt x="1758" y="1280"/>
                        </a:lnTo>
                        <a:lnTo>
                          <a:pt x="1732" y="1222"/>
                        </a:lnTo>
                        <a:lnTo>
                          <a:pt x="1732" y="1222"/>
                        </a:lnTo>
                        <a:lnTo>
                          <a:pt x="1720" y="1210"/>
                        </a:lnTo>
                        <a:lnTo>
                          <a:pt x="1712" y="1206"/>
                        </a:lnTo>
                        <a:lnTo>
                          <a:pt x="1706" y="1206"/>
                        </a:lnTo>
                        <a:lnTo>
                          <a:pt x="1696" y="1206"/>
                        </a:lnTo>
                        <a:lnTo>
                          <a:pt x="1696" y="1206"/>
                        </a:lnTo>
                        <a:lnTo>
                          <a:pt x="1684" y="1216"/>
                        </a:lnTo>
                        <a:lnTo>
                          <a:pt x="1670" y="1226"/>
                        </a:lnTo>
                        <a:lnTo>
                          <a:pt x="1658" y="1234"/>
                        </a:lnTo>
                        <a:lnTo>
                          <a:pt x="1646" y="1244"/>
                        </a:lnTo>
                        <a:lnTo>
                          <a:pt x="1646" y="1244"/>
                        </a:lnTo>
                        <a:lnTo>
                          <a:pt x="1642" y="1256"/>
                        </a:lnTo>
                        <a:lnTo>
                          <a:pt x="1640" y="1270"/>
                        </a:lnTo>
                        <a:lnTo>
                          <a:pt x="1640" y="1288"/>
                        </a:lnTo>
                        <a:lnTo>
                          <a:pt x="1644" y="1306"/>
                        </a:lnTo>
                        <a:lnTo>
                          <a:pt x="1644" y="1306"/>
                        </a:lnTo>
                        <a:lnTo>
                          <a:pt x="1580" y="1312"/>
                        </a:lnTo>
                        <a:lnTo>
                          <a:pt x="1580" y="1312"/>
                        </a:lnTo>
                        <a:lnTo>
                          <a:pt x="1524" y="1346"/>
                        </a:lnTo>
                        <a:lnTo>
                          <a:pt x="1524" y="1346"/>
                        </a:lnTo>
                        <a:lnTo>
                          <a:pt x="1516" y="1362"/>
                        </a:lnTo>
                        <a:lnTo>
                          <a:pt x="1510" y="1368"/>
                        </a:lnTo>
                        <a:lnTo>
                          <a:pt x="1508" y="1370"/>
                        </a:lnTo>
                        <a:lnTo>
                          <a:pt x="1504" y="1370"/>
                        </a:lnTo>
                        <a:lnTo>
                          <a:pt x="1504" y="1370"/>
                        </a:lnTo>
                        <a:lnTo>
                          <a:pt x="1492" y="1362"/>
                        </a:lnTo>
                        <a:lnTo>
                          <a:pt x="1486" y="1356"/>
                        </a:lnTo>
                        <a:lnTo>
                          <a:pt x="1484" y="1348"/>
                        </a:lnTo>
                        <a:lnTo>
                          <a:pt x="1482" y="1342"/>
                        </a:lnTo>
                        <a:lnTo>
                          <a:pt x="1482" y="1342"/>
                        </a:lnTo>
                        <a:lnTo>
                          <a:pt x="1494" y="1334"/>
                        </a:lnTo>
                        <a:lnTo>
                          <a:pt x="1494" y="1334"/>
                        </a:lnTo>
                        <a:lnTo>
                          <a:pt x="1492" y="1322"/>
                        </a:lnTo>
                        <a:lnTo>
                          <a:pt x="1490" y="1312"/>
                        </a:lnTo>
                        <a:lnTo>
                          <a:pt x="1486" y="1304"/>
                        </a:lnTo>
                        <a:lnTo>
                          <a:pt x="1480" y="1298"/>
                        </a:lnTo>
                        <a:lnTo>
                          <a:pt x="1474" y="1292"/>
                        </a:lnTo>
                        <a:lnTo>
                          <a:pt x="1466" y="1288"/>
                        </a:lnTo>
                        <a:lnTo>
                          <a:pt x="1458" y="1286"/>
                        </a:lnTo>
                        <a:lnTo>
                          <a:pt x="1450" y="1286"/>
                        </a:lnTo>
                        <a:lnTo>
                          <a:pt x="1450" y="1286"/>
                        </a:lnTo>
                        <a:lnTo>
                          <a:pt x="1440" y="1290"/>
                        </a:lnTo>
                        <a:lnTo>
                          <a:pt x="1434" y="1296"/>
                        </a:lnTo>
                        <a:lnTo>
                          <a:pt x="1428" y="1302"/>
                        </a:lnTo>
                        <a:lnTo>
                          <a:pt x="1424" y="1310"/>
                        </a:lnTo>
                        <a:lnTo>
                          <a:pt x="1424" y="1318"/>
                        </a:lnTo>
                        <a:lnTo>
                          <a:pt x="1424" y="1328"/>
                        </a:lnTo>
                        <a:lnTo>
                          <a:pt x="1428" y="1352"/>
                        </a:lnTo>
                        <a:lnTo>
                          <a:pt x="1428" y="1352"/>
                        </a:lnTo>
                        <a:lnTo>
                          <a:pt x="1408" y="1356"/>
                        </a:lnTo>
                        <a:lnTo>
                          <a:pt x="1408" y="1356"/>
                        </a:lnTo>
                        <a:lnTo>
                          <a:pt x="1404" y="1362"/>
                        </a:lnTo>
                        <a:lnTo>
                          <a:pt x="1402" y="1370"/>
                        </a:lnTo>
                        <a:lnTo>
                          <a:pt x="1402" y="1370"/>
                        </a:lnTo>
                        <a:lnTo>
                          <a:pt x="1392" y="1374"/>
                        </a:lnTo>
                        <a:lnTo>
                          <a:pt x="1392" y="1374"/>
                        </a:lnTo>
                        <a:lnTo>
                          <a:pt x="1392" y="1430"/>
                        </a:lnTo>
                        <a:lnTo>
                          <a:pt x="1392" y="1430"/>
                        </a:lnTo>
                        <a:lnTo>
                          <a:pt x="1412" y="1454"/>
                        </a:lnTo>
                        <a:lnTo>
                          <a:pt x="1412" y="1454"/>
                        </a:lnTo>
                        <a:lnTo>
                          <a:pt x="1412" y="1472"/>
                        </a:lnTo>
                        <a:lnTo>
                          <a:pt x="1412" y="1472"/>
                        </a:lnTo>
                        <a:lnTo>
                          <a:pt x="1402" y="1490"/>
                        </a:lnTo>
                        <a:lnTo>
                          <a:pt x="1402" y="1490"/>
                        </a:lnTo>
                        <a:lnTo>
                          <a:pt x="1380" y="1504"/>
                        </a:lnTo>
                        <a:lnTo>
                          <a:pt x="1356" y="1510"/>
                        </a:lnTo>
                        <a:lnTo>
                          <a:pt x="1336" y="1514"/>
                        </a:lnTo>
                        <a:lnTo>
                          <a:pt x="1314" y="1514"/>
                        </a:lnTo>
                        <a:lnTo>
                          <a:pt x="1314" y="1514"/>
                        </a:lnTo>
                        <a:lnTo>
                          <a:pt x="1298" y="1516"/>
                        </a:lnTo>
                        <a:lnTo>
                          <a:pt x="1288" y="1520"/>
                        </a:lnTo>
                        <a:lnTo>
                          <a:pt x="1280" y="1526"/>
                        </a:lnTo>
                        <a:lnTo>
                          <a:pt x="1270" y="1534"/>
                        </a:lnTo>
                        <a:lnTo>
                          <a:pt x="1270" y="1534"/>
                        </a:lnTo>
                        <a:lnTo>
                          <a:pt x="1256" y="1546"/>
                        </a:lnTo>
                        <a:lnTo>
                          <a:pt x="1256" y="1546"/>
                        </a:lnTo>
                        <a:lnTo>
                          <a:pt x="1244" y="1566"/>
                        </a:lnTo>
                        <a:lnTo>
                          <a:pt x="1228" y="1586"/>
                        </a:lnTo>
                        <a:lnTo>
                          <a:pt x="1192" y="1626"/>
                        </a:lnTo>
                        <a:lnTo>
                          <a:pt x="1192" y="1626"/>
                        </a:lnTo>
                        <a:lnTo>
                          <a:pt x="1168" y="1610"/>
                        </a:lnTo>
                        <a:lnTo>
                          <a:pt x="1168" y="1610"/>
                        </a:lnTo>
                        <a:lnTo>
                          <a:pt x="1140" y="1612"/>
                        </a:lnTo>
                        <a:lnTo>
                          <a:pt x="1140" y="1612"/>
                        </a:lnTo>
                        <a:lnTo>
                          <a:pt x="1136" y="1626"/>
                        </a:lnTo>
                        <a:lnTo>
                          <a:pt x="1132" y="1632"/>
                        </a:lnTo>
                        <a:lnTo>
                          <a:pt x="1128" y="1636"/>
                        </a:lnTo>
                        <a:lnTo>
                          <a:pt x="1128" y="1636"/>
                        </a:lnTo>
                        <a:lnTo>
                          <a:pt x="1124" y="1630"/>
                        </a:lnTo>
                        <a:lnTo>
                          <a:pt x="1118" y="1626"/>
                        </a:lnTo>
                        <a:lnTo>
                          <a:pt x="1108" y="1622"/>
                        </a:lnTo>
                        <a:lnTo>
                          <a:pt x="1100" y="1622"/>
                        </a:lnTo>
                        <a:lnTo>
                          <a:pt x="1092" y="1622"/>
                        </a:lnTo>
                        <a:lnTo>
                          <a:pt x="1092" y="1622"/>
                        </a:lnTo>
                        <a:lnTo>
                          <a:pt x="1088" y="1632"/>
                        </a:lnTo>
                        <a:lnTo>
                          <a:pt x="1082" y="1640"/>
                        </a:lnTo>
                        <a:lnTo>
                          <a:pt x="1076" y="1650"/>
                        </a:lnTo>
                        <a:lnTo>
                          <a:pt x="1066" y="1658"/>
                        </a:lnTo>
                        <a:lnTo>
                          <a:pt x="1066" y="1658"/>
                        </a:lnTo>
                        <a:lnTo>
                          <a:pt x="1056" y="1664"/>
                        </a:lnTo>
                        <a:lnTo>
                          <a:pt x="1046" y="1674"/>
                        </a:lnTo>
                        <a:lnTo>
                          <a:pt x="1038" y="1684"/>
                        </a:lnTo>
                        <a:lnTo>
                          <a:pt x="1030" y="1696"/>
                        </a:lnTo>
                        <a:lnTo>
                          <a:pt x="1014" y="1718"/>
                        </a:lnTo>
                        <a:lnTo>
                          <a:pt x="1004" y="1728"/>
                        </a:lnTo>
                        <a:lnTo>
                          <a:pt x="994" y="1736"/>
                        </a:lnTo>
                        <a:lnTo>
                          <a:pt x="994" y="1736"/>
                        </a:lnTo>
                        <a:lnTo>
                          <a:pt x="990" y="1748"/>
                        </a:lnTo>
                        <a:lnTo>
                          <a:pt x="988" y="1760"/>
                        </a:lnTo>
                        <a:lnTo>
                          <a:pt x="988" y="1790"/>
                        </a:lnTo>
                        <a:lnTo>
                          <a:pt x="988" y="1790"/>
                        </a:lnTo>
                        <a:lnTo>
                          <a:pt x="988" y="1798"/>
                        </a:lnTo>
                        <a:lnTo>
                          <a:pt x="988" y="1812"/>
                        </a:lnTo>
                        <a:lnTo>
                          <a:pt x="982" y="1836"/>
                        </a:lnTo>
                        <a:lnTo>
                          <a:pt x="982" y="1836"/>
                        </a:lnTo>
                        <a:lnTo>
                          <a:pt x="976" y="1840"/>
                        </a:lnTo>
                        <a:lnTo>
                          <a:pt x="976" y="1840"/>
                        </a:lnTo>
                        <a:lnTo>
                          <a:pt x="946" y="1838"/>
                        </a:lnTo>
                        <a:lnTo>
                          <a:pt x="920" y="1834"/>
                        </a:lnTo>
                        <a:lnTo>
                          <a:pt x="870" y="1826"/>
                        </a:lnTo>
                        <a:lnTo>
                          <a:pt x="870" y="1826"/>
                        </a:lnTo>
                        <a:lnTo>
                          <a:pt x="838" y="1810"/>
                        </a:lnTo>
                        <a:lnTo>
                          <a:pt x="838" y="1810"/>
                        </a:lnTo>
                        <a:lnTo>
                          <a:pt x="820" y="1790"/>
                        </a:lnTo>
                        <a:lnTo>
                          <a:pt x="820" y="1790"/>
                        </a:lnTo>
                        <a:lnTo>
                          <a:pt x="784" y="1782"/>
                        </a:lnTo>
                        <a:lnTo>
                          <a:pt x="784" y="1782"/>
                        </a:lnTo>
                        <a:lnTo>
                          <a:pt x="784" y="1752"/>
                        </a:lnTo>
                        <a:lnTo>
                          <a:pt x="784" y="1752"/>
                        </a:lnTo>
                        <a:lnTo>
                          <a:pt x="796" y="1734"/>
                        </a:lnTo>
                        <a:lnTo>
                          <a:pt x="808" y="1716"/>
                        </a:lnTo>
                        <a:lnTo>
                          <a:pt x="816" y="1696"/>
                        </a:lnTo>
                        <a:lnTo>
                          <a:pt x="818" y="1686"/>
                        </a:lnTo>
                        <a:lnTo>
                          <a:pt x="818" y="1676"/>
                        </a:lnTo>
                        <a:lnTo>
                          <a:pt x="818" y="1676"/>
                        </a:lnTo>
                        <a:lnTo>
                          <a:pt x="814" y="1666"/>
                        </a:lnTo>
                        <a:lnTo>
                          <a:pt x="810" y="1660"/>
                        </a:lnTo>
                        <a:lnTo>
                          <a:pt x="804" y="1656"/>
                        </a:lnTo>
                        <a:lnTo>
                          <a:pt x="798" y="1652"/>
                        </a:lnTo>
                        <a:lnTo>
                          <a:pt x="784" y="1652"/>
                        </a:lnTo>
                        <a:lnTo>
                          <a:pt x="772" y="1652"/>
                        </a:lnTo>
                        <a:lnTo>
                          <a:pt x="772" y="1652"/>
                        </a:lnTo>
                        <a:lnTo>
                          <a:pt x="764" y="1656"/>
                        </a:lnTo>
                        <a:lnTo>
                          <a:pt x="758" y="1660"/>
                        </a:lnTo>
                        <a:lnTo>
                          <a:pt x="758" y="1660"/>
                        </a:lnTo>
                        <a:lnTo>
                          <a:pt x="740" y="1662"/>
                        </a:lnTo>
                        <a:lnTo>
                          <a:pt x="734" y="1664"/>
                        </a:lnTo>
                        <a:lnTo>
                          <a:pt x="732" y="1668"/>
                        </a:lnTo>
                        <a:lnTo>
                          <a:pt x="732" y="1678"/>
                        </a:lnTo>
                        <a:lnTo>
                          <a:pt x="730" y="1700"/>
                        </a:lnTo>
                        <a:lnTo>
                          <a:pt x="730" y="1700"/>
                        </a:lnTo>
                        <a:lnTo>
                          <a:pt x="722" y="1708"/>
                        </a:lnTo>
                        <a:lnTo>
                          <a:pt x="718" y="1720"/>
                        </a:lnTo>
                        <a:lnTo>
                          <a:pt x="718" y="1720"/>
                        </a:lnTo>
                        <a:lnTo>
                          <a:pt x="698" y="1756"/>
                        </a:lnTo>
                        <a:lnTo>
                          <a:pt x="698" y="1756"/>
                        </a:lnTo>
                        <a:lnTo>
                          <a:pt x="700" y="1796"/>
                        </a:lnTo>
                        <a:lnTo>
                          <a:pt x="700" y="1796"/>
                        </a:lnTo>
                        <a:lnTo>
                          <a:pt x="688" y="1810"/>
                        </a:lnTo>
                        <a:lnTo>
                          <a:pt x="688" y="1810"/>
                        </a:lnTo>
                        <a:lnTo>
                          <a:pt x="672" y="1814"/>
                        </a:lnTo>
                        <a:lnTo>
                          <a:pt x="662" y="1816"/>
                        </a:lnTo>
                        <a:lnTo>
                          <a:pt x="654" y="1822"/>
                        </a:lnTo>
                        <a:lnTo>
                          <a:pt x="644" y="1830"/>
                        </a:lnTo>
                        <a:lnTo>
                          <a:pt x="644" y="1830"/>
                        </a:lnTo>
                        <a:lnTo>
                          <a:pt x="618" y="1836"/>
                        </a:lnTo>
                        <a:lnTo>
                          <a:pt x="590" y="1842"/>
                        </a:lnTo>
                        <a:lnTo>
                          <a:pt x="590" y="1842"/>
                        </a:lnTo>
                        <a:lnTo>
                          <a:pt x="580" y="1850"/>
                        </a:lnTo>
                        <a:lnTo>
                          <a:pt x="572" y="1856"/>
                        </a:lnTo>
                        <a:lnTo>
                          <a:pt x="566" y="1864"/>
                        </a:lnTo>
                        <a:lnTo>
                          <a:pt x="556" y="1868"/>
                        </a:lnTo>
                        <a:lnTo>
                          <a:pt x="556" y="1868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02" name="Freeform 38"/>
                  <p:cNvSpPr/>
                  <p:nvPr/>
                </p:nvSpPr>
                <p:spPr bwMode="auto">
                  <a:xfrm>
                    <a:off x="5026088" y="2788375"/>
                    <a:ext cx="1953050" cy="1662170"/>
                  </a:xfrm>
                  <a:custGeom>
                    <a:avLst/>
                    <a:gdLst>
                      <a:gd name="T0" fmla="*/ 1230 w 1410"/>
                      <a:gd name="T1" fmla="*/ 918 h 1200"/>
                      <a:gd name="T2" fmla="*/ 1196 w 1410"/>
                      <a:gd name="T3" fmla="*/ 976 h 1200"/>
                      <a:gd name="T4" fmla="*/ 1214 w 1410"/>
                      <a:gd name="T5" fmla="*/ 1092 h 1200"/>
                      <a:gd name="T6" fmla="*/ 1172 w 1410"/>
                      <a:gd name="T7" fmla="*/ 1136 h 1200"/>
                      <a:gd name="T8" fmla="*/ 1124 w 1410"/>
                      <a:gd name="T9" fmla="*/ 1194 h 1200"/>
                      <a:gd name="T10" fmla="*/ 1036 w 1410"/>
                      <a:gd name="T11" fmla="*/ 1182 h 1200"/>
                      <a:gd name="T12" fmla="*/ 972 w 1410"/>
                      <a:gd name="T13" fmla="*/ 1096 h 1200"/>
                      <a:gd name="T14" fmla="*/ 908 w 1410"/>
                      <a:gd name="T15" fmla="*/ 1054 h 1200"/>
                      <a:gd name="T16" fmla="*/ 834 w 1410"/>
                      <a:gd name="T17" fmla="*/ 1030 h 1200"/>
                      <a:gd name="T18" fmla="*/ 826 w 1410"/>
                      <a:gd name="T19" fmla="*/ 1080 h 1200"/>
                      <a:gd name="T20" fmla="*/ 788 w 1410"/>
                      <a:gd name="T21" fmla="*/ 1120 h 1200"/>
                      <a:gd name="T22" fmla="*/ 696 w 1410"/>
                      <a:gd name="T23" fmla="*/ 1046 h 1200"/>
                      <a:gd name="T24" fmla="*/ 764 w 1410"/>
                      <a:gd name="T25" fmla="*/ 1022 h 1200"/>
                      <a:gd name="T26" fmla="*/ 812 w 1410"/>
                      <a:gd name="T27" fmla="*/ 1010 h 1200"/>
                      <a:gd name="T28" fmla="*/ 818 w 1410"/>
                      <a:gd name="T29" fmla="*/ 922 h 1200"/>
                      <a:gd name="T30" fmla="*/ 878 w 1410"/>
                      <a:gd name="T31" fmla="*/ 860 h 1200"/>
                      <a:gd name="T32" fmla="*/ 876 w 1410"/>
                      <a:gd name="T33" fmla="*/ 776 h 1200"/>
                      <a:gd name="T34" fmla="*/ 846 w 1410"/>
                      <a:gd name="T35" fmla="*/ 662 h 1200"/>
                      <a:gd name="T36" fmla="*/ 760 w 1410"/>
                      <a:gd name="T37" fmla="*/ 608 h 1200"/>
                      <a:gd name="T38" fmla="*/ 638 w 1410"/>
                      <a:gd name="T39" fmla="*/ 510 h 1200"/>
                      <a:gd name="T40" fmla="*/ 506 w 1410"/>
                      <a:gd name="T41" fmla="*/ 456 h 1200"/>
                      <a:gd name="T42" fmla="*/ 412 w 1410"/>
                      <a:gd name="T43" fmla="*/ 428 h 1200"/>
                      <a:gd name="T44" fmla="*/ 356 w 1410"/>
                      <a:gd name="T45" fmla="*/ 460 h 1200"/>
                      <a:gd name="T46" fmla="*/ 318 w 1410"/>
                      <a:gd name="T47" fmla="*/ 494 h 1200"/>
                      <a:gd name="T48" fmla="*/ 182 w 1410"/>
                      <a:gd name="T49" fmla="*/ 398 h 1200"/>
                      <a:gd name="T50" fmla="*/ 42 w 1410"/>
                      <a:gd name="T51" fmla="*/ 378 h 1200"/>
                      <a:gd name="T52" fmla="*/ 8 w 1410"/>
                      <a:gd name="T53" fmla="*/ 326 h 1200"/>
                      <a:gd name="T54" fmla="*/ 12 w 1410"/>
                      <a:gd name="T55" fmla="*/ 278 h 1200"/>
                      <a:gd name="T56" fmla="*/ 100 w 1410"/>
                      <a:gd name="T57" fmla="*/ 232 h 1200"/>
                      <a:gd name="T58" fmla="*/ 156 w 1410"/>
                      <a:gd name="T59" fmla="*/ 146 h 1200"/>
                      <a:gd name="T60" fmla="*/ 274 w 1410"/>
                      <a:gd name="T61" fmla="*/ 120 h 1200"/>
                      <a:gd name="T62" fmla="*/ 308 w 1410"/>
                      <a:gd name="T63" fmla="*/ 38 h 1200"/>
                      <a:gd name="T64" fmla="*/ 346 w 1410"/>
                      <a:gd name="T65" fmla="*/ 4 h 1200"/>
                      <a:gd name="T66" fmla="*/ 450 w 1410"/>
                      <a:gd name="T67" fmla="*/ 90 h 1200"/>
                      <a:gd name="T68" fmla="*/ 446 w 1410"/>
                      <a:gd name="T69" fmla="*/ 180 h 1200"/>
                      <a:gd name="T70" fmla="*/ 506 w 1410"/>
                      <a:gd name="T71" fmla="*/ 280 h 1200"/>
                      <a:gd name="T72" fmla="*/ 652 w 1410"/>
                      <a:gd name="T73" fmla="*/ 252 h 1200"/>
                      <a:gd name="T74" fmla="*/ 626 w 1410"/>
                      <a:gd name="T75" fmla="*/ 314 h 1200"/>
                      <a:gd name="T76" fmla="*/ 632 w 1410"/>
                      <a:gd name="T77" fmla="*/ 372 h 1200"/>
                      <a:gd name="T78" fmla="*/ 702 w 1410"/>
                      <a:gd name="T79" fmla="*/ 456 h 1200"/>
                      <a:gd name="T80" fmla="*/ 780 w 1410"/>
                      <a:gd name="T81" fmla="*/ 514 h 1200"/>
                      <a:gd name="T82" fmla="*/ 808 w 1410"/>
                      <a:gd name="T83" fmla="*/ 456 h 1200"/>
                      <a:gd name="T84" fmla="*/ 868 w 1410"/>
                      <a:gd name="T85" fmla="*/ 450 h 1200"/>
                      <a:gd name="T86" fmla="*/ 938 w 1410"/>
                      <a:gd name="T87" fmla="*/ 438 h 1200"/>
                      <a:gd name="T88" fmla="*/ 1002 w 1410"/>
                      <a:gd name="T89" fmla="*/ 440 h 1200"/>
                      <a:gd name="T90" fmla="*/ 940 w 1410"/>
                      <a:gd name="T91" fmla="*/ 512 h 1200"/>
                      <a:gd name="T92" fmla="*/ 974 w 1410"/>
                      <a:gd name="T93" fmla="*/ 642 h 1200"/>
                      <a:gd name="T94" fmla="*/ 1024 w 1410"/>
                      <a:gd name="T95" fmla="*/ 652 h 1200"/>
                      <a:gd name="T96" fmla="*/ 1106 w 1410"/>
                      <a:gd name="T97" fmla="*/ 762 h 1200"/>
                      <a:gd name="T98" fmla="*/ 1152 w 1410"/>
                      <a:gd name="T99" fmla="*/ 868 h 1200"/>
                      <a:gd name="T100" fmla="*/ 1230 w 1410"/>
                      <a:gd name="T101" fmla="*/ 850 h 1200"/>
                      <a:gd name="T102" fmla="*/ 1250 w 1410"/>
                      <a:gd name="T103" fmla="*/ 792 h 1200"/>
                      <a:gd name="T104" fmla="*/ 1214 w 1410"/>
                      <a:gd name="T105" fmla="*/ 742 h 1200"/>
                      <a:gd name="T106" fmla="*/ 1258 w 1410"/>
                      <a:gd name="T107" fmla="*/ 678 h 1200"/>
                      <a:gd name="T108" fmla="*/ 1278 w 1410"/>
                      <a:gd name="T109" fmla="*/ 688 h 1200"/>
                      <a:gd name="T110" fmla="*/ 1344 w 1410"/>
                      <a:gd name="T111" fmla="*/ 736 h 1200"/>
                      <a:gd name="T112" fmla="*/ 1404 w 1410"/>
                      <a:gd name="T113" fmla="*/ 860 h 1200"/>
                      <a:gd name="T114" fmla="*/ 1360 w 1410"/>
                      <a:gd name="T115" fmla="*/ 880 h 1200"/>
                      <a:gd name="T116" fmla="*/ 1324 w 1410"/>
                      <a:gd name="T117" fmla="*/ 938 h 1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1410" h="1200">
                        <a:moveTo>
                          <a:pt x="1314" y="940"/>
                        </a:moveTo>
                        <a:lnTo>
                          <a:pt x="1314" y="940"/>
                        </a:lnTo>
                        <a:lnTo>
                          <a:pt x="1302" y="932"/>
                        </a:lnTo>
                        <a:lnTo>
                          <a:pt x="1290" y="926"/>
                        </a:lnTo>
                        <a:lnTo>
                          <a:pt x="1280" y="922"/>
                        </a:lnTo>
                        <a:lnTo>
                          <a:pt x="1270" y="918"/>
                        </a:lnTo>
                        <a:lnTo>
                          <a:pt x="1250" y="916"/>
                        </a:lnTo>
                        <a:lnTo>
                          <a:pt x="1230" y="918"/>
                        </a:lnTo>
                        <a:lnTo>
                          <a:pt x="1230" y="918"/>
                        </a:lnTo>
                        <a:lnTo>
                          <a:pt x="1220" y="920"/>
                        </a:lnTo>
                        <a:lnTo>
                          <a:pt x="1208" y="924"/>
                        </a:lnTo>
                        <a:lnTo>
                          <a:pt x="1208" y="924"/>
                        </a:lnTo>
                        <a:lnTo>
                          <a:pt x="1202" y="936"/>
                        </a:lnTo>
                        <a:lnTo>
                          <a:pt x="1198" y="950"/>
                        </a:lnTo>
                        <a:lnTo>
                          <a:pt x="1196" y="962"/>
                        </a:lnTo>
                        <a:lnTo>
                          <a:pt x="1196" y="976"/>
                        </a:lnTo>
                        <a:lnTo>
                          <a:pt x="1200" y="990"/>
                        </a:lnTo>
                        <a:lnTo>
                          <a:pt x="1204" y="1006"/>
                        </a:lnTo>
                        <a:lnTo>
                          <a:pt x="1216" y="1036"/>
                        </a:lnTo>
                        <a:lnTo>
                          <a:pt x="1216" y="1036"/>
                        </a:lnTo>
                        <a:lnTo>
                          <a:pt x="1218" y="1062"/>
                        </a:lnTo>
                        <a:lnTo>
                          <a:pt x="1218" y="1076"/>
                        </a:lnTo>
                        <a:lnTo>
                          <a:pt x="1214" y="1092"/>
                        </a:lnTo>
                        <a:lnTo>
                          <a:pt x="1214" y="1092"/>
                        </a:lnTo>
                        <a:lnTo>
                          <a:pt x="1164" y="1092"/>
                        </a:lnTo>
                        <a:lnTo>
                          <a:pt x="1164" y="1092"/>
                        </a:lnTo>
                        <a:lnTo>
                          <a:pt x="1154" y="1098"/>
                        </a:lnTo>
                        <a:lnTo>
                          <a:pt x="1152" y="1102"/>
                        </a:lnTo>
                        <a:lnTo>
                          <a:pt x="1150" y="1120"/>
                        </a:lnTo>
                        <a:lnTo>
                          <a:pt x="1150" y="1120"/>
                        </a:lnTo>
                        <a:lnTo>
                          <a:pt x="1172" y="1136"/>
                        </a:lnTo>
                        <a:lnTo>
                          <a:pt x="1172" y="1136"/>
                        </a:lnTo>
                        <a:lnTo>
                          <a:pt x="1172" y="1150"/>
                        </a:lnTo>
                        <a:lnTo>
                          <a:pt x="1172" y="1150"/>
                        </a:lnTo>
                        <a:lnTo>
                          <a:pt x="1166" y="1166"/>
                        </a:lnTo>
                        <a:lnTo>
                          <a:pt x="1160" y="1182"/>
                        </a:lnTo>
                        <a:lnTo>
                          <a:pt x="1160" y="1182"/>
                        </a:lnTo>
                        <a:lnTo>
                          <a:pt x="1144" y="1184"/>
                        </a:lnTo>
                        <a:lnTo>
                          <a:pt x="1134" y="1188"/>
                        </a:lnTo>
                        <a:lnTo>
                          <a:pt x="1124" y="1194"/>
                        </a:lnTo>
                        <a:lnTo>
                          <a:pt x="1112" y="1198"/>
                        </a:lnTo>
                        <a:lnTo>
                          <a:pt x="1112" y="1198"/>
                        </a:lnTo>
                        <a:lnTo>
                          <a:pt x="1056" y="1200"/>
                        </a:lnTo>
                        <a:lnTo>
                          <a:pt x="1056" y="1200"/>
                        </a:lnTo>
                        <a:lnTo>
                          <a:pt x="1050" y="1198"/>
                        </a:lnTo>
                        <a:lnTo>
                          <a:pt x="1050" y="1198"/>
                        </a:lnTo>
                        <a:lnTo>
                          <a:pt x="1044" y="1188"/>
                        </a:lnTo>
                        <a:lnTo>
                          <a:pt x="1036" y="1182"/>
                        </a:lnTo>
                        <a:lnTo>
                          <a:pt x="1030" y="1178"/>
                        </a:lnTo>
                        <a:lnTo>
                          <a:pt x="1024" y="1176"/>
                        </a:lnTo>
                        <a:lnTo>
                          <a:pt x="1024" y="1176"/>
                        </a:lnTo>
                        <a:lnTo>
                          <a:pt x="1018" y="1160"/>
                        </a:lnTo>
                        <a:lnTo>
                          <a:pt x="1018" y="1160"/>
                        </a:lnTo>
                        <a:lnTo>
                          <a:pt x="996" y="1116"/>
                        </a:lnTo>
                        <a:lnTo>
                          <a:pt x="996" y="1116"/>
                        </a:lnTo>
                        <a:lnTo>
                          <a:pt x="972" y="1096"/>
                        </a:lnTo>
                        <a:lnTo>
                          <a:pt x="972" y="1096"/>
                        </a:lnTo>
                        <a:lnTo>
                          <a:pt x="968" y="1090"/>
                        </a:lnTo>
                        <a:lnTo>
                          <a:pt x="962" y="1084"/>
                        </a:lnTo>
                        <a:lnTo>
                          <a:pt x="950" y="1074"/>
                        </a:lnTo>
                        <a:lnTo>
                          <a:pt x="938" y="1070"/>
                        </a:lnTo>
                        <a:lnTo>
                          <a:pt x="928" y="1066"/>
                        </a:lnTo>
                        <a:lnTo>
                          <a:pt x="928" y="1066"/>
                        </a:lnTo>
                        <a:lnTo>
                          <a:pt x="908" y="1054"/>
                        </a:lnTo>
                        <a:lnTo>
                          <a:pt x="908" y="1054"/>
                        </a:lnTo>
                        <a:lnTo>
                          <a:pt x="900" y="1036"/>
                        </a:lnTo>
                        <a:lnTo>
                          <a:pt x="892" y="1024"/>
                        </a:lnTo>
                        <a:lnTo>
                          <a:pt x="884" y="1016"/>
                        </a:lnTo>
                        <a:lnTo>
                          <a:pt x="876" y="1014"/>
                        </a:lnTo>
                        <a:lnTo>
                          <a:pt x="868" y="1014"/>
                        </a:lnTo>
                        <a:lnTo>
                          <a:pt x="858" y="1016"/>
                        </a:lnTo>
                        <a:lnTo>
                          <a:pt x="834" y="1030"/>
                        </a:lnTo>
                        <a:lnTo>
                          <a:pt x="834" y="1030"/>
                        </a:lnTo>
                        <a:lnTo>
                          <a:pt x="826" y="1038"/>
                        </a:lnTo>
                        <a:lnTo>
                          <a:pt x="820" y="1044"/>
                        </a:lnTo>
                        <a:lnTo>
                          <a:pt x="818" y="1052"/>
                        </a:lnTo>
                        <a:lnTo>
                          <a:pt x="818" y="1066"/>
                        </a:lnTo>
                        <a:lnTo>
                          <a:pt x="818" y="1066"/>
                        </a:lnTo>
                        <a:lnTo>
                          <a:pt x="822" y="1074"/>
                        </a:lnTo>
                        <a:lnTo>
                          <a:pt x="826" y="1080"/>
                        </a:lnTo>
                        <a:lnTo>
                          <a:pt x="828" y="1090"/>
                        </a:lnTo>
                        <a:lnTo>
                          <a:pt x="830" y="1104"/>
                        </a:lnTo>
                        <a:lnTo>
                          <a:pt x="830" y="1104"/>
                        </a:lnTo>
                        <a:lnTo>
                          <a:pt x="818" y="1112"/>
                        </a:lnTo>
                        <a:lnTo>
                          <a:pt x="812" y="1116"/>
                        </a:lnTo>
                        <a:lnTo>
                          <a:pt x="804" y="1118"/>
                        </a:lnTo>
                        <a:lnTo>
                          <a:pt x="804" y="1118"/>
                        </a:lnTo>
                        <a:lnTo>
                          <a:pt x="788" y="1120"/>
                        </a:lnTo>
                        <a:lnTo>
                          <a:pt x="788" y="1120"/>
                        </a:lnTo>
                        <a:lnTo>
                          <a:pt x="764" y="1104"/>
                        </a:lnTo>
                        <a:lnTo>
                          <a:pt x="742" y="1090"/>
                        </a:lnTo>
                        <a:lnTo>
                          <a:pt x="724" y="1074"/>
                        </a:lnTo>
                        <a:lnTo>
                          <a:pt x="708" y="1058"/>
                        </a:lnTo>
                        <a:lnTo>
                          <a:pt x="708" y="1058"/>
                        </a:lnTo>
                        <a:lnTo>
                          <a:pt x="702" y="1052"/>
                        </a:lnTo>
                        <a:lnTo>
                          <a:pt x="696" y="1046"/>
                        </a:lnTo>
                        <a:lnTo>
                          <a:pt x="692" y="1036"/>
                        </a:lnTo>
                        <a:lnTo>
                          <a:pt x="690" y="1028"/>
                        </a:lnTo>
                        <a:lnTo>
                          <a:pt x="688" y="1010"/>
                        </a:lnTo>
                        <a:lnTo>
                          <a:pt x="688" y="998"/>
                        </a:lnTo>
                        <a:lnTo>
                          <a:pt x="688" y="998"/>
                        </a:lnTo>
                        <a:lnTo>
                          <a:pt x="730" y="1000"/>
                        </a:lnTo>
                        <a:lnTo>
                          <a:pt x="730" y="1000"/>
                        </a:lnTo>
                        <a:lnTo>
                          <a:pt x="764" y="1022"/>
                        </a:lnTo>
                        <a:lnTo>
                          <a:pt x="764" y="1022"/>
                        </a:lnTo>
                        <a:lnTo>
                          <a:pt x="776" y="1022"/>
                        </a:lnTo>
                        <a:lnTo>
                          <a:pt x="788" y="1022"/>
                        </a:lnTo>
                        <a:lnTo>
                          <a:pt x="794" y="1022"/>
                        </a:lnTo>
                        <a:lnTo>
                          <a:pt x="800" y="1020"/>
                        </a:lnTo>
                        <a:lnTo>
                          <a:pt x="806" y="1016"/>
                        </a:lnTo>
                        <a:lnTo>
                          <a:pt x="812" y="1010"/>
                        </a:lnTo>
                        <a:lnTo>
                          <a:pt x="812" y="1010"/>
                        </a:lnTo>
                        <a:lnTo>
                          <a:pt x="812" y="994"/>
                        </a:lnTo>
                        <a:lnTo>
                          <a:pt x="812" y="994"/>
                        </a:lnTo>
                        <a:lnTo>
                          <a:pt x="790" y="974"/>
                        </a:lnTo>
                        <a:lnTo>
                          <a:pt x="782" y="966"/>
                        </a:lnTo>
                        <a:lnTo>
                          <a:pt x="778" y="958"/>
                        </a:lnTo>
                        <a:lnTo>
                          <a:pt x="778" y="958"/>
                        </a:lnTo>
                        <a:lnTo>
                          <a:pt x="798" y="944"/>
                        </a:lnTo>
                        <a:lnTo>
                          <a:pt x="818" y="922"/>
                        </a:lnTo>
                        <a:lnTo>
                          <a:pt x="836" y="900"/>
                        </a:lnTo>
                        <a:lnTo>
                          <a:pt x="842" y="888"/>
                        </a:lnTo>
                        <a:lnTo>
                          <a:pt x="846" y="878"/>
                        </a:lnTo>
                        <a:lnTo>
                          <a:pt x="846" y="878"/>
                        </a:lnTo>
                        <a:lnTo>
                          <a:pt x="862" y="870"/>
                        </a:lnTo>
                        <a:lnTo>
                          <a:pt x="874" y="862"/>
                        </a:lnTo>
                        <a:lnTo>
                          <a:pt x="874" y="862"/>
                        </a:lnTo>
                        <a:lnTo>
                          <a:pt x="878" y="860"/>
                        </a:lnTo>
                        <a:lnTo>
                          <a:pt x="884" y="856"/>
                        </a:lnTo>
                        <a:lnTo>
                          <a:pt x="892" y="846"/>
                        </a:lnTo>
                        <a:lnTo>
                          <a:pt x="892" y="846"/>
                        </a:lnTo>
                        <a:lnTo>
                          <a:pt x="890" y="804"/>
                        </a:lnTo>
                        <a:lnTo>
                          <a:pt x="890" y="804"/>
                        </a:lnTo>
                        <a:lnTo>
                          <a:pt x="884" y="796"/>
                        </a:lnTo>
                        <a:lnTo>
                          <a:pt x="878" y="786"/>
                        </a:lnTo>
                        <a:lnTo>
                          <a:pt x="876" y="776"/>
                        </a:lnTo>
                        <a:lnTo>
                          <a:pt x="874" y="768"/>
                        </a:lnTo>
                        <a:lnTo>
                          <a:pt x="874" y="754"/>
                        </a:lnTo>
                        <a:lnTo>
                          <a:pt x="874" y="748"/>
                        </a:lnTo>
                        <a:lnTo>
                          <a:pt x="872" y="746"/>
                        </a:lnTo>
                        <a:lnTo>
                          <a:pt x="872" y="746"/>
                        </a:lnTo>
                        <a:lnTo>
                          <a:pt x="852" y="696"/>
                        </a:lnTo>
                        <a:lnTo>
                          <a:pt x="852" y="696"/>
                        </a:lnTo>
                        <a:lnTo>
                          <a:pt x="846" y="662"/>
                        </a:lnTo>
                        <a:lnTo>
                          <a:pt x="846" y="662"/>
                        </a:lnTo>
                        <a:lnTo>
                          <a:pt x="830" y="630"/>
                        </a:lnTo>
                        <a:lnTo>
                          <a:pt x="824" y="618"/>
                        </a:lnTo>
                        <a:lnTo>
                          <a:pt x="818" y="612"/>
                        </a:lnTo>
                        <a:lnTo>
                          <a:pt x="818" y="612"/>
                        </a:lnTo>
                        <a:lnTo>
                          <a:pt x="770" y="612"/>
                        </a:lnTo>
                        <a:lnTo>
                          <a:pt x="770" y="612"/>
                        </a:lnTo>
                        <a:lnTo>
                          <a:pt x="760" y="608"/>
                        </a:lnTo>
                        <a:lnTo>
                          <a:pt x="748" y="602"/>
                        </a:lnTo>
                        <a:lnTo>
                          <a:pt x="728" y="588"/>
                        </a:lnTo>
                        <a:lnTo>
                          <a:pt x="710" y="576"/>
                        </a:lnTo>
                        <a:lnTo>
                          <a:pt x="696" y="566"/>
                        </a:lnTo>
                        <a:lnTo>
                          <a:pt x="696" y="566"/>
                        </a:lnTo>
                        <a:lnTo>
                          <a:pt x="648" y="510"/>
                        </a:lnTo>
                        <a:lnTo>
                          <a:pt x="648" y="510"/>
                        </a:lnTo>
                        <a:lnTo>
                          <a:pt x="638" y="510"/>
                        </a:lnTo>
                        <a:lnTo>
                          <a:pt x="630" y="512"/>
                        </a:lnTo>
                        <a:lnTo>
                          <a:pt x="618" y="516"/>
                        </a:lnTo>
                        <a:lnTo>
                          <a:pt x="618" y="516"/>
                        </a:lnTo>
                        <a:lnTo>
                          <a:pt x="594" y="514"/>
                        </a:lnTo>
                        <a:lnTo>
                          <a:pt x="594" y="514"/>
                        </a:lnTo>
                        <a:lnTo>
                          <a:pt x="548" y="476"/>
                        </a:lnTo>
                        <a:lnTo>
                          <a:pt x="548" y="476"/>
                        </a:lnTo>
                        <a:lnTo>
                          <a:pt x="506" y="456"/>
                        </a:lnTo>
                        <a:lnTo>
                          <a:pt x="506" y="456"/>
                        </a:lnTo>
                        <a:lnTo>
                          <a:pt x="486" y="454"/>
                        </a:lnTo>
                        <a:lnTo>
                          <a:pt x="470" y="452"/>
                        </a:lnTo>
                        <a:lnTo>
                          <a:pt x="442" y="446"/>
                        </a:lnTo>
                        <a:lnTo>
                          <a:pt x="442" y="446"/>
                        </a:lnTo>
                        <a:lnTo>
                          <a:pt x="430" y="436"/>
                        </a:lnTo>
                        <a:lnTo>
                          <a:pt x="422" y="432"/>
                        </a:lnTo>
                        <a:lnTo>
                          <a:pt x="412" y="428"/>
                        </a:lnTo>
                        <a:lnTo>
                          <a:pt x="406" y="426"/>
                        </a:lnTo>
                        <a:lnTo>
                          <a:pt x="390" y="426"/>
                        </a:lnTo>
                        <a:lnTo>
                          <a:pt x="370" y="426"/>
                        </a:lnTo>
                        <a:lnTo>
                          <a:pt x="370" y="426"/>
                        </a:lnTo>
                        <a:lnTo>
                          <a:pt x="352" y="436"/>
                        </a:lnTo>
                        <a:lnTo>
                          <a:pt x="352" y="436"/>
                        </a:lnTo>
                        <a:lnTo>
                          <a:pt x="354" y="448"/>
                        </a:lnTo>
                        <a:lnTo>
                          <a:pt x="356" y="460"/>
                        </a:lnTo>
                        <a:lnTo>
                          <a:pt x="358" y="472"/>
                        </a:lnTo>
                        <a:lnTo>
                          <a:pt x="356" y="490"/>
                        </a:lnTo>
                        <a:lnTo>
                          <a:pt x="356" y="490"/>
                        </a:lnTo>
                        <a:lnTo>
                          <a:pt x="352" y="494"/>
                        </a:lnTo>
                        <a:lnTo>
                          <a:pt x="346" y="496"/>
                        </a:lnTo>
                        <a:lnTo>
                          <a:pt x="338" y="498"/>
                        </a:lnTo>
                        <a:lnTo>
                          <a:pt x="332" y="498"/>
                        </a:lnTo>
                        <a:lnTo>
                          <a:pt x="318" y="494"/>
                        </a:lnTo>
                        <a:lnTo>
                          <a:pt x="304" y="486"/>
                        </a:lnTo>
                        <a:lnTo>
                          <a:pt x="290" y="478"/>
                        </a:lnTo>
                        <a:lnTo>
                          <a:pt x="278" y="468"/>
                        </a:lnTo>
                        <a:lnTo>
                          <a:pt x="262" y="452"/>
                        </a:lnTo>
                        <a:lnTo>
                          <a:pt x="262" y="452"/>
                        </a:lnTo>
                        <a:lnTo>
                          <a:pt x="222" y="420"/>
                        </a:lnTo>
                        <a:lnTo>
                          <a:pt x="222" y="420"/>
                        </a:lnTo>
                        <a:lnTo>
                          <a:pt x="182" y="398"/>
                        </a:lnTo>
                        <a:lnTo>
                          <a:pt x="164" y="390"/>
                        </a:lnTo>
                        <a:lnTo>
                          <a:pt x="148" y="384"/>
                        </a:lnTo>
                        <a:lnTo>
                          <a:pt x="148" y="384"/>
                        </a:lnTo>
                        <a:lnTo>
                          <a:pt x="116" y="384"/>
                        </a:lnTo>
                        <a:lnTo>
                          <a:pt x="86" y="384"/>
                        </a:lnTo>
                        <a:lnTo>
                          <a:pt x="70" y="384"/>
                        </a:lnTo>
                        <a:lnTo>
                          <a:pt x="56" y="382"/>
                        </a:lnTo>
                        <a:lnTo>
                          <a:pt x="42" y="378"/>
                        </a:lnTo>
                        <a:lnTo>
                          <a:pt x="30" y="374"/>
                        </a:lnTo>
                        <a:lnTo>
                          <a:pt x="30" y="374"/>
                        </a:lnTo>
                        <a:lnTo>
                          <a:pt x="20" y="372"/>
                        </a:lnTo>
                        <a:lnTo>
                          <a:pt x="20" y="372"/>
                        </a:lnTo>
                        <a:lnTo>
                          <a:pt x="18" y="358"/>
                        </a:lnTo>
                        <a:lnTo>
                          <a:pt x="14" y="344"/>
                        </a:lnTo>
                        <a:lnTo>
                          <a:pt x="12" y="332"/>
                        </a:lnTo>
                        <a:lnTo>
                          <a:pt x="8" y="326"/>
                        </a:lnTo>
                        <a:lnTo>
                          <a:pt x="8" y="326"/>
                        </a:lnTo>
                        <a:lnTo>
                          <a:pt x="4" y="310"/>
                        </a:lnTo>
                        <a:lnTo>
                          <a:pt x="0" y="296"/>
                        </a:lnTo>
                        <a:lnTo>
                          <a:pt x="0" y="290"/>
                        </a:lnTo>
                        <a:lnTo>
                          <a:pt x="2" y="284"/>
                        </a:lnTo>
                        <a:lnTo>
                          <a:pt x="4" y="280"/>
                        </a:lnTo>
                        <a:lnTo>
                          <a:pt x="12" y="278"/>
                        </a:lnTo>
                        <a:lnTo>
                          <a:pt x="12" y="278"/>
                        </a:lnTo>
                        <a:lnTo>
                          <a:pt x="20" y="262"/>
                        </a:lnTo>
                        <a:lnTo>
                          <a:pt x="28" y="246"/>
                        </a:lnTo>
                        <a:lnTo>
                          <a:pt x="28" y="246"/>
                        </a:lnTo>
                        <a:lnTo>
                          <a:pt x="46" y="246"/>
                        </a:lnTo>
                        <a:lnTo>
                          <a:pt x="68" y="244"/>
                        </a:lnTo>
                        <a:lnTo>
                          <a:pt x="80" y="242"/>
                        </a:lnTo>
                        <a:lnTo>
                          <a:pt x="90" y="238"/>
                        </a:lnTo>
                        <a:lnTo>
                          <a:pt x="100" y="232"/>
                        </a:lnTo>
                        <a:lnTo>
                          <a:pt x="108" y="226"/>
                        </a:lnTo>
                        <a:lnTo>
                          <a:pt x="108" y="226"/>
                        </a:lnTo>
                        <a:lnTo>
                          <a:pt x="120" y="200"/>
                        </a:lnTo>
                        <a:lnTo>
                          <a:pt x="120" y="200"/>
                        </a:lnTo>
                        <a:lnTo>
                          <a:pt x="142" y="176"/>
                        </a:lnTo>
                        <a:lnTo>
                          <a:pt x="142" y="176"/>
                        </a:lnTo>
                        <a:lnTo>
                          <a:pt x="150" y="158"/>
                        </a:lnTo>
                        <a:lnTo>
                          <a:pt x="156" y="146"/>
                        </a:lnTo>
                        <a:lnTo>
                          <a:pt x="166" y="136"/>
                        </a:lnTo>
                        <a:lnTo>
                          <a:pt x="176" y="130"/>
                        </a:lnTo>
                        <a:lnTo>
                          <a:pt x="188" y="126"/>
                        </a:lnTo>
                        <a:lnTo>
                          <a:pt x="202" y="124"/>
                        </a:lnTo>
                        <a:lnTo>
                          <a:pt x="238" y="120"/>
                        </a:lnTo>
                        <a:lnTo>
                          <a:pt x="238" y="120"/>
                        </a:lnTo>
                        <a:lnTo>
                          <a:pt x="252" y="120"/>
                        </a:lnTo>
                        <a:lnTo>
                          <a:pt x="274" y="120"/>
                        </a:lnTo>
                        <a:lnTo>
                          <a:pt x="286" y="120"/>
                        </a:lnTo>
                        <a:lnTo>
                          <a:pt x="298" y="118"/>
                        </a:lnTo>
                        <a:lnTo>
                          <a:pt x="308" y="114"/>
                        </a:lnTo>
                        <a:lnTo>
                          <a:pt x="316" y="108"/>
                        </a:lnTo>
                        <a:lnTo>
                          <a:pt x="316" y="108"/>
                        </a:lnTo>
                        <a:lnTo>
                          <a:pt x="308" y="62"/>
                        </a:lnTo>
                        <a:lnTo>
                          <a:pt x="308" y="62"/>
                        </a:lnTo>
                        <a:lnTo>
                          <a:pt x="308" y="38"/>
                        </a:lnTo>
                        <a:lnTo>
                          <a:pt x="310" y="26"/>
                        </a:lnTo>
                        <a:lnTo>
                          <a:pt x="312" y="16"/>
                        </a:lnTo>
                        <a:lnTo>
                          <a:pt x="318" y="8"/>
                        </a:lnTo>
                        <a:lnTo>
                          <a:pt x="324" y="2"/>
                        </a:lnTo>
                        <a:lnTo>
                          <a:pt x="328" y="0"/>
                        </a:lnTo>
                        <a:lnTo>
                          <a:pt x="334" y="0"/>
                        </a:lnTo>
                        <a:lnTo>
                          <a:pt x="346" y="4"/>
                        </a:lnTo>
                        <a:lnTo>
                          <a:pt x="346" y="4"/>
                        </a:lnTo>
                        <a:lnTo>
                          <a:pt x="434" y="16"/>
                        </a:lnTo>
                        <a:lnTo>
                          <a:pt x="434" y="16"/>
                        </a:lnTo>
                        <a:lnTo>
                          <a:pt x="432" y="24"/>
                        </a:lnTo>
                        <a:lnTo>
                          <a:pt x="430" y="36"/>
                        </a:lnTo>
                        <a:lnTo>
                          <a:pt x="432" y="60"/>
                        </a:lnTo>
                        <a:lnTo>
                          <a:pt x="432" y="60"/>
                        </a:lnTo>
                        <a:lnTo>
                          <a:pt x="444" y="80"/>
                        </a:lnTo>
                        <a:lnTo>
                          <a:pt x="450" y="90"/>
                        </a:lnTo>
                        <a:lnTo>
                          <a:pt x="456" y="106"/>
                        </a:lnTo>
                        <a:lnTo>
                          <a:pt x="456" y="106"/>
                        </a:lnTo>
                        <a:lnTo>
                          <a:pt x="456" y="130"/>
                        </a:lnTo>
                        <a:lnTo>
                          <a:pt x="456" y="130"/>
                        </a:lnTo>
                        <a:lnTo>
                          <a:pt x="448" y="152"/>
                        </a:lnTo>
                        <a:lnTo>
                          <a:pt x="444" y="166"/>
                        </a:lnTo>
                        <a:lnTo>
                          <a:pt x="446" y="180"/>
                        </a:lnTo>
                        <a:lnTo>
                          <a:pt x="446" y="180"/>
                        </a:lnTo>
                        <a:lnTo>
                          <a:pt x="490" y="222"/>
                        </a:lnTo>
                        <a:lnTo>
                          <a:pt x="490" y="222"/>
                        </a:lnTo>
                        <a:lnTo>
                          <a:pt x="496" y="234"/>
                        </a:lnTo>
                        <a:lnTo>
                          <a:pt x="496" y="234"/>
                        </a:lnTo>
                        <a:lnTo>
                          <a:pt x="496" y="276"/>
                        </a:lnTo>
                        <a:lnTo>
                          <a:pt x="496" y="276"/>
                        </a:lnTo>
                        <a:lnTo>
                          <a:pt x="500" y="278"/>
                        </a:lnTo>
                        <a:lnTo>
                          <a:pt x="506" y="280"/>
                        </a:lnTo>
                        <a:lnTo>
                          <a:pt x="526" y="282"/>
                        </a:lnTo>
                        <a:lnTo>
                          <a:pt x="526" y="282"/>
                        </a:lnTo>
                        <a:lnTo>
                          <a:pt x="538" y="274"/>
                        </a:lnTo>
                        <a:lnTo>
                          <a:pt x="552" y="266"/>
                        </a:lnTo>
                        <a:lnTo>
                          <a:pt x="566" y="262"/>
                        </a:lnTo>
                        <a:lnTo>
                          <a:pt x="582" y="258"/>
                        </a:lnTo>
                        <a:lnTo>
                          <a:pt x="618" y="254"/>
                        </a:lnTo>
                        <a:lnTo>
                          <a:pt x="652" y="252"/>
                        </a:lnTo>
                        <a:lnTo>
                          <a:pt x="652" y="252"/>
                        </a:lnTo>
                        <a:lnTo>
                          <a:pt x="658" y="268"/>
                        </a:lnTo>
                        <a:lnTo>
                          <a:pt x="658" y="268"/>
                        </a:lnTo>
                        <a:lnTo>
                          <a:pt x="650" y="284"/>
                        </a:lnTo>
                        <a:lnTo>
                          <a:pt x="644" y="298"/>
                        </a:lnTo>
                        <a:lnTo>
                          <a:pt x="644" y="298"/>
                        </a:lnTo>
                        <a:lnTo>
                          <a:pt x="636" y="308"/>
                        </a:lnTo>
                        <a:lnTo>
                          <a:pt x="626" y="314"/>
                        </a:lnTo>
                        <a:lnTo>
                          <a:pt x="612" y="324"/>
                        </a:lnTo>
                        <a:lnTo>
                          <a:pt x="606" y="330"/>
                        </a:lnTo>
                        <a:lnTo>
                          <a:pt x="602" y="338"/>
                        </a:lnTo>
                        <a:lnTo>
                          <a:pt x="600" y="348"/>
                        </a:lnTo>
                        <a:lnTo>
                          <a:pt x="600" y="360"/>
                        </a:lnTo>
                        <a:lnTo>
                          <a:pt x="600" y="360"/>
                        </a:lnTo>
                        <a:lnTo>
                          <a:pt x="632" y="372"/>
                        </a:lnTo>
                        <a:lnTo>
                          <a:pt x="632" y="372"/>
                        </a:lnTo>
                        <a:lnTo>
                          <a:pt x="640" y="384"/>
                        </a:lnTo>
                        <a:lnTo>
                          <a:pt x="652" y="396"/>
                        </a:lnTo>
                        <a:lnTo>
                          <a:pt x="664" y="406"/>
                        </a:lnTo>
                        <a:lnTo>
                          <a:pt x="680" y="416"/>
                        </a:lnTo>
                        <a:lnTo>
                          <a:pt x="680" y="416"/>
                        </a:lnTo>
                        <a:lnTo>
                          <a:pt x="686" y="428"/>
                        </a:lnTo>
                        <a:lnTo>
                          <a:pt x="692" y="442"/>
                        </a:lnTo>
                        <a:lnTo>
                          <a:pt x="702" y="456"/>
                        </a:lnTo>
                        <a:lnTo>
                          <a:pt x="706" y="460"/>
                        </a:lnTo>
                        <a:lnTo>
                          <a:pt x="714" y="464"/>
                        </a:lnTo>
                        <a:lnTo>
                          <a:pt x="714" y="464"/>
                        </a:lnTo>
                        <a:lnTo>
                          <a:pt x="744" y="504"/>
                        </a:lnTo>
                        <a:lnTo>
                          <a:pt x="744" y="504"/>
                        </a:lnTo>
                        <a:lnTo>
                          <a:pt x="754" y="508"/>
                        </a:lnTo>
                        <a:lnTo>
                          <a:pt x="772" y="514"/>
                        </a:lnTo>
                        <a:lnTo>
                          <a:pt x="780" y="514"/>
                        </a:lnTo>
                        <a:lnTo>
                          <a:pt x="788" y="514"/>
                        </a:lnTo>
                        <a:lnTo>
                          <a:pt x="796" y="510"/>
                        </a:lnTo>
                        <a:lnTo>
                          <a:pt x="802" y="504"/>
                        </a:lnTo>
                        <a:lnTo>
                          <a:pt x="802" y="504"/>
                        </a:lnTo>
                        <a:lnTo>
                          <a:pt x="802" y="476"/>
                        </a:lnTo>
                        <a:lnTo>
                          <a:pt x="802" y="468"/>
                        </a:lnTo>
                        <a:lnTo>
                          <a:pt x="804" y="460"/>
                        </a:lnTo>
                        <a:lnTo>
                          <a:pt x="808" y="456"/>
                        </a:lnTo>
                        <a:lnTo>
                          <a:pt x="812" y="452"/>
                        </a:lnTo>
                        <a:lnTo>
                          <a:pt x="822" y="448"/>
                        </a:lnTo>
                        <a:lnTo>
                          <a:pt x="834" y="446"/>
                        </a:lnTo>
                        <a:lnTo>
                          <a:pt x="834" y="446"/>
                        </a:lnTo>
                        <a:lnTo>
                          <a:pt x="846" y="446"/>
                        </a:lnTo>
                        <a:lnTo>
                          <a:pt x="856" y="446"/>
                        </a:lnTo>
                        <a:lnTo>
                          <a:pt x="862" y="448"/>
                        </a:lnTo>
                        <a:lnTo>
                          <a:pt x="868" y="450"/>
                        </a:lnTo>
                        <a:lnTo>
                          <a:pt x="876" y="454"/>
                        </a:lnTo>
                        <a:lnTo>
                          <a:pt x="882" y="460"/>
                        </a:lnTo>
                        <a:lnTo>
                          <a:pt x="882" y="460"/>
                        </a:lnTo>
                        <a:lnTo>
                          <a:pt x="898" y="462"/>
                        </a:lnTo>
                        <a:lnTo>
                          <a:pt x="898" y="462"/>
                        </a:lnTo>
                        <a:lnTo>
                          <a:pt x="912" y="454"/>
                        </a:lnTo>
                        <a:lnTo>
                          <a:pt x="926" y="446"/>
                        </a:lnTo>
                        <a:lnTo>
                          <a:pt x="938" y="438"/>
                        </a:lnTo>
                        <a:lnTo>
                          <a:pt x="950" y="430"/>
                        </a:lnTo>
                        <a:lnTo>
                          <a:pt x="950" y="430"/>
                        </a:lnTo>
                        <a:lnTo>
                          <a:pt x="956" y="424"/>
                        </a:lnTo>
                        <a:lnTo>
                          <a:pt x="964" y="422"/>
                        </a:lnTo>
                        <a:lnTo>
                          <a:pt x="988" y="420"/>
                        </a:lnTo>
                        <a:lnTo>
                          <a:pt x="988" y="420"/>
                        </a:lnTo>
                        <a:lnTo>
                          <a:pt x="1002" y="440"/>
                        </a:lnTo>
                        <a:lnTo>
                          <a:pt x="1002" y="440"/>
                        </a:lnTo>
                        <a:lnTo>
                          <a:pt x="1000" y="448"/>
                        </a:lnTo>
                        <a:lnTo>
                          <a:pt x="996" y="456"/>
                        </a:lnTo>
                        <a:lnTo>
                          <a:pt x="990" y="464"/>
                        </a:lnTo>
                        <a:lnTo>
                          <a:pt x="984" y="472"/>
                        </a:lnTo>
                        <a:lnTo>
                          <a:pt x="968" y="484"/>
                        </a:lnTo>
                        <a:lnTo>
                          <a:pt x="952" y="496"/>
                        </a:lnTo>
                        <a:lnTo>
                          <a:pt x="952" y="496"/>
                        </a:lnTo>
                        <a:lnTo>
                          <a:pt x="940" y="512"/>
                        </a:lnTo>
                        <a:lnTo>
                          <a:pt x="934" y="530"/>
                        </a:lnTo>
                        <a:lnTo>
                          <a:pt x="932" y="550"/>
                        </a:lnTo>
                        <a:lnTo>
                          <a:pt x="930" y="574"/>
                        </a:lnTo>
                        <a:lnTo>
                          <a:pt x="930" y="574"/>
                        </a:lnTo>
                        <a:lnTo>
                          <a:pt x="954" y="618"/>
                        </a:lnTo>
                        <a:lnTo>
                          <a:pt x="954" y="618"/>
                        </a:lnTo>
                        <a:lnTo>
                          <a:pt x="962" y="630"/>
                        </a:lnTo>
                        <a:lnTo>
                          <a:pt x="974" y="642"/>
                        </a:lnTo>
                        <a:lnTo>
                          <a:pt x="982" y="648"/>
                        </a:lnTo>
                        <a:lnTo>
                          <a:pt x="990" y="652"/>
                        </a:lnTo>
                        <a:lnTo>
                          <a:pt x="1000" y="656"/>
                        </a:lnTo>
                        <a:lnTo>
                          <a:pt x="1010" y="656"/>
                        </a:lnTo>
                        <a:lnTo>
                          <a:pt x="1010" y="656"/>
                        </a:lnTo>
                        <a:lnTo>
                          <a:pt x="1012" y="652"/>
                        </a:lnTo>
                        <a:lnTo>
                          <a:pt x="1012" y="652"/>
                        </a:lnTo>
                        <a:lnTo>
                          <a:pt x="1024" y="652"/>
                        </a:lnTo>
                        <a:lnTo>
                          <a:pt x="1024" y="652"/>
                        </a:lnTo>
                        <a:lnTo>
                          <a:pt x="1032" y="656"/>
                        </a:lnTo>
                        <a:lnTo>
                          <a:pt x="1040" y="662"/>
                        </a:lnTo>
                        <a:lnTo>
                          <a:pt x="1060" y="680"/>
                        </a:lnTo>
                        <a:lnTo>
                          <a:pt x="1082" y="704"/>
                        </a:lnTo>
                        <a:lnTo>
                          <a:pt x="1098" y="726"/>
                        </a:lnTo>
                        <a:lnTo>
                          <a:pt x="1098" y="726"/>
                        </a:lnTo>
                        <a:lnTo>
                          <a:pt x="1106" y="762"/>
                        </a:lnTo>
                        <a:lnTo>
                          <a:pt x="1108" y="784"/>
                        </a:lnTo>
                        <a:lnTo>
                          <a:pt x="1112" y="810"/>
                        </a:lnTo>
                        <a:lnTo>
                          <a:pt x="1112" y="810"/>
                        </a:lnTo>
                        <a:lnTo>
                          <a:pt x="1118" y="840"/>
                        </a:lnTo>
                        <a:lnTo>
                          <a:pt x="1118" y="840"/>
                        </a:lnTo>
                        <a:lnTo>
                          <a:pt x="1130" y="852"/>
                        </a:lnTo>
                        <a:lnTo>
                          <a:pt x="1140" y="860"/>
                        </a:lnTo>
                        <a:lnTo>
                          <a:pt x="1152" y="868"/>
                        </a:lnTo>
                        <a:lnTo>
                          <a:pt x="1172" y="882"/>
                        </a:lnTo>
                        <a:lnTo>
                          <a:pt x="1172" y="882"/>
                        </a:lnTo>
                        <a:lnTo>
                          <a:pt x="1188" y="876"/>
                        </a:lnTo>
                        <a:lnTo>
                          <a:pt x="1214" y="866"/>
                        </a:lnTo>
                        <a:lnTo>
                          <a:pt x="1214" y="866"/>
                        </a:lnTo>
                        <a:lnTo>
                          <a:pt x="1216" y="858"/>
                        </a:lnTo>
                        <a:lnTo>
                          <a:pt x="1220" y="854"/>
                        </a:lnTo>
                        <a:lnTo>
                          <a:pt x="1230" y="850"/>
                        </a:lnTo>
                        <a:lnTo>
                          <a:pt x="1246" y="846"/>
                        </a:lnTo>
                        <a:lnTo>
                          <a:pt x="1246" y="846"/>
                        </a:lnTo>
                        <a:lnTo>
                          <a:pt x="1252" y="836"/>
                        </a:lnTo>
                        <a:lnTo>
                          <a:pt x="1258" y="826"/>
                        </a:lnTo>
                        <a:lnTo>
                          <a:pt x="1258" y="818"/>
                        </a:lnTo>
                        <a:lnTo>
                          <a:pt x="1258" y="808"/>
                        </a:lnTo>
                        <a:lnTo>
                          <a:pt x="1254" y="800"/>
                        </a:lnTo>
                        <a:lnTo>
                          <a:pt x="1250" y="792"/>
                        </a:lnTo>
                        <a:lnTo>
                          <a:pt x="1240" y="780"/>
                        </a:lnTo>
                        <a:lnTo>
                          <a:pt x="1240" y="780"/>
                        </a:lnTo>
                        <a:lnTo>
                          <a:pt x="1222" y="774"/>
                        </a:lnTo>
                        <a:lnTo>
                          <a:pt x="1216" y="770"/>
                        </a:lnTo>
                        <a:lnTo>
                          <a:pt x="1214" y="766"/>
                        </a:lnTo>
                        <a:lnTo>
                          <a:pt x="1212" y="762"/>
                        </a:lnTo>
                        <a:lnTo>
                          <a:pt x="1212" y="756"/>
                        </a:lnTo>
                        <a:lnTo>
                          <a:pt x="1214" y="742"/>
                        </a:lnTo>
                        <a:lnTo>
                          <a:pt x="1214" y="742"/>
                        </a:lnTo>
                        <a:lnTo>
                          <a:pt x="1234" y="712"/>
                        </a:lnTo>
                        <a:lnTo>
                          <a:pt x="1234" y="712"/>
                        </a:lnTo>
                        <a:lnTo>
                          <a:pt x="1234" y="682"/>
                        </a:lnTo>
                        <a:lnTo>
                          <a:pt x="1234" y="682"/>
                        </a:lnTo>
                        <a:lnTo>
                          <a:pt x="1240" y="678"/>
                        </a:lnTo>
                        <a:lnTo>
                          <a:pt x="1244" y="678"/>
                        </a:lnTo>
                        <a:lnTo>
                          <a:pt x="1258" y="678"/>
                        </a:lnTo>
                        <a:lnTo>
                          <a:pt x="1258" y="678"/>
                        </a:lnTo>
                        <a:lnTo>
                          <a:pt x="1270" y="664"/>
                        </a:lnTo>
                        <a:lnTo>
                          <a:pt x="1284" y="656"/>
                        </a:lnTo>
                        <a:lnTo>
                          <a:pt x="1284" y="656"/>
                        </a:lnTo>
                        <a:lnTo>
                          <a:pt x="1286" y="670"/>
                        </a:lnTo>
                        <a:lnTo>
                          <a:pt x="1284" y="678"/>
                        </a:lnTo>
                        <a:lnTo>
                          <a:pt x="1280" y="684"/>
                        </a:lnTo>
                        <a:lnTo>
                          <a:pt x="1278" y="688"/>
                        </a:lnTo>
                        <a:lnTo>
                          <a:pt x="1278" y="688"/>
                        </a:lnTo>
                        <a:lnTo>
                          <a:pt x="1276" y="708"/>
                        </a:lnTo>
                        <a:lnTo>
                          <a:pt x="1276" y="708"/>
                        </a:lnTo>
                        <a:lnTo>
                          <a:pt x="1280" y="714"/>
                        </a:lnTo>
                        <a:lnTo>
                          <a:pt x="1288" y="718"/>
                        </a:lnTo>
                        <a:lnTo>
                          <a:pt x="1304" y="726"/>
                        </a:lnTo>
                        <a:lnTo>
                          <a:pt x="1344" y="736"/>
                        </a:lnTo>
                        <a:lnTo>
                          <a:pt x="1344" y="736"/>
                        </a:lnTo>
                        <a:lnTo>
                          <a:pt x="1394" y="770"/>
                        </a:lnTo>
                        <a:lnTo>
                          <a:pt x="1394" y="770"/>
                        </a:lnTo>
                        <a:lnTo>
                          <a:pt x="1410" y="770"/>
                        </a:lnTo>
                        <a:lnTo>
                          <a:pt x="1410" y="770"/>
                        </a:lnTo>
                        <a:lnTo>
                          <a:pt x="1404" y="784"/>
                        </a:lnTo>
                        <a:lnTo>
                          <a:pt x="1396" y="800"/>
                        </a:lnTo>
                        <a:lnTo>
                          <a:pt x="1396" y="800"/>
                        </a:lnTo>
                        <a:lnTo>
                          <a:pt x="1404" y="860"/>
                        </a:lnTo>
                        <a:lnTo>
                          <a:pt x="1404" y="860"/>
                        </a:lnTo>
                        <a:lnTo>
                          <a:pt x="1394" y="888"/>
                        </a:lnTo>
                        <a:lnTo>
                          <a:pt x="1394" y="888"/>
                        </a:lnTo>
                        <a:lnTo>
                          <a:pt x="1386" y="888"/>
                        </a:lnTo>
                        <a:lnTo>
                          <a:pt x="1382" y="886"/>
                        </a:lnTo>
                        <a:lnTo>
                          <a:pt x="1376" y="884"/>
                        </a:lnTo>
                        <a:lnTo>
                          <a:pt x="1376" y="884"/>
                        </a:lnTo>
                        <a:lnTo>
                          <a:pt x="1360" y="880"/>
                        </a:lnTo>
                        <a:lnTo>
                          <a:pt x="1346" y="882"/>
                        </a:lnTo>
                        <a:lnTo>
                          <a:pt x="1340" y="884"/>
                        </a:lnTo>
                        <a:lnTo>
                          <a:pt x="1334" y="886"/>
                        </a:lnTo>
                        <a:lnTo>
                          <a:pt x="1328" y="892"/>
                        </a:lnTo>
                        <a:lnTo>
                          <a:pt x="1324" y="898"/>
                        </a:lnTo>
                        <a:lnTo>
                          <a:pt x="1324" y="898"/>
                        </a:lnTo>
                        <a:lnTo>
                          <a:pt x="1324" y="938"/>
                        </a:lnTo>
                        <a:lnTo>
                          <a:pt x="1324" y="938"/>
                        </a:lnTo>
                        <a:lnTo>
                          <a:pt x="1314" y="940"/>
                        </a:lnTo>
                        <a:lnTo>
                          <a:pt x="1314" y="94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38" name="AutoShape 5"/>
              <p:cNvSpPr>
                <a:spLocks noChangeAspect="1" noChangeArrowheads="1" noTextEdit="1"/>
              </p:cNvSpPr>
              <p:nvPr/>
            </p:nvSpPr>
            <p:spPr bwMode="auto">
              <a:xfrm>
                <a:off x="4285" y="289"/>
                <a:ext cx="10959" cy="90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13687" y="7321"/>
                <a:ext cx="388" cy="899"/>
              </a:xfrm>
              <a:custGeom>
                <a:avLst/>
                <a:gdLst>
                  <a:gd name="T0" fmla="*/ 82 w 178"/>
                  <a:gd name="T1" fmla="*/ 412 h 412"/>
                  <a:gd name="T2" fmla="*/ 82 w 178"/>
                  <a:gd name="T3" fmla="*/ 412 h 412"/>
                  <a:gd name="T4" fmla="*/ 50 w 178"/>
                  <a:gd name="T5" fmla="*/ 364 h 412"/>
                  <a:gd name="T6" fmla="*/ 50 w 178"/>
                  <a:gd name="T7" fmla="*/ 364 h 412"/>
                  <a:gd name="T8" fmla="*/ 40 w 178"/>
                  <a:gd name="T9" fmla="*/ 360 h 412"/>
                  <a:gd name="T10" fmla="*/ 34 w 178"/>
                  <a:gd name="T11" fmla="*/ 356 h 412"/>
                  <a:gd name="T12" fmla="*/ 28 w 178"/>
                  <a:gd name="T13" fmla="*/ 350 h 412"/>
                  <a:gd name="T14" fmla="*/ 26 w 178"/>
                  <a:gd name="T15" fmla="*/ 346 h 412"/>
                  <a:gd name="T16" fmla="*/ 20 w 178"/>
                  <a:gd name="T17" fmla="*/ 336 h 412"/>
                  <a:gd name="T18" fmla="*/ 16 w 178"/>
                  <a:gd name="T19" fmla="*/ 324 h 412"/>
                  <a:gd name="T20" fmla="*/ 16 w 178"/>
                  <a:gd name="T21" fmla="*/ 324 h 412"/>
                  <a:gd name="T22" fmla="*/ 0 w 178"/>
                  <a:gd name="T23" fmla="*/ 304 h 412"/>
                  <a:gd name="T24" fmla="*/ 0 w 178"/>
                  <a:gd name="T25" fmla="*/ 304 h 412"/>
                  <a:gd name="T26" fmla="*/ 2 w 178"/>
                  <a:gd name="T27" fmla="*/ 280 h 412"/>
                  <a:gd name="T28" fmla="*/ 6 w 178"/>
                  <a:gd name="T29" fmla="*/ 258 h 412"/>
                  <a:gd name="T30" fmla="*/ 8 w 178"/>
                  <a:gd name="T31" fmla="*/ 238 h 412"/>
                  <a:gd name="T32" fmla="*/ 8 w 178"/>
                  <a:gd name="T33" fmla="*/ 228 h 412"/>
                  <a:gd name="T34" fmla="*/ 6 w 178"/>
                  <a:gd name="T35" fmla="*/ 220 h 412"/>
                  <a:gd name="T36" fmla="*/ 6 w 178"/>
                  <a:gd name="T37" fmla="*/ 220 h 412"/>
                  <a:gd name="T38" fmla="*/ 6 w 178"/>
                  <a:gd name="T39" fmla="*/ 196 h 412"/>
                  <a:gd name="T40" fmla="*/ 10 w 178"/>
                  <a:gd name="T41" fmla="*/ 180 h 412"/>
                  <a:gd name="T42" fmla="*/ 16 w 178"/>
                  <a:gd name="T43" fmla="*/ 166 h 412"/>
                  <a:gd name="T44" fmla="*/ 30 w 178"/>
                  <a:gd name="T45" fmla="*/ 150 h 412"/>
                  <a:gd name="T46" fmla="*/ 30 w 178"/>
                  <a:gd name="T47" fmla="*/ 150 h 412"/>
                  <a:gd name="T48" fmla="*/ 38 w 178"/>
                  <a:gd name="T49" fmla="*/ 112 h 412"/>
                  <a:gd name="T50" fmla="*/ 38 w 178"/>
                  <a:gd name="T51" fmla="*/ 112 h 412"/>
                  <a:gd name="T52" fmla="*/ 60 w 178"/>
                  <a:gd name="T53" fmla="*/ 64 h 412"/>
                  <a:gd name="T54" fmla="*/ 60 w 178"/>
                  <a:gd name="T55" fmla="*/ 64 h 412"/>
                  <a:gd name="T56" fmla="*/ 76 w 178"/>
                  <a:gd name="T57" fmla="*/ 44 h 412"/>
                  <a:gd name="T58" fmla="*/ 90 w 178"/>
                  <a:gd name="T59" fmla="*/ 28 h 412"/>
                  <a:gd name="T60" fmla="*/ 104 w 178"/>
                  <a:gd name="T61" fmla="*/ 14 h 412"/>
                  <a:gd name="T62" fmla="*/ 122 w 178"/>
                  <a:gd name="T63" fmla="*/ 0 h 412"/>
                  <a:gd name="T64" fmla="*/ 122 w 178"/>
                  <a:gd name="T65" fmla="*/ 0 h 412"/>
                  <a:gd name="T66" fmla="*/ 164 w 178"/>
                  <a:gd name="T67" fmla="*/ 2 h 412"/>
                  <a:gd name="T68" fmla="*/ 164 w 178"/>
                  <a:gd name="T69" fmla="*/ 2 h 412"/>
                  <a:gd name="T70" fmla="*/ 170 w 178"/>
                  <a:gd name="T71" fmla="*/ 6 h 412"/>
                  <a:gd name="T72" fmla="*/ 170 w 178"/>
                  <a:gd name="T73" fmla="*/ 6 h 412"/>
                  <a:gd name="T74" fmla="*/ 176 w 178"/>
                  <a:gd name="T75" fmla="*/ 30 h 412"/>
                  <a:gd name="T76" fmla="*/ 178 w 178"/>
                  <a:gd name="T77" fmla="*/ 44 h 412"/>
                  <a:gd name="T78" fmla="*/ 178 w 178"/>
                  <a:gd name="T79" fmla="*/ 58 h 412"/>
                  <a:gd name="T80" fmla="*/ 178 w 178"/>
                  <a:gd name="T81" fmla="*/ 58 h 412"/>
                  <a:gd name="T82" fmla="*/ 172 w 178"/>
                  <a:gd name="T83" fmla="*/ 72 h 412"/>
                  <a:gd name="T84" fmla="*/ 168 w 178"/>
                  <a:gd name="T85" fmla="*/ 86 h 412"/>
                  <a:gd name="T86" fmla="*/ 166 w 178"/>
                  <a:gd name="T87" fmla="*/ 102 h 412"/>
                  <a:gd name="T88" fmla="*/ 166 w 178"/>
                  <a:gd name="T89" fmla="*/ 118 h 412"/>
                  <a:gd name="T90" fmla="*/ 168 w 178"/>
                  <a:gd name="T91" fmla="*/ 154 h 412"/>
                  <a:gd name="T92" fmla="*/ 170 w 178"/>
                  <a:gd name="T93" fmla="*/ 188 h 412"/>
                  <a:gd name="T94" fmla="*/ 170 w 178"/>
                  <a:gd name="T95" fmla="*/ 188 h 412"/>
                  <a:gd name="T96" fmla="*/ 164 w 178"/>
                  <a:gd name="T97" fmla="*/ 202 h 412"/>
                  <a:gd name="T98" fmla="*/ 158 w 178"/>
                  <a:gd name="T99" fmla="*/ 218 h 412"/>
                  <a:gd name="T100" fmla="*/ 158 w 178"/>
                  <a:gd name="T101" fmla="*/ 218 h 412"/>
                  <a:gd name="T102" fmla="*/ 118 w 178"/>
                  <a:gd name="T103" fmla="*/ 304 h 412"/>
                  <a:gd name="T104" fmla="*/ 118 w 178"/>
                  <a:gd name="T105" fmla="*/ 304 h 412"/>
                  <a:gd name="T106" fmla="*/ 108 w 178"/>
                  <a:gd name="T107" fmla="*/ 398 h 412"/>
                  <a:gd name="T108" fmla="*/ 108 w 178"/>
                  <a:gd name="T109" fmla="*/ 398 h 412"/>
                  <a:gd name="T110" fmla="*/ 98 w 178"/>
                  <a:gd name="T111" fmla="*/ 408 h 412"/>
                  <a:gd name="T112" fmla="*/ 98 w 178"/>
                  <a:gd name="T113" fmla="*/ 408 h 412"/>
                  <a:gd name="T114" fmla="*/ 90 w 178"/>
                  <a:gd name="T115" fmla="*/ 410 h 412"/>
                  <a:gd name="T116" fmla="*/ 82 w 178"/>
                  <a:gd name="T117" fmla="*/ 412 h 412"/>
                  <a:gd name="T118" fmla="*/ 82 w 178"/>
                  <a:gd name="T119" fmla="*/ 412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8" h="412">
                    <a:moveTo>
                      <a:pt x="82" y="412"/>
                    </a:moveTo>
                    <a:lnTo>
                      <a:pt x="82" y="412"/>
                    </a:lnTo>
                    <a:lnTo>
                      <a:pt x="50" y="364"/>
                    </a:lnTo>
                    <a:lnTo>
                      <a:pt x="50" y="364"/>
                    </a:lnTo>
                    <a:lnTo>
                      <a:pt x="40" y="360"/>
                    </a:lnTo>
                    <a:lnTo>
                      <a:pt x="34" y="356"/>
                    </a:lnTo>
                    <a:lnTo>
                      <a:pt x="28" y="350"/>
                    </a:lnTo>
                    <a:lnTo>
                      <a:pt x="26" y="346"/>
                    </a:lnTo>
                    <a:lnTo>
                      <a:pt x="20" y="336"/>
                    </a:lnTo>
                    <a:lnTo>
                      <a:pt x="16" y="324"/>
                    </a:lnTo>
                    <a:lnTo>
                      <a:pt x="16" y="324"/>
                    </a:lnTo>
                    <a:lnTo>
                      <a:pt x="0" y="304"/>
                    </a:lnTo>
                    <a:lnTo>
                      <a:pt x="0" y="304"/>
                    </a:lnTo>
                    <a:lnTo>
                      <a:pt x="2" y="280"/>
                    </a:lnTo>
                    <a:lnTo>
                      <a:pt x="6" y="258"/>
                    </a:lnTo>
                    <a:lnTo>
                      <a:pt x="8" y="238"/>
                    </a:lnTo>
                    <a:lnTo>
                      <a:pt x="8" y="228"/>
                    </a:lnTo>
                    <a:lnTo>
                      <a:pt x="6" y="220"/>
                    </a:lnTo>
                    <a:lnTo>
                      <a:pt x="6" y="220"/>
                    </a:lnTo>
                    <a:lnTo>
                      <a:pt x="6" y="196"/>
                    </a:lnTo>
                    <a:lnTo>
                      <a:pt x="10" y="180"/>
                    </a:lnTo>
                    <a:lnTo>
                      <a:pt x="16" y="166"/>
                    </a:lnTo>
                    <a:lnTo>
                      <a:pt x="30" y="150"/>
                    </a:lnTo>
                    <a:lnTo>
                      <a:pt x="30" y="150"/>
                    </a:lnTo>
                    <a:lnTo>
                      <a:pt x="38" y="112"/>
                    </a:lnTo>
                    <a:lnTo>
                      <a:pt x="38" y="112"/>
                    </a:lnTo>
                    <a:lnTo>
                      <a:pt x="60" y="64"/>
                    </a:lnTo>
                    <a:lnTo>
                      <a:pt x="60" y="64"/>
                    </a:lnTo>
                    <a:lnTo>
                      <a:pt x="76" y="44"/>
                    </a:lnTo>
                    <a:lnTo>
                      <a:pt x="90" y="28"/>
                    </a:lnTo>
                    <a:lnTo>
                      <a:pt x="104" y="14"/>
                    </a:lnTo>
                    <a:lnTo>
                      <a:pt x="122" y="0"/>
                    </a:lnTo>
                    <a:lnTo>
                      <a:pt x="122" y="0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70" y="6"/>
                    </a:lnTo>
                    <a:lnTo>
                      <a:pt x="170" y="6"/>
                    </a:lnTo>
                    <a:lnTo>
                      <a:pt x="176" y="30"/>
                    </a:lnTo>
                    <a:lnTo>
                      <a:pt x="178" y="44"/>
                    </a:lnTo>
                    <a:lnTo>
                      <a:pt x="178" y="58"/>
                    </a:lnTo>
                    <a:lnTo>
                      <a:pt x="178" y="58"/>
                    </a:lnTo>
                    <a:lnTo>
                      <a:pt x="172" y="72"/>
                    </a:lnTo>
                    <a:lnTo>
                      <a:pt x="168" y="86"/>
                    </a:lnTo>
                    <a:lnTo>
                      <a:pt x="166" y="102"/>
                    </a:lnTo>
                    <a:lnTo>
                      <a:pt x="166" y="118"/>
                    </a:lnTo>
                    <a:lnTo>
                      <a:pt x="168" y="154"/>
                    </a:lnTo>
                    <a:lnTo>
                      <a:pt x="170" y="188"/>
                    </a:lnTo>
                    <a:lnTo>
                      <a:pt x="170" y="188"/>
                    </a:lnTo>
                    <a:lnTo>
                      <a:pt x="164" y="202"/>
                    </a:lnTo>
                    <a:lnTo>
                      <a:pt x="158" y="218"/>
                    </a:lnTo>
                    <a:lnTo>
                      <a:pt x="158" y="218"/>
                    </a:lnTo>
                    <a:lnTo>
                      <a:pt x="118" y="304"/>
                    </a:lnTo>
                    <a:lnTo>
                      <a:pt x="118" y="304"/>
                    </a:lnTo>
                    <a:lnTo>
                      <a:pt x="108" y="398"/>
                    </a:lnTo>
                    <a:lnTo>
                      <a:pt x="108" y="398"/>
                    </a:lnTo>
                    <a:lnTo>
                      <a:pt x="98" y="408"/>
                    </a:lnTo>
                    <a:lnTo>
                      <a:pt x="98" y="408"/>
                    </a:lnTo>
                    <a:lnTo>
                      <a:pt x="90" y="410"/>
                    </a:lnTo>
                    <a:lnTo>
                      <a:pt x="82" y="412"/>
                    </a:lnTo>
                    <a:lnTo>
                      <a:pt x="82" y="412"/>
                    </a:lnTo>
                    <a:close/>
                  </a:path>
                </a:pathLst>
              </a:custGeom>
              <a:solidFill>
                <a:srgbClr val="DC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Freeform 13"/>
              <p:cNvSpPr/>
              <p:nvPr/>
            </p:nvSpPr>
            <p:spPr bwMode="auto">
              <a:xfrm>
                <a:off x="13713" y="7343"/>
                <a:ext cx="340" cy="851"/>
              </a:xfrm>
              <a:custGeom>
                <a:avLst/>
                <a:gdLst>
                  <a:gd name="T0" fmla="*/ 76 w 156"/>
                  <a:gd name="T1" fmla="*/ 390 h 390"/>
                  <a:gd name="T2" fmla="*/ 76 w 156"/>
                  <a:gd name="T3" fmla="*/ 390 h 390"/>
                  <a:gd name="T4" fmla="*/ 46 w 156"/>
                  <a:gd name="T5" fmla="*/ 344 h 390"/>
                  <a:gd name="T6" fmla="*/ 46 w 156"/>
                  <a:gd name="T7" fmla="*/ 344 h 390"/>
                  <a:gd name="T8" fmla="*/ 26 w 156"/>
                  <a:gd name="T9" fmla="*/ 338 h 390"/>
                  <a:gd name="T10" fmla="*/ 26 w 156"/>
                  <a:gd name="T11" fmla="*/ 338 h 390"/>
                  <a:gd name="T12" fmla="*/ 22 w 156"/>
                  <a:gd name="T13" fmla="*/ 324 h 390"/>
                  <a:gd name="T14" fmla="*/ 14 w 156"/>
                  <a:gd name="T15" fmla="*/ 310 h 390"/>
                  <a:gd name="T16" fmla="*/ 6 w 156"/>
                  <a:gd name="T17" fmla="*/ 300 h 390"/>
                  <a:gd name="T18" fmla="*/ 0 w 156"/>
                  <a:gd name="T19" fmla="*/ 294 h 390"/>
                  <a:gd name="T20" fmla="*/ 0 w 156"/>
                  <a:gd name="T21" fmla="*/ 294 h 390"/>
                  <a:gd name="T22" fmla="*/ 0 w 156"/>
                  <a:gd name="T23" fmla="*/ 272 h 390"/>
                  <a:gd name="T24" fmla="*/ 0 w 156"/>
                  <a:gd name="T25" fmla="*/ 272 h 390"/>
                  <a:gd name="T26" fmla="*/ 4 w 156"/>
                  <a:gd name="T27" fmla="*/ 242 h 390"/>
                  <a:gd name="T28" fmla="*/ 6 w 156"/>
                  <a:gd name="T29" fmla="*/ 230 h 390"/>
                  <a:gd name="T30" fmla="*/ 8 w 156"/>
                  <a:gd name="T31" fmla="*/ 216 h 390"/>
                  <a:gd name="T32" fmla="*/ 8 w 156"/>
                  <a:gd name="T33" fmla="*/ 216 h 390"/>
                  <a:gd name="T34" fmla="*/ 4 w 156"/>
                  <a:gd name="T35" fmla="*/ 202 h 390"/>
                  <a:gd name="T36" fmla="*/ 4 w 156"/>
                  <a:gd name="T37" fmla="*/ 192 h 390"/>
                  <a:gd name="T38" fmla="*/ 4 w 156"/>
                  <a:gd name="T39" fmla="*/ 182 h 390"/>
                  <a:gd name="T40" fmla="*/ 8 w 156"/>
                  <a:gd name="T41" fmla="*/ 174 h 390"/>
                  <a:gd name="T42" fmla="*/ 18 w 156"/>
                  <a:gd name="T43" fmla="*/ 158 h 390"/>
                  <a:gd name="T44" fmla="*/ 30 w 156"/>
                  <a:gd name="T45" fmla="*/ 142 h 390"/>
                  <a:gd name="T46" fmla="*/ 30 w 156"/>
                  <a:gd name="T47" fmla="*/ 142 h 390"/>
                  <a:gd name="T48" fmla="*/ 38 w 156"/>
                  <a:gd name="T49" fmla="*/ 108 h 390"/>
                  <a:gd name="T50" fmla="*/ 38 w 156"/>
                  <a:gd name="T51" fmla="*/ 108 h 390"/>
                  <a:gd name="T52" fmla="*/ 48 w 156"/>
                  <a:gd name="T53" fmla="*/ 84 h 390"/>
                  <a:gd name="T54" fmla="*/ 56 w 156"/>
                  <a:gd name="T55" fmla="*/ 64 h 390"/>
                  <a:gd name="T56" fmla="*/ 68 w 156"/>
                  <a:gd name="T57" fmla="*/ 46 h 390"/>
                  <a:gd name="T58" fmla="*/ 84 w 156"/>
                  <a:gd name="T59" fmla="*/ 28 h 390"/>
                  <a:gd name="T60" fmla="*/ 84 w 156"/>
                  <a:gd name="T61" fmla="*/ 28 h 390"/>
                  <a:gd name="T62" fmla="*/ 116 w 156"/>
                  <a:gd name="T63" fmla="*/ 2 h 390"/>
                  <a:gd name="T64" fmla="*/ 116 w 156"/>
                  <a:gd name="T65" fmla="*/ 2 h 390"/>
                  <a:gd name="T66" fmla="*/ 150 w 156"/>
                  <a:gd name="T67" fmla="*/ 0 h 390"/>
                  <a:gd name="T68" fmla="*/ 150 w 156"/>
                  <a:gd name="T69" fmla="*/ 0 h 390"/>
                  <a:gd name="T70" fmla="*/ 154 w 156"/>
                  <a:gd name="T71" fmla="*/ 18 h 390"/>
                  <a:gd name="T72" fmla="*/ 156 w 156"/>
                  <a:gd name="T73" fmla="*/ 32 h 390"/>
                  <a:gd name="T74" fmla="*/ 156 w 156"/>
                  <a:gd name="T75" fmla="*/ 44 h 390"/>
                  <a:gd name="T76" fmla="*/ 156 w 156"/>
                  <a:gd name="T77" fmla="*/ 44 h 390"/>
                  <a:gd name="T78" fmla="*/ 150 w 156"/>
                  <a:gd name="T79" fmla="*/ 56 h 390"/>
                  <a:gd name="T80" fmla="*/ 146 w 156"/>
                  <a:gd name="T81" fmla="*/ 70 h 390"/>
                  <a:gd name="T82" fmla="*/ 144 w 156"/>
                  <a:gd name="T83" fmla="*/ 86 h 390"/>
                  <a:gd name="T84" fmla="*/ 142 w 156"/>
                  <a:gd name="T85" fmla="*/ 102 h 390"/>
                  <a:gd name="T86" fmla="*/ 144 w 156"/>
                  <a:gd name="T87" fmla="*/ 138 h 390"/>
                  <a:gd name="T88" fmla="*/ 146 w 156"/>
                  <a:gd name="T89" fmla="*/ 174 h 390"/>
                  <a:gd name="T90" fmla="*/ 146 w 156"/>
                  <a:gd name="T91" fmla="*/ 174 h 390"/>
                  <a:gd name="T92" fmla="*/ 138 w 156"/>
                  <a:gd name="T93" fmla="*/ 196 h 390"/>
                  <a:gd name="T94" fmla="*/ 126 w 156"/>
                  <a:gd name="T95" fmla="*/ 222 h 390"/>
                  <a:gd name="T96" fmla="*/ 102 w 156"/>
                  <a:gd name="T97" fmla="*/ 270 h 390"/>
                  <a:gd name="T98" fmla="*/ 102 w 156"/>
                  <a:gd name="T99" fmla="*/ 270 h 390"/>
                  <a:gd name="T100" fmla="*/ 96 w 156"/>
                  <a:gd name="T101" fmla="*/ 290 h 390"/>
                  <a:gd name="T102" fmla="*/ 96 w 156"/>
                  <a:gd name="T103" fmla="*/ 290 h 390"/>
                  <a:gd name="T104" fmla="*/ 84 w 156"/>
                  <a:gd name="T105" fmla="*/ 382 h 390"/>
                  <a:gd name="T106" fmla="*/ 84 w 156"/>
                  <a:gd name="T107" fmla="*/ 382 h 390"/>
                  <a:gd name="T108" fmla="*/ 80 w 156"/>
                  <a:gd name="T109" fmla="*/ 386 h 390"/>
                  <a:gd name="T110" fmla="*/ 76 w 156"/>
                  <a:gd name="T111" fmla="*/ 390 h 390"/>
                  <a:gd name="T112" fmla="*/ 76 w 156"/>
                  <a:gd name="T113" fmla="*/ 39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56" h="390">
                    <a:moveTo>
                      <a:pt x="76" y="390"/>
                    </a:moveTo>
                    <a:lnTo>
                      <a:pt x="76" y="390"/>
                    </a:lnTo>
                    <a:lnTo>
                      <a:pt x="46" y="344"/>
                    </a:lnTo>
                    <a:lnTo>
                      <a:pt x="46" y="344"/>
                    </a:lnTo>
                    <a:lnTo>
                      <a:pt x="26" y="338"/>
                    </a:lnTo>
                    <a:lnTo>
                      <a:pt x="26" y="338"/>
                    </a:lnTo>
                    <a:lnTo>
                      <a:pt x="22" y="324"/>
                    </a:lnTo>
                    <a:lnTo>
                      <a:pt x="14" y="310"/>
                    </a:lnTo>
                    <a:lnTo>
                      <a:pt x="6" y="300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272"/>
                    </a:lnTo>
                    <a:lnTo>
                      <a:pt x="0" y="272"/>
                    </a:lnTo>
                    <a:lnTo>
                      <a:pt x="4" y="242"/>
                    </a:lnTo>
                    <a:lnTo>
                      <a:pt x="6" y="230"/>
                    </a:lnTo>
                    <a:lnTo>
                      <a:pt x="8" y="216"/>
                    </a:lnTo>
                    <a:lnTo>
                      <a:pt x="8" y="216"/>
                    </a:lnTo>
                    <a:lnTo>
                      <a:pt x="4" y="202"/>
                    </a:lnTo>
                    <a:lnTo>
                      <a:pt x="4" y="192"/>
                    </a:lnTo>
                    <a:lnTo>
                      <a:pt x="4" y="182"/>
                    </a:lnTo>
                    <a:lnTo>
                      <a:pt x="8" y="174"/>
                    </a:lnTo>
                    <a:lnTo>
                      <a:pt x="18" y="158"/>
                    </a:lnTo>
                    <a:lnTo>
                      <a:pt x="30" y="142"/>
                    </a:lnTo>
                    <a:lnTo>
                      <a:pt x="30" y="142"/>
                    </a:lnTo>
                    <a:lnTo>
                      <a:pt x="38" y="108"/>
                    </a:lnTo>
                    <a:lnTo>
                      <a:pt x="38" y="108"/>
                    </a:lnTo>
                    <a:lnTo>
                      <a:pt x="48" y="84"/>
                    </a:lnTo>
                    <a:lnTo>
                      <a:pt x="56" y="64"/>
                    </a:lnTo>
                    <a:lnTo>
                      <a:pt x="68" y="46"/>
                    </a:lnTo>
                    <a:lnTo>
                      <a:pt x="84" y="28"/>
                    </a:lnTo>
                    <a:lnTo>
                      <a:pt x="84" y="28"/>
                    </a:lnTo>
                    <a:lnTo>
                      <a:pt x="116" y="2"/>
                    </a:lnTo>
                    <a:lnTo>
                      <a:pt x="116" y="2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4" y="18"/>
                    </a:lnTo>
                    <a:lnTo>
                      <a:pt x="156" y="32"/>
                    </a:lnTo>
                    <a:lnTo>
                      <a:pt x="156" y="44"/>
                    </a:lnTo>
                    <a:lnTo>
                      <a:pt x="156" y="44"/>
                    </a:lnTo>
                    <a:lnTo>
                      <a:pt x="150" y="56"/>
                    </a:lnTo>
                    <a:lnTo>
                      <a:pt x="146" y="70"/>
                    </a:lnTo>
                    <a:lnTo>
                      <a:pt x="144" y="86"/>
                    </a:lnTo>
                    <a:lnTo>
                      <a:pt x="142" y="102"/>
                    </a:lnTo>
                    <a:lnTo>
                      <a:pt x="144" y="138"/>
                    </a:lnTo>
                    <a:lnTo>
                      <a:pt x="146" y="174"/>
                    </a:lnTo>
                    <a:lnTo>
                      <a:pt x="146" y="174"/>
                    </a:lnTo>
                    <a:lnTo>
                      <a:pt x="138" y="196"/>
                    </a:lnTo>
                    <a:lnTo>
                      <a:pt x="126" y="222"/>
                    </a:lnTo>
                    <a:lnTo>
                      <a:pt x="102" y="270"/>
                    </a:lnTo>
                    <a:lnTo>
                      <a:pt x="102" y="270"/>
                    </a:lnTo>
                    <a:lnTo>
                      <a:pt x="96" y="290"/>
                    </a:lnTo>
                    <a:lnTo>
                      <a:pt x="96" y="290"/>
                    </a:lnTo>
                    <a:lnTo>
                      <a:pt x="84" y="382"/>
                    </a:lnTo>
                    <a:lnTo>
                      <a:pt x="84" y="382"/>
                    </a:lnTo>
                    <a:lnTo>
                      <a:pt x="80" y="386"/>
                    </a:lnTo>
                    <a:lnTo>
                      <a:pt x="76" y="390"/>
                    </a:lnTo>
                    <a:lnTo>
                      <a:pt x="76" y="390"/>
                    </a:lnTo>
                    <a:close/>
                  </a:path>
                </a:pathLst>
              </a:custGeom>
              <a:solidFill>
                <a:srgbClr val="B686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8591" y="5314"/>
                <a:ext cx="2796" cy="3307"/>
                <a:chOff x="5455482" y="4206760"/>
                <a:chExt cx="1775751" cy="2099875"/>
              </a:xfrm>
            </p:grpSpPr>
            <p:sp>
              <p:nvSpPr>
                <p:cNvPr id="93" name="Freeform 10"/>
                <p:cNvSpPr/>
                <p:nvPr/>
              </p:nvSpPr>
              <p:spPr bwMode="auto">
                <a:xfrm>
                  <a:off x="5455482" y="5015683"/>
                  <a:ext cx="1221695" cy="1290952"/>
                </a:xfrm>
                <a:custGeom>
                  <a:avLst/>
                  <a:gdLst>
                    <a:gd name="T0" fmla="*/ 356 w 882"/>
                    <a:gd name="T1" fmla="*/ 898 h 932"/>
                    <a:gd name="T2" fmla="*/ 352 w 882"/>
                    <a:gd name="T3" fmla="*/ 844 h 932"/>
                    <a:gd name="T4" fmla="*/ 310 w 882"/>
                    <a:gd name="T5" fmla="*/ 844 h 932"/>
                    <a:gd name="T6" fmla="*/ 246 w 882"/>
                    <a:gd name="T7" fmla="*/ 840 h 932"/>
                    <a:gd name="T8" fmla="*/ 208 w 882"/>
                    <a:gd name="T9" fmla="*/ 800 h 932"/>
                    <a:gd name="T10" fmla="*/ 164 w 882"/>
                    <a:gd name="T11" fmla="*/ 782 h 932"/>
                    <a:gd name="T12" fmla="*/ 166 w 882"/>
                    <a:gd name="T13" fmla="*/ 724 h 932"/>
                    <a:gd name="T14" fmla="*/ 138 w 882"/>
                    <a:gd name="T15" fmla="*/ 676 h 932"/>
                    <a:gd name="T16" fmla="*/ 114 w 882"/>
                    <a:gd name="T17" fmla="*/ 616 h 932"/>
                    <a:gd name="T18" fmla="*/ 88 w 882"/>
                    <a:gd name="T19" fmla="*/ 564 h 932"/>
                    <a:gd name="T20" fmla="*/ 16 w 882"/>
                    <a:gd name="T21" fmla="*/ 578 h 932"/>
                    <a:gd name="T22" fmla="*/ 0 w 882"/>
                    <a:gd name="T23" fmla="*/ 490 h 932"/>
                    <a:gd name="T24" fmla="*/ 84 w 882"/>
                    <a:gd name="T25" fmla="*/ 392 h 932"/>
                    <a:gd name="T26" fmla="*/ 120 w 882"/>
                    <a:gd name="T27" fmla="*/ 310 h 932"/>
                    <a:gd name="T28" fmla="*/ 130 w 882"/>
                    <a:gd name="T29" fmla="*/ 236 h 932"/>
                    <a:gd name="T30" fmla="*/ 126 w 882"/>
                    <a:gd name="T31" fmla="*/ 178 h 932"/>
                    <a:gd name="T32" fmla="*/ 104 w 882"/>
                    <a:gd name="T33" fmla="*/ 108 h 932"/>
                    <a:gd name="T34" fmla="*/ 126 w 882"/>
                    <a:gd name="T35" fmla="*/ 52 h 932"/>
                    <a:gd name="T36" fmla="*/ 134 w 882"/>
                    <a:gd name="T37" fmla="*/ 0 h 932"/>
                    <a:gd name="T38" fmla="*/ 170 w 882"/>
                    <a:gd name="T39" fmla="*/ 44 h 932"/>
                    <a:gd name="T40" fmla="*/ 208 w 882"/>
                    <a:gd name="T41" fmla="*/ 100 h 932"/>
                    <a:gd name="T42" fmla="*/ 218 w 882"/>
                    <a:gd name="T43" fmla="*/ 44 h 932"/>
                    <a:gd name="T44" fmla="*/ 252 w 882"/>
                    <a:gd name="T45" fmla="*/ 88 h 932"/>
                    <a:gd name="T46" fmla="*/ 332 w 882"/>
                    <a:gd name="T47" fmla="*/ 148 h 932"/>
                    <a:gd name="T48" fmla="*/ 406 w 882"/>
                    <a:gd name="T49" fmla="*/ 280 h 932"/>
                    <a:gd name="T50" fmla="*/ 400 w 882"/>
                    <a:gd name="T51" fmla="*/ 336 h 932"/>
                    <a:gd name="T52" fmla="*/ 452 w 882"/>
                    <a:gd name="T53" fmla="*/ 370 h 932"/>
                    <a:gd name="T54" fmla="*/ 574 w 882"/>
                    <a:gd name="T55" fmla="*/ 346 h 932"/>
                    <a:gd name="T56" fmla="*/ 586 w 882"/>
                    <a:gd name="T57" fmla="*/ 290 h 932"/>
                    <a:gd name="T58" fmla="*/ 558 w 882"/>
                    <a:gd name="T59" fmla="*/ 230 h 932"/>
                    <a:gd name="T60" fmla="*/ 620 w 882"/>
                    <a:gd name="T61" fmla="*/ 178 h 932"/>
                    <a:gd name="T62" fmla="*/ 606 w 882"/>
                    <a:gd name="T63" fmla="*/ 122 h 932"/>
                    <a:gd name="T64" fmla="*/ 614 w 882"/>
                    <a:gd name="T65" fmla="*/ 104 h 932"/>
                    <a:gd name="T66" fmla="*/ 654 w 882"/>
                    <a:gd name="T67" fmla="*/ 64 h 932"/>
                    <a:gd name="T68" fmla="*/ 712 w 882"/>
                    <a:gd name="T69" fmla="*/ 144 h 932"/>
                    <a:gd name="T70" fmla="*/ 790 w 882"/>
                    <a:gd name="T71" fmla="*/ 128 h 932"/>
                    <a:gd name="T72" fmla="*/ 790 w 882"/>
                    <a:gd name="T73" fmla="*/ 188 h 932"/>
                    <a:gd name="T74" fmla="*/ 752 w 882"/>
                    <a:gd name="T75" fmla="*/ 208 h 932"/>
                    <a:gd name="T76" fmla="*/ 660 w 882"/>
                    <a:gd name="T77" fmla="*/ 204 h 932"/>
                    <a:gd name="T78" fmla="*/ 630 w 882"/>
                    <a:gd name="T79" fmla="*/ 266 h 932"/>
                    <a:gd name="T80" fmla="*/ 652 w 882"/>
                    <a:gd name="T81" fmla="*/ 308 h 932"/>
                    <a:gd name="T82" fmla="*/ 698 w 882"/>
                    <a:gd name="T83" fmla="*/ 300 h 932"/>
                    <a:gd name="T84" fmla="*/ 718 w 882"/>
                    <a:gd name="T85" fmla="*/ 330 h 932"/>
                    <a:gd name="T86" fmla="*/ 692 w 882"/>
                    <a:gd name="T87" fmla="*/ 418 h 932"/>
                    <a:gd name="T88" fmla="*/ 732 w 882"/>
                    <a:gd name="T89" fmla="*/ 472 h 932"/>
                    <a:gd name="T90" fmla="*/ 726 w 882"/>
                    <a:gd name="T91" fmla="*/ 528 h 932"/>
                    <a:gd name="T92" fmla="*/ 828 w 882"/>
                    <a:gd name="T93" fmla="*/ 590 h 932"/>
                    <a:gd name="T94" fmla="*/ 876 w 882"/>
                    <a:gd name="T95" fmla="*/ 606 h 932"/>
                    <a:gd name="T96" fmla="*/ 850 w 882"/>
                    <a:gd name="T97" fmla="*/ 658 h 932"/>
                    <a:gd name="T98" fmla="*/ 784 w 882"/>
                    <a:gd name="T99" fmla="*/ 676 h 932"/>
                    <a:gd name="T100" fmla="*/ 720 w 882"/>
                    <a:gd name="T101" fmla="*/ 734 h 932"/>
                    <a:gd name="T102" fmla="*/ 650 w 882"/>
                    <a:gd name="T103" fmla="*/ 764 h 932"/>
                    <a:gd name="T104" fmla="*/ 612 w 882"/>
                    <a:gd name="T105" fmla="*/ 742 h 932"/>
                    <a:gd name="T106" fmla="*/ 564 w 882"/>
                    <a:gd name="T107" fmla="*/ 760 h 932"/>
                    <a:gd name="T108" fmla="*/ 526 w 882"/>
                    <a:gd name="T109" fmla="*/ 740 h 932"/>
                    <a:gd name="T110" fmla="*/ 482 w 882"/>
                    <a:gd name="T111" fmla="*/ 750 h 932"/>
                    <a:gd name="T112" fmla="*/ 448 w 882"/>
                    <a:gd name="T113" fmla="*/ 768 h 932"/>
                    <a:gd name="T114" fmla="*/ 404 w 882"/>
                    <a:gd name="T115" fmla="*/ 766 h 932"/>
                    <a:gd name="T116" fmla="*/ 410 w 882"/>
                    <a:gd name="T117" fmla="*/ 826 h 932"/>
                    <a:gd name="T118" fmla="*/ 410 w 882"/>
                    <a:gd name="T119" fmla="*/ 872 h 932"/>
                    <a:gd name="T120" fmla="*/ 406 w 882"/>
                    <a:gd name="T121" fmla="*/ 932 h 9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882" h="932">
                      <a:moveTo>
                        <a:pt x="406" y="932"/>
                      </a:moveTo>
                      <a:lnTo>
                        <a:pt x="406" y="932"/>
                      </a:lnTo>
                      <a:lnTo>
                        <a:pt x="392" y="920"/>
                      </a:lnTo>
                      <a:lnTo>
                        <a:pt x="380" y="910"/>
                      </a:lnTo>
                      <a:lnTo>
                        <a:pt x="368" y="904"/>
                      </a:lnTo>
                      <a:lnTo>
                        <a:pt x="356" y="898"/>
                      </a:lnTo>
                      <a:lnTo>
                        <a:pt x="356" y="898"/>
                      </a:lnTo>
                      <a:lnTo>
                        <a:pt x="358" y="880"/>
                      </a:lnTo>
                      <a:lnTo>
                        <a:pt x="358" y="866"/>
                      </a:lnTo>
                      <a:lnTo>
                        <a:pt x="356" y="854"/>
                      </a:lnTo>
                      <a:lnTo>
                        <a:pt x="352" y="844"/>
                      </a:lnTo>
                      <a:lnTo>
                        <a:pt x="352" y="844"/>
                      </a:lnTo>
                      <a:lnTo>
                        <a:pt x="342" y="836"/>
                      </a:lnTo>
                      <a:lnTo>
                        <a:pt x="342" y="836"/>
                      </a:lnTo>
                      <a:lnTo>
                        <a:pt x="332" y="836"/>
                      </a:lnTo>
                      <a:lnTo>
                        <a:pt x="324" y="838"/>
                      </a:lnTo>
                      <a:lnTo>
                        <a:pt x="316" y="840"/>
                      </a:lnTo>
                      <a:lnTo>
                        <a:pt x="310" y="844"/>
                      </a:lnTo>
                      <a:lnTo>
                        <a:pt x="298" y="854"/>
                      </a:lnTo>
                      <a:lnTo>
                        <a:pt x="288" y="866"/>
                      </a:lnTo>
                      <a:lnTo>
                        <a:pt x="288" y="866"/>
                      </a:lnTo>
                      <a:lnTo>
                        <a:pt x="260" y="860"/>
                      </a:lnTo>
                      <a:lnTo>
                        <a:pt x="260" y="860"/>
                      </a:lnTo>
                      <a:lnTo>
                        <a:pt x="246" y="840"/>
                      </a:lnTo>
                      <a:lnTo>
                        <a:pt x="240" y="832"/>
                      </a:lnTo>
                      <a:lnTo>
                        <a:pt x="234" y="828"/>
                      </a:lnTo>
                      <a:lnTo>
                        <a:pt x="234" y="828"/>
                      </a:lnTo>
                      <a:lnTo>
                        <a:pt x="218" y="808"/>
                      </a:lnTo>
                      <a:lnTo>
                        <a:pt x="212" y="802"/>
                      </a:lnTo>
                      <a:lnTo>
                        <a:pt x="208" y="800"/>
                      </a:lnTo>
                      <a:lnTo>
                        <a:pt x="202" y="798"/>
                      </a:lnTo>
                      <a:lnTo>
                        <a:pt x="194" y="798"/>
                      </a:lnTo>
                      <a:lnTo>
                        <a:pt x="172" y="798"/>
                      </a:lnTo>
                      <a:lnTo>
                        <a:pt x="172" y="798"/>
                      </a:lnTo>
                      <a:lnTo>
                        <a:pt x="168" y="790"/>
                      </a:lnTo>
                      <a:lnTo>
                        <a:pt x="164" y="782"/>
                      </a:lnTo>
                      <a:lnTo>
                        <a:pt x="162" y="774"/>
                      </a:lnTo>
                      <a:lnTo>
                        <a:pt x="160" y="766"/>
                      </a:lnTo>
                      <a:lnTo>
                        <a:pt x="160" y="752"/>
                      </a:lnTo>
                      <a:lnTo>
                        <a:pt x="160" y="740"/>
                      </a:lnTo>
                      <a:lnTo>
                        <a:pt x="160" y="740"/>
                      </a:lnTo>
                      <a:lnTo>
                        <a:pt x="166" y="724"/>
                      </a:lnTo>
                      <a:lnTo>
                        <a:pt x="168" y="708"/>
                      </a:lnTo>
                      <a:lnTo>
                        <a:pt x="166" y="694"/>
                      </a:lnTo>
                      <a:lnTo>
                        <a:pt x="164" y="688"/>
                      </a:lnTo>
                      <a:lnTo>
                        <a:pt x="162" y="682"/>
                      </a:lnTo>
                      <a:lnTo>
                        <a:pt x="162" y="682"/>
                      </a:lnTo>
                      <a:lnTo>
                        <a:pt x="138" y="676"/>
                      </a:lnTo>
                      <a:lnTo>
                        <a:pt x="126" y="670"/>
                      </a:lnTo>
                      <a:lnTo>
                        <a:pt x="124" y="668"/>
                      </a:lnTo>
                      <a:lnTo>
                        <a:pt x="124" y="664"/>
                      </a:lnTo>
                      <a:lnTo>
                        <a:pt x="124" y="650"/>
                      </a:lnTo>
                      <a:lnTo>
                        <a:pt x="124" y="650"/>
                      </a:lnTo>
                      <a:lnTo>
                        <a:pt x="114" y="616"/>
                      </a:lnTo>
                      <a:lnTo>
                        <a:pt x="114" y="616"/>
                      </a:lnTo>
                      <a:lnTo>
                        <a:pt x="102" y="598"/>
                      </a:lnTo>
                      <a:lnTo>
                        <a:pt x="102" y="598"/>
                      </a:lnTo>
                      <a:lnTo>
                        <a:pt x="96" y="576"/>
                      </a:lnTo>
                      <a:lnTo>
                        <a:pt x="92" y="568"/>
                      </a:lnTo>
                      <a:lnTo>
                        <a:pt x="88" y="564"/>
                      </a:lnTo>
                      <a:lnTo>
                        <a:pt x="82" y="560"/>
                      </a:lnTo>
                      <a:lnTo>
                        <a:pt x="76" y="558"/>
                      </a:lnTo>
                      <a:lnTo>
                        <a:pt x="58" y="556"/>
                      </a:lnTo>
                      <a:lnTo>
                        <a:pt x="58" y="556"/>
                      </a:lnTo>
                      <a:lnTo>
                        <a:pt x="30" y="572"/>
                      </a:lnTo>
                      <a:lnTo>
                        <a:pt x="16" y="578"/>
                      </a:lnTo>
                      <a:lnTo>
                        <a:pt x="4" y="580"/>
                      </a:lnTo>
                      <a:lnTo>
                        <a:pt x="4" y="580"/>
                      </a:lnTo>
                      <a:lnTo>
                        <a:pt x="2" y="576"/>
                      </a:lnTo>
                      <a:lnTo>
                        <a:pt x="2" y="576"/>
                      </a:lnTo>
                      <a:lnTo>
                        <a:pt x="0" y="490"/>
                      </a:lnTo>
                      <a:lnTo>
                        <a:pt x="0" y="490"/>
                      </a:lnTo>
                      <a:lnTo>
                        <a:pt x="16" y="454"/>
                      </a:lnTo>
                      <a:lnTo>
                        <a:pt x="16" y="454"/>
                      </a:lnTo>
                      <a:lnTo>
                        <a:pt x="32" y="436"/>
                      </a:lnTo>
                      <a:lnTo>
                        <a:pt x="46" y="422"/>
                      </a:lnTo>
                      <a:lnTo>
                        <a:pt x="62" y="408"/>
                      </a:lnTo>
                      <a:lnTo>
                        <a:pt x="84" y="392"/>
                      </a:lnTo>
                      <a:lnTo>
                        <a:pt x="84" y="392"/>
                      </a:lnTo>
                      <a:lnTo>
                        <a:pt x="108" y="370"/>
                      </a:lnTo>
                      <a:lnTo>
                        <a:pt x="108" y="370"/>
                      </a:lnTo>
                      <a:lnTo>
                        <a:pt x="110" y="328"/>
                      </a:lnTo>
                      <a:lnTo>
                        <a:pt x="110" y="328"/>
                      </a:lnTo>
                      <a:lnTo>
                        <a:pt x="120" y="310"/>
                      </a:lnTo>
                      <a:lnTo>
                        <a:pt x="120" y="310"/>
                      </a:lnTo>
                      <a:lnTo>
                        <a:pt x="120" y="288"/>
                      </a:lnTo>
                      <a:lnTo>
                        <a:pt x="120" y="266"/>
                      </a:lnTo>
                      <a:lnTo>
                        <a:pt x="124" y="248"/>
                      </a:lnTo>
                      <a:lnTo>
                        <a:pt x="126" y="240"/>
                      </a:lnTo>
                      <a:lnTo>
                        <a:pt x="130" y="236"/>
                      </a:lnTo>
                      <a:lnTo>
                        <a:pt x="130" y="236"/>
                      </a:lnTo>
                      <a:lnTo>
                        <a:pt x="132" y="218"/>
                      </a:lnTo>
                      <a:lnTo>
                        <a:pt x="134" y="204"/>
                      </a:lnTo>
                      <a:lnTo>
                        <a:pt x="132" y="190"/>
                      </a:lnTo>
                      <a:lnTo>
                        <a:pt x="126" y="178"/>
                      </a:lnTo>
                      <a:lnTo>
                        <a:pt x="126" y="178"/>
                      </a:lnTo>
                      <a:lnTo>
                        <a:pt x="84" y="142"/>
                      </a:lnTo>
                      <a:lnTo>
                        <a:pt x="84" y="142"/>
                      </a:lnTo>
                      <a:lnTo>
                        <a:pt x="84" y="110"/>
                      </a:lnTo>
                      <a:lnTo>
                        <a:pt x="84" y="110"/>
                      </a:lnTo>
                      <a:lnTo>
                        <a:pt x="94" y="110"/>
                      </a:lnTo>
                      <a:lnTo>
                        <a:pt x="104" y="108"/>
                      </a:lnTo>
                      <a:lnTo>
                        <a:pt x="126" y="100"/>
                      </a:lnTo>
                      <a:lnTo>
                        <a:pt x="126" y="100"/>
                      </a:lnTo>
                      <a:lnTo>
                        <a:pt x="128" y="88"/>
                      </a:lnTo>
                      <a:lnTo>
                        <a:pt x="128" y="76"/>
                      </a:lnTo>
                      <a:lnTo>
                        <a:pt x="128" y="64"/>
                      </a:lnTo>
                      <a:lnTo>
                        <a:pt x="126" y="52"/>
                      </a:lnTo>
                      <a:lnTo>
                        <a:pt x="120" y="32"/>
                      </a:lnTo>
                      <a:lnTo>
                        <a:pt x="120" y="22"/>
                      </a:lnTo>
                      <a:lnTo>
                        <a:pt x="118" y="12"/>
                      </a:lnTo>
                      <a:lnTo>
                        <a:pt x="118" y="12"/>
                      </a:lnTo>
                      <a:lnTo>
                        <a:pt x="126" y="6"/>
                      </a:lnTo>
                      <a:lnTo>
                        <a:pt x="134" y="0"/>
                      </a:lnTo>
                      <a:lnTo>
                        <a:pt x="138" y="0"/>
                      </a:lnTo>
                      <a:lnTo>
                        <a:pt x="142" y="0"/>
                      </a:lnTo>
                      <a:lnTo>
                        <a:pt x="148" y="4"/>
                      </a:lnTo>
                      <a:lnTo>
                        <a:pt x="154" y="8"/>
                      </a:lnTo>
                      <a:lnTo>
                        <a:pt x="154" y="8"/>
                      </a:lnTo>
                      <a:lnTo>
                        <a:pt x="170" y="44"/>
                      </a:lnTo>
                      <a:lnTo>
                        <a:pt x="178" y="66"/>
                      </a:lnTo>
                      <a:lnTo>
                        <a:pt x="184" y="90"/>
                      </a:lnTo>
                      <a:lnTo>
                        <a:pt x="184" y="90"/>
                      </a:lnTo>
                      <a:lnTo>
                        <a:pt x="188" y="96"/>
                      </a:lnTo>
                      <a:lnTo>
                        <a:pt x="192" y="98"/>
                      </a:lnTo>
                      <a:lnTo>
                        <a:pt x="208" y="100"/>
                      </a:lnTo>
                      <a:lnTo>
                        <a:pt x="208" y="100"/>
                      </a:lnTo>
                      <a:lnTo>
                        <a:pt x="212" y="92"/>
                      </a:lnTo>
                      <a:lnTo>
                        <a:pt x="216" y="86"/>
                      </a:lnTo>
                      <a:lnTo>
                        <a:pt x="218" y="70"/>
                      </a:lnTo>
                      <a:lnTo>
                        <a:pt x="218" y="44"/>
                      </a:lnTo>
                      <a:lnTo>
                        <a:pt x="218" y="44"/>
                      </a:lnTo>
                      <a:lnTo>
                        <a:pt x="230" y="34"/>
                      </a:lnTo>
                      <a:lnTo>
                        <a:pt x="230" y="34"/>
                      </a:lnTo>
                      <a:lnTo>
                        <a:pt x="236" y="44"/>
                      </a:lnTo>
                      <a:lnTo>
                        <a:pt x="242" y="56"/>
                      </a:lnTo>
                      <a:lnTo>
                        <a:pt x="252" y="88"/>
                      </a:lnTo>
                      <a:lnTo>
                        <a:pt x="252" y="88"/>
                      </a:lnTo>
                      <a:lnTo>
                        <a:pt x="268" y="112"/>
                      </a:lnTo>
                      <a:lnTo>
                        <a:pt x="278" y="126"/>
                      </a:lnTo>
                      <a:lnTo>
                        <a:pt x="292" y="142"/>
                      </a:lnTo>
                      <a:lnTo>
                        <a:pt x="292" y="142"/>
                      </a:lnTo>
                      <a:lnTo>
                        <a:pt x="332" y="148"/>
                      </a:lnTo>
                      <a:lnTo>
                        <a:pt x="332" y="148"/>
                      </a:lnTo>
                      <a:lnTo>
                        <a:pt x="368" y="216"/>
                      </a:lnTo>
                      <a:lnTo>
                        <a:pt x="368" y="216"/>
                      </a:lnTo>
                      <a:lnTo>
                        <a:pt x="404" y="264"/>
                      </a:lnTo>
                      <a:lnTo>
                        <a:pt x="404" y="264"/>
                      </a:lnTo>
                      <a:lnTo>
                        <a:pt x="406" y="280"/>
                      </a:lnTo>
                      <a:lnTo>
                        <a:pt x="406" y="280"/>
                      </a:lnTo>
                      <a:lnTo>
                        <a:pt x="398" y="290"/>
                      </a:lnTo>
                      <a:lnTo>
                        <a:pt x="392" y="298"/>
                      </a:lnTo>
                      <a:lnTo>
                        <a:pt x="390" y="306"/>
                      </a:lnTo>
                      <a:lnTo>
                        <a:pt x="390" y="324"/>
                      </a:lnTo>
                      <a:lnTo>
                        <a:pt x="390" y="324"/>
                      </a:lnTo>
                      <a:lnTo>
                        <a:pt x="400" y="336"/>
                      </a:lnTo>
                      <a:lnTo>
                        <a:pt x="408" y="346"/>
                      </a:lnTo>
                      <a:lnTo>
                        <a:pt x="422" y="356"/>
                      </a:lnTo>
                      <a:lnTo>
                        <a:pt x="430" y="358"/>
                      </a:lnTo>
                      <a:lnTo>
                        <a:pt x="440" y="362"/>
                      </a:lnTo>
                      <a:lnTo>
                        <a:pt x="440" y="362"/>
                      </a:lnTo>
                      <a:lnTo>
                        <a:pt x="452" y="370"/>
                      </a:lnTo>
                      <a:lnTo>
                        <a:pt x="460" y="376"/>
                      </a:lnTo>
                      <a:lnTo>
                        <a:pt x="472" y="380"/>
                      </a:lnTo>
                      <a:lnTo>
                        <a:pt x="472" y="380"/>
                      </a:lnTo>
                      <a:lnTo>
                        <a:pt x="500" y="378"/>
                      </a:lnTo>
                      <a:lnTo>
                        <a:pt x="500" y="378"/>
                      </a:lnTo>
                      <a:lnTo>
                        <a:pt x="574" y="346"/>
                      </a:lnTo>
                      <a:lnTo>
                        <a:pt x="574" y="346"/>
                      </a:lnTo>
                      <a:lnTo>
                        <a:pt x="580" y="330"/>
                      </a:lnTo>
                      <a:lnTo>
                        <a:pt x="584" y="318"/>
                      </a:lnTo>
                      <a:lnTo>
                        <a:pt x="586" y="304"/>
                      </a:lnTo>
                      <a:lnTo>
                        <a:pt x="586" y="290"/>
                      </a:lnTo>
                      <a:lnTo>
                        <a:pt x="586" y="290"/>
                      </a:lnTo>
                      <a:lnTo>
                        <a:pt x="578" y="278"/>
                      </a:lnTo>
                      <a:lnTo>
                        <a:pt x="572" y="272"/>
                      </a:lnTo>
                      <a:lnTo>
                        <a:pt x="558" y="262"/>
                      </a:lnTo>
                      <a:lnTo>
                        <a:pt x="558" y="262"/>
                      </a:lnTo>
                      <a:lnTo>
                        <a:pt x="558" y="238"/>
                      </a:lnTo>
                      <a:lnTo>
                        <a:pt x="558" y="230"/>
                      </a:lnTo>
                      <a:lnTo>
                        <a:pt x="564" y="222"/>
                      </a:lnTo>
                      <a:lnTo>
                        <a:pt x="564" y="222"/>
                      </a:lnTo>
                      <a:lnTo>
                        <a:pt x="578" y="214"/>
                      </a:lnTo>
                      <a:lnTo>
                        <a:pt x="594" y="204"/>
                      </a:lnTo>
                      <a:lnTo>
                        <a:pt x="608" y="192"/>
                      </a:lnTo>
                      <a:lnTo>
                        <a:pt x="620" y="178"/>
                      </a:lnTo>
                      <a:lnTo>
                        <a:pt x="620" y="178"/>
                      </a:lnTo>
                      <a:lnTo>
                        <a:pt x="620" y="152"/>
                      </a:lnTo>
                      <a:lnTo>
                        <a:pt x="620" y="152"/>
                      </a:lnTo>
                      <a:lnTo>
                        <a:pt x="616" y="138"/>
                      </a:lnTo>
                      <a:lnTo>
                        <a:pt x="610" y="128"/>
                      </a:lnTo>
                      <a:lnTo>
                        <a:pt x="606" y="122"/>
                      </a:lnTo>
                      <a:lnTo>
                        <a:pt x="600" y="116"/>
                      </a:lnTo>
                      <a:lnTo>
                        <a:pt x="600" y="116"/>
                      </a:lnTo>
                      <a:lnTo>
                        <a:pt x="598" y="108"/>
                      </a:lnTo>
                      <a:lnTo>
                        <a:pt x="598" y="108"/>
                      </a:lnTo>
                      <a:lnTo>
                        <a:pt x="614" y="104"/>
                      </a:lnTo>
                      <a:lnTo>
                        <a:pt x="614" y="104"/>
                      </a:lnTo>
                      <a:lnTo>
                        <a:pt x="622" y="94"/>
                      </a:lnTo>
                      <a:lnTo>
                        <a:pt x="628" y="84"/>
                      </a:lnTo>
                      <a:lnTo>
                        <a:pt x="632" y="72"/>
                      </a:lnTo>
                      <a:lnTo>
                        <a:pt x="636" y="66"/>
                      </a:lnTo>
                      <a:lnTo>
                        <a:pt x="642" y="64"/>
                      </a:lnTo>
                      <a:lnTo>
                        <a:pt x="654" y="64"/>
                      </a:lnTo>
                      <a:lnTo>
                        <a:pt x="672" y="66"/>
                      </a:lnTo>
                      <a:lnTo>
                        <a:pt x="672" y="66"/>
                      </a:lnTo>
                      <a:lnTo>
                        <a:pt x="694" y="124"/>
                      </a:lnTo>
                      <a:lnTo>
                        <a:pt x="694" y="124"/>
                      </a:lnTo>
                      <a:lnTo>
                        <a:pt x="704" y="136"/>
                      </a:lnTo>
                      <a:lnTo>
                        <a:pt x="712" y="144"/>
                      </a:lnTo>
                      <a:lnTo>
                        <a:pt x="722" y="152"/>
                      </a:lnTo>
                      <a:lnTo>
                        <a:pt x="722" y="152"/>
                      </a:lnTo>
                      <a:lnTo>
                        <a:pt x="758" y="152"/>
                      </a:lnTo>
                      <a:lnTo>
                        <a:pt x="758" y="152"/>
                      </a:lnTo>
                      <a:lnTo>
                        <a:pt x="774" y="140"/>
                      </a:lnTo>
                      <a:lnTo>
                        <a:pt x="790" y="128"/>
                      </a:lnTo>
                      <a:lnTo>
                        <a:pt x="790" y="128"/>
                      </a:lnTo>
                      <a:lnTo>
                        <a:pt x="796" y="138"/>
                      </a:lnTo>
                      <a:lnTo>
                        <a:pt x="796" y="138"/>
                      </a:lnTo>
                      <a:lnTo>
                        <a:pt x="796" y="152"/>
                      </a:lnTo>
                      <a:lnTo>
                        <a:pt x="794" y="170"/>
                      </a:lnTo>
                      <a:lnTo>
                        <a:pt x="790" y="188"/>
                      </a:lnTo>
                      <a:lnTo>
                        <a:pt x="786" y="196"/>
                      </a:lnTo>
                      <a:lnTo>
                        <a:pt x="780" y="204"/>
                      </a:lnTo>
                      <a:lnTo>
                        <a:pt x="780" y="204"/>
                      </a:lnTo>
                      <a:lnTo>
                        <a:pt x="766" y="208"/>
                      </a:lnTo>
                      <a:lnTo>
                        <a:pt x="752" y="208"/>
                      </a:lnTo>
                      <a:lnTo>
                        <a:pt x="752" y="208"/>
                      </a:lnTo>
                      <a:lnTo>
                        <a:pt x="720" y="192"/>
                      </a:lnTo>
                      <a:lnTo>
                        <a:pt x="720" y="192"/>
                      </a:lnTo>
                      <a:lnTo>
                        <a:pt x="694" y="192"/>
                      </a:lnTo>
                      <a:lnTo>
                        <a:pt x="676" y="196"/>
                      </a:lnTo>
                      <a:lnTo>
                        <a:pt x="668" y="198"/>
                      </a:lnTo>
                      <a:lnTo>
                        <a:pt x="660" y="204"/>
                      </a:lnTo>
                      <a:lnTo>
                        <a:pt x="642" y="218"/>
                      </a:lnTo>
                      <a:lnTo>
                        <a:pt x="642" y="218"/>
                      </a:lnTo>
                      <a:lnTo>
                        <a:pt x="630" y="236"/>
                      </a:lnTo>
                      <a:lnTo>
                        <a:pt x="630" y="236"/>
                      </a:lnTo>
                      <a:lnTo>
                        <a:pt x="630" y="256"/>
                      </a:lnTo>
                      <a:lnTo>
                        <a:pt x="630" y="266"/>
                      </a:lnTo>
                      <a:lnTo>
                        <a:pt x="636" y="280"/>
                      </a:lnTo>
                      <a:lnTo>
                        <a:pt x="636" y="280"/>
                      </a:lnTo>
                      <a:lnTo>
                        <a:pt x="638" y="290"/>
                      </a:lnTo>
                      <a:lnTo>
                        <a:pt x="642" y="296"/>
                      </a:lnTo>
                      <a:lnTo>
                        <a:pt x="646" y="302"/>
                      </a:lnTo>
                      <a:lnTo>
                        <a:pt x="652" y="308"/>
                      </a:lnTo>
                      <a:lnTo>
                        <a:pt x="658" y="310"/>
                      </a:lnTo>
                      <a:lnTo>
                        <a:pt x="666" y="308"/>
                      </a:lnTo>
                      <a:lnTo>
                        <a:pt x="676" y="304"/>
                      </a:lnTo>
                      <a:lnTo>
                        <a:pt x="676" y="304"/>
                      </a:lnTo>
                      <a:lnTo>
                        <a:pt x="692" y="302"/>
                      </a:lnTo>
                      <a:lnTo>
                        <a:pt x="698" y="300"/>
                      </a:lnTo>
                      <a:lnTo>
                        <a:pt x="706" y="300"/>
                      </a:lnTo>
                      <a:lnTo>
                        <a:pt x="710" y="304"/>
                      </a:lnTo>
                      <a:lnTo>
                        <a:pt x="714" y="308"/>
                      </a:lnTo>
                      <a:lnTo>
                        <a:pt x="716" y="318"/>
                      </a:lnTo>
                      <a:lnTo>
                        <a:pt x="718" y="330"/>
                      </a:lnTo>
                      <a:lnTo>
                        <a:pt x="718" y="330"/>
                      </a:lnTo>
                      <a:lnTo>
                        <a:pt x="704" y="378"/>
                      </a:lnTo>
                      <a:lnTo>
                        <a:pt x="704" y="378"/>
                      </a:lnTo>
                      <a:lnTo>
                        <a:pt x="696" y="390"/>
                      </a:lnTo>
                      <a:lnTo>
                        <a:pt x="690" y="400"/>
                      </a:lnTo>
                      <a:lnTo>
                        <a:pt x="690" y="410"/>
                      </a:lnTo>
                      <a:lnTo>
                        <a:pt x="692" y="418"/>
                      </a:lnTo>
                      <a:lnTo>
                        <a:pt x="698" y="426"/>
                      </a:lnTo>
                      <a:lnTo>
                        <a:pt x="706" y="432"/>
                      </a:lnTo>
                      <a:lnTo>
                        <a:pt x="718" y="438"/>
                      </a:lnTo>
                      <a:lnTo>
                        <a:pt x="734" y="444"/>
                      </a:lnTo>
                      <a:lnTo>
                        <a:pt x="734" y="444"/>
                      </a:lnTo>
                      <a:lnTo>
                        <a:pt x="732" y="472"/>
                      </a:lnTo>
                      <a:lnTo>
                        <a:pt x="732" y="472"/>
                      </a:lnTo>
                      <a:lnTo>
                        <a:pt x="730" y="486"/>
                      </a:lnTo>
                      <a:lnTo>
                        <a:pt x="724" y="502"/>
                      </a:lnTo>
                      <a:lnTo>
                        <a:pt x="724" y="510"/>
                      </a:lnTo>
                      <a:lnTo>
                        <a:pt x="724" y="520"/>
                      </a:lnTo>
                      <a:lnTo>
                        <a:pt x="726" y="528"/>
                      </a:lnTo>
                      <a:lnTo>
                        <a:pt x="730" y="536"/>
                      </a:lnTo>
                      <a:lnTo>
                        <a:pt x="730" y="536"/>
                      </a:lnTo>
                      <a:lnTo>
                        <a:pt x="760" y="572"/>
                      </a:lnTo>
                      <a:lnTo>
                        <a:pt x="760" y="572"/>
                      </a:lnTo>
                      <a:lnTo>
                        <a:pt x="828" y="590"/>
                      </a:lnTo>
                      <a:lnTo>
                        <a:pt x="828" y="590"/>
                      </a:lnTo>
                      <a:lnTo>
                        <a:pt x="836" y="596"/>
                      </a:lnTo>
                      <a:lnTo>
                        <a:pt x="842" y="600"/>
                      </a:lnTo>
                      <a:lnTo>
                        <a:pt x="850" y="604"/>
                      </a:lnTo>
                      <a:lnTo>
                        <a:pt x="850" y="604"/>
                      </a:lnTo>
                      <a:lnTo>
                        <a:pt x="876" y="606"/>
                      </a:lnTo>
                      <a:lnTo>
                        <a:pt x="876" y="606"/>
                      </a:lnTo>
                      <a:lnTo>
                        <a:pt x="882" y="628"/>
                      </a:lnTo>
                      <a:lnTo>
                        <a:pt x="882" y="628"/>
                      </a:lnTo>
                      <a:lnTo>
                        <a:pt x="876" y="636"/>
                      </a:lnTo>
                      <a:lnTo>
                        <a:pt x="872" y="644"/>
                      </a:lnTo>
                      <a:lnTo>
                        <a:pt x="872" y="644"/>
                      </a:lnTo>
                      <a:lnTo>
                        <a:pt x="850" y="658"/>
                      </a:lnTo>
                      <a:lnTo>
                        <a:pt x="832" y="666"/>
                      </a:lnTo>
                      <a:lnTo>
                        <a:pt x="832" y="666"/>
                      </a:lnTo>
                      <a:lnTo>
                        <a:pt x="818" y="666"/>
                      </a:lnTo>
                      <a:lnTo>
                        <a:pt x="806" y="668"/>
                      </a:lnTo>
                      <a:lnTo>
                        <a:pt x="794" y="672"/>
                      </a:lnTo>
                      <a:lnTo>
                        <a:pt x="784" y="676"/>
                      </a:lnTo>
                      <a:lnTo>
                        <a:pt x="764" y="686"/>
                      </a:lnTo>
                      <a:lnTo>
                        <a:pt x="744" y="700"/>
                      </a:lnTo>
                      <a:lnTo>
                        <a:pt x="744" y="700"/>
                      </a:lnTo>
                      <a:lnTo>
                        <a:pt x="736" y="716"/>
                      </a:lnTo>
                      <a:lnTo>
                        <a:pt x="728" y="726"/>
                      </a:lnTo>
                      <a:lnTo>
                        <a:pt x="720" y="734"/>
                      </a:lnTo>
                      <a:lnTo>
                        <a:pt x="720" y="734"/>
                      </a:lnTo>
                      <a:lnTo>
                        <a:pt x="682" y="734"/>
                      </a:lnTo>
                      <a:lnTo>
                        <a:pt x="682" y="734"/>
                      </a:lnTo>
                      <a:lnTo>
                        <a:pt x="662" y="756"/>
                      </a:lnTo>
                      <a:lnTo>
                        <a:pt x="656" y="760"/>
                      </a:lnTo>
                      <a:lnTo>
                        <a:pt x="650" y="764"/>
                      </a:lnTo>
                      <a:lnTo>
                        <a:pt x="642" y="766"/>
                      </a:lnTo>
                      <a:lnTo>
                        <a:pt x="636" y="766"/>
                      </a:lnTo>
                      <a:lnTo>
                        <a:pt x="636" y="766"/>
                      </a:lnTo>
                      <a:lnTo>
                        <a:pt x="628" y="754"/>
                      </a:lnTo>
                      <a:lnTo>
                        <a:pt x="620" y="746"/>
                      </a:lnTo>
                      <a:lnTo>
                        <a:pt x="612" y="742"/>
                      </a:lnTo>
                      <a:lnTo>
                        <a:pt x="604" y="742"/>
                      </a:lnTo>
                      <a:lnTo>
                        <a:pt x="596" y="744"/>
                      </a:lnTo>
                      <a:lnTo>
                        <a:pt x="588" y="748"/>
                      </a:lnTo>
                      <a:lnTo>
                        <a:pt x="574" y="758"/>
                      </a:lnTo>
                      <a:lnTo>
                        <a:pt x="574" y="758"/>
                      </a:lnTo>
                      <a:lnTo>
                        <a:pt x="564" y="760"/>
                      </a:lnTo>
                      <a:lnTo>
                        <a:pt x="556" y="760"/>
                      </a:lnTo>
                      <a:lnTo>
                        <a:pt x="548" y="758"/>
                      </a:lnTo>
                      <a:lnTo>
                        <a:pt x="544" y="756"/>
                      </a:lnTo>
                      <a:lnTo>
                        <a:pt x="534" y="748"/>
                      </a:lnTo>
                      <a:lnTo>
                        <a:pt x="526" y="740"/>
                      </a:lnTo>
                      <a:lnTo>
                        <a:pt x="526" y="740"/>
                      </a:lnTo>
                      <a:lnTo>
                        <a:pt x="514" y="738"/>
                      </a:lnTo>
                      <a:lnTo>
                        <a:pt x="506" y="738"/>
                      </a:lnTo>
                      <a:lnTo>
                        <a:pt x="498" y="738"/>
                      </a:lnTo>
                      <a:lnTo>
                        <a:pt x="492" y="742"/>
                      </a:lnTo>
                      <a:lnTo>
                        <a:pt x="486" y="746"/>
                      </a:lnTo>
                      <a:lnTo>
                        <a:pt x="482" y="750"/>
                      </a:lnTo>
                      <a:lnTo>
                        <a:pt x="474" y="764"/>
                      </a:lnTo>
                      <a:lnTo>
                        <a:pt x="474" y="764"/>
                      </a:lnTo>
                      <a:lnTo>
                        <a:pt x="468" y="768"/>
                      </a:lnTo>
                      <a:lnTo>
                        <a:pt x="462" y="770"/>
                      </a:lnTo>
                      <a:lnTo>
                        <a:pt x="454" y="770"/>
                      </a:lnTo>
                      <a:lnTo>
                        <a:pt x="448" y="768"/>
                      </a:lnTo>
                      <a:lnTo>
                        <a:pt x="436" y="762"/>
                      </a:lnTo>
                      <a:lnTo>
                        <a:pt x="430" y="756"/>
                      </a:lnTo>
                      <a:lnTo>
                        <a:pt x="430" y="756"/>
                      </a:lnTo>
                      <a:lnTo>
                        <a:pt x="414" y="756"/>
                      </a:lnTo>
                      <a:lnTo>
                        <a:pt x="414" y="756"/>
                      </a:lnTo>
                      <a:lnTo>
                        <a:pt x="404" y="766"/>
                      </a:lnTo>
                      <a:lnTo>
                        <a:pt x="398" y="774"/>
                      </a:lnTo>
                      <a:lnTo>
                        <a:pt x="396" y="784"/>
                      </a:lnTo>
                      <a:lnTo>
                        <a:pt x="394" y="802"/>
                      </a:lnTo>
                      <a:lnTo>
                        <a:pt x="394" y="802"/>
                      </a:lnTo>
                      <a:lnTo>
                        <a:pt x="402" y="814"/>
                      </a:lnTo>
                      <a:lnTo>
                        <a:pt x="410" y="826"/>
                      </a:lnTo>
                      <a:lnTo>
                        <a:pt x="412" y="832"/>
                      </a:lnTo>
                      <a:lnTo>
                        <a:pt x="412" y="840"/>
                      </a:lnTo>
                      <a:lnTo>
                        <a:pt x="412" y="850"/>
                      </a:lnTo>
                      <a:lnTo>
                        <a:pt x="410" y="860"/>
                      </a:lnTo>
                      <a:lnTo>
                        <a:pt x="410" y="860"/>
                      </a:lnTo>
                      <a:lnTo>
                        <a:pt x="410" y="872"/>
                      </a:lnTo>
                      <a:lnTo>
                        <a:pt x="414" y="886"/>
                      </a:lnTo>
                      <a:lnTo>
                        <a:pt x="416" y="902"/>
                      </a:lnTo>
                      <a:lnTo>
                        <a:pt x="420" y="922"/>
                      </a:lnTo>
                      <a:lnTo>
                        <a:pt x="420" y="922"/>
                      </a:lnTo>
                      <a:lnTo>
                        <a:pt x="412" y="928"/>
                      </a:lnTo>
                      <a:lnTo>
                        <a:pt x="406" y="932"/>
                      </a:lnTo>
                      <a:lnTo>
                        <a:pt x="406" y="932"/>
                      </a:lnTo>
                      <a:close/>
                    </a:path>
                  </a:pathLst>
                </a:custGeom>
                <a:solidFill>
                  <a:srgbClr val="A9D18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4" name="Freeform 15"/>
                <p:cNvSpPr/>
                <p:nvPr/>
              </p:nvSpPr>
              <p:spPr bwMode="auto">
                <a:xfrm>
                  <a:off x="6341972" y="4993521"/>
                  <a:ext cx="839396" cy="736895"/>
                </a:xfrm>
                <a:custGeom>
                  <a:avLst/>
                  <a:gdLst>
                    <a:gd name="T0" fmla="*/ 210 w 606"/>
                    <a:gd name="T1" fmla="*/ 516 h 532"/>
                    <a:gd name="T2" fmla="*/ 172 w 606"/>
                    <a:gd name="T3" fmla="*/ 494 h 532"/>
                    <a:gd name="T4" fmla="*/ 126 w 606"/>
                    <a:gd name="T5" fmla="*/ 498 h 532"/>
                    <a:gd name="T6" fmla="*/ 96 w 606"/>
                    <a:gd name="T7" fmla="*/ 530 h 532"/>
                    <a:gd name="T8" fmla="*/ 104 w 606"/>
                    <a:gd name="T9" fmla="*/ 494 h 532"/>
                    <a:gd name="T10" fmla="*/ 62 w 606"/>
                    <a:gd name="T11" fmla="*/ 432 h 532"/>
                    <a:gd name="T12" fmla="*/ 84 w 606"/>
                    <a:gd name="T13" fmla="*/ 356 h 532"/>
                    <a:gd name="T14" fmla="*/ 88 w 606"/>
                    <a:gd name="T15" fmla="*/ 336 h 532"/>
                    <a:gd name="T16" fmla="*/ 70 w 606"/>
                    <a:gd name="T17" fmla="*/ 304 h 532"/>
                    <a:gd name="T18" fmla="*/ 20 w 606"/>
                    <a:gd name="T19" fmla="*/ 314 h 532"/>
                    <a:gd name="T20" fmla="*/ 6 w 606"/>
                    <a:gd name="T21" fmla="*/ 302 h 532"/>
                    <a:gd name="T22" fmla="*/ 0 w 606"/>
                    <a:gd name="T23" fmla="*/ 278 h 532"/>
                    <a:gd name="T24" fmla="*/ 10 w 606"/>
                    <a:gd name="T25" fmla="*/ 240 h 532"/>
                    <a:gd name="T26" fmla="*/ 60 w 606"/>
                    <a:gd name="T27" fmla="*/ 218 h 532"/>
                    <a:gd name="T28" fmla="*/ 90 w 606"/>
                    <a:gd name="T29" fmla="*/ 226 h 532"/>
                    <a:gd name="T30" fmla="*/ 134 w 606"/>
                    <a:gd name="T31" fmla="*/ 234 h 532"/>
                    <a:gd name="T32" fmla="*/ 158 w 606"/>
                    <a:gd name="T33" fmla="*/ 214 h 532"/>
                    <a:gd name="T34" fmla="*/ 174 w 606"/>
                    <a:gd name="T35" fmla="*/ 194 h 532"/>
                    <a:gd name="T36" fmla="*/ 252 w 606"/>
                    <a:gd name="T37" fmla="*/ 204 h 532"/>
                    <a:gd name="T38" fmla="*/ 264 w 606"/>
                    <a:gd name="T39" fmla="*/ 182 h 532"/>
                    <a:gd name="T40" fmla="*/ 266 w 606"/>
                    <a:gd name="T41" fmla="*/ 146 h 532"/>
                    <a:gd name="T42" fmla="*/ 196 w 606"/>
                    <a:gd name="T43" fmla="*/ 108 h 532"/>
                    <a:gd name="T44" fmla="*/ 192 w 606"/>
                    <a:gd name="T45" fmla="*/ 88 h 532"/>
                    <a:gd name="T46" fmla="*/ 216 w 606"/>
                    <a:gd name="T47" fmla="*/ 78 h 532"/>
                    <a:gd name="T48" fmla="*/ 278 w 606"/>
                    <a:gd name="T49" fmla="*/ 102 h 532"/>
                    <a:gd name="T50" fmla="*/ 326 w 606"/>
                    <a:gd name="T51" fmla="*/ 88 h 532"/>
                    <a:gd name="T52" fmla="*/ 378 w 606"/>
                    <a:gd name="T53" fmla="*/ 44 h 532"/>
                    <a:gd name="T54" fmla="*/ 390 w 606"/>
                    <a:gd name="T55" fmla="*/ 14 h 532"/>
                    <a:gd name="T56" fmla="*/ 414 w 606"/>
                    <a:gd name="T57" fmla="*/ 0 h 532"/>
                    <a:gd name="T58" fmla="*/ 444 w 606"/>
                    <a:gd name="T59" fmla="*/ 10 h 532"/>
                    <a:gd name="T60" fmla="*/ 468 w 606"/>
                    <a:gd name="T61" fmla="*/ 66 h 532"/>
                    <a:gd name="T62" fmla="*/ 526 w 606"/>
                    <a:gd name="T63" fmla="*/ 130 h 532"/>
                    <a:gd name="T64" fmla="*/ 562 w 606"/>
                    <a:gd name="T65" fmla="*/ 154 h 532"/>
                    <a:gd name="T66" fmla="*/ 564 w 606"/>
                    <a:gd name="T67" fmla="*/ 196 h 532"/>
                    <a:gd name="T68" fmla="*/ 534 w 606"/>
                    <a:gd name="T69" fmla="*/ 216 h 532"/>
                    <a:gd name="T70" fmla="*/ 506 w 606"/>
                    <a:gd name="T71" fmla="*/ 246 h 532"/>
                    <a:gd name="T72" fmla="*/ 532 w 606"/>
                    <a:gd name="T73" fmla="*/ 258 h 532"/>
                    <a:gd name="T74" fmla="*/ 568 w 606"/>
                    <a:gd name="T75" fmla="*/ 326 h 532"/>
                    <a:gd name="T76" fmla="*/ 592 w 606"/>
                    <a:gd name="T77" fmla="*/ 356 h 532"/>
                    <a:gd name="T78" fmla="*/ 590 w 606"/>
                    <a:gd name="T79" fmla="*/ 380 h 532"/>
                    <a:gd name="T80" fmla="*/ 546 w 606"/>
                    <a:gd name="T81" fmla="*/ 408 h 532"/>
                    <a:gd name="T82" fmla="*/ 482 w 606"/>
                    <a:gd name="T83" fmla="*/ 460 h 532"/>
                    <a:gd name="T84" fmla="*/ 434 w 606"/>
                    <a:gd name="T85" fmla="*/ 472 h 532"/>
                    <a:gd name="T86" fmla="*/ 392 w 606"/>
                    <a:gd name="T87" fmla="*/ 456 h 532"/>
                    <a:gd name="T88" fmla="*/ 358 w 606"/>
                    <a:gd name="T89" fmla="*/ 436 h 532"/>
                    <a:gd name="T90" fmla="*/ 332 w 606"/>
                    <a:gd name="T91" fmla="*/ 442 h 532"/>
                    <a:gd name="T92" fmla="*/ 302 w 606"/>
                    <a:gd name="T93" fmla="*/ 492 h 532"/>
                    <a:gd name="T94" fmla="*/ 266 w 606"/>
                    <a:gd name="T95" fmla="*/ 528 h 5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606" h="532">
                      <a:moveTo>
                        <a:pt x="240" y="532"/>
                      </a:moveTo>
                      <a:lnTo>
                        <a:pt x="240" y="532"/>
                      </a:lnTo>
                      <a:lnTo>
                        <a:pt x="222" y="524"/>
                      </a:lnTo>
                      <a:lnTo>
                        <a:pt x="210" y="516"/>
                      </a:lnTo>
                      <a:lnTo>
                        <a:pt x="202" y="508"/>
                      </a:lnTo>
                      <a:lnTo>
                        <a:pt x="194" y="502"/>
                      </a:lnTo>
                      <a:lnTo>
                        <a:pt x="194" y="502"/>
                      </a:lnTo>
                      <a:lnTo>
                        <a:pt x="172" y="494"/>
                      </a:lnTo>
                      <a:lnTo>
                        <a:pt x="172" y="494"/>
                      </a:lnTo>
                      <a:lnTo>
                        <a:pt x="152" y="494"/>
                      </a:lnTo>
                      <a:lnTo>
                        <a:pt x="138" y="494"/>
                      </a:lnTo>
                      <a:lnTo>
                        <a:pt x="126" y="498"/>
                      </a:lnTo>
                      <a:lnTo>
                        <a:pt x="112" y="508"/>
                      </a:lnTo>
                      <a:lnTo>
                        <a:pt x="112" y="508"/>
                      </a:lnTo>
                      <a:lnTo>
                        <a:pt x="96" y="530"/>
                      </a:lnTo>
                      <a:lnTo>
                        <a:pt x="96" y="530"/>
                      </a:lnTo>
                      <a:lnTo>
                        <a:pt x="96" y="518"/>
                      </a:lnTo>
                      <a:lnTo>
                        <a:pt x="98" y="508"/>
                      </a:lnTo>
                      <a:lnTo>
                        <a:pt x="104" y="494"/>
                      </a:lnTo>
                      <a:lnTo>
                        <a:pt x="104" y="494"/>
                      </a:lnTo>
                      <a:lnTo>
                        <a:pt x="106" y="452"/>
                      </a:lnTo>
                      <a:lnTo>
                        <a:pt x="106" y="452"/>
                      </a:lnTo>
                      <a:lnTo>
                        <a:pt x="62" y="432"/>
                      </a:lnTo>
                      <a:lnTo>
                        <a:pt x="62" y="432"/>
                      </a:lnTo>
                      <a:lnTo>
                        <a:pt x="64" y="420"/>
                      </a:lnTo>
                      <a:lnTo>
                        <a:pt x="68" y="410"/>
                      </a:lnTo>
                      <a:lnTo>
                        <a:pt x="68" y="410"/>
                      </a:lnTo>
                      <a:lnTo>
                        <a:pt x="84" y="356"/>
                      </a:lnTo>
                      <a:lnTo>
                        <a:pt x="84" y="356"/>
                      </a:lnTo>
                      <a:lnTo>
                        <a:pt x="88" y="352"/>
                      </a:lnTo>
                      <a:lnTo>
                        <a:pt x="88" y="346"/>
                      </a:lnTo>
                      <a:lnTo>
                        <a:pt x="88" y="336"/>
                      </a:lnTo>
                      <a:lnTo>
                        <a:pt x="84" y="320"/>
                      </a:lnTo>
                      <a:lnTo>
                        <a:pt x="84" y="320"/>
                      </a:lnTo>
                      <a:lnTo>
                        <a:pt x="70" y="304"/>
                      </a:lnTo>
                      <a:lnTo>
                        <a:pt x="70" y="304"/>
                      </a:lnTo>
                      <a:lnTo>
                        <a:pt x="58" y="306"/>
                      </a:lnTo>
                      <a:lnTo>
                        <a:pt x="46" y="308"/>
                      </a:lnTo>
                      <a:lnTo>
                        <a:pt x="20" y="314"/>
                      </a:lnTo>
                      <a:lnTo>
                        <a:pt x="20" y="314"/>
                      </a:lnTo>
                      <a:lnTo>
                        <a:pt x="14" y="314"/>
                      </a:lnTo>
                      <a:lnTo>
                        <a:pt x="10" y="310"/>
                      </a:lnTo>
                      <a:lnTo>
                        <a:pt x="8" y="308"/>
                      </a:lnTo>
                      <a:lnTo>
                        <a:pt x="6" y="302"/>
                      </a:lnTo>
                      <a:lnTo>
                        <a:pt x="6" y="294"/>
                      </a:lnTo>
                      <a:lnTo>
                        <a:pt x="6" y="290"/>
                      </a:lnTo>
                      <a:lnTo>
                        <a:pt x="6" y="290"/>
                      </a:lnTo>
                      <a:lnTo>
                        <a:pt x="0" y="278"/>
                      </a:lnTo>
                      <a:lnTo>
                        <a:pt x="0" y="278"/>
                      </a:lnTo>
                      <a:lnTo>
                        <a:pt x="2" y="262"/>
                      </a:lnTo>
                      <a:lnTo>
                        <a:pt x="4" y="250"/>
                      </a:lnTo>
                      <a:lnTo>
                        <a:pt x="10" y="240"/>
                      </a:lnTo>
                      <a:lnTo>
                        <a:pt x="16" y="234"/>
                      </a:lnTo>
                      <a:lnTo>
                        <a:pt x="24" y="228"/>
                      </a:lnTo>
                      <a:lnTo>
                        <a:pt x="34" y="224"/>
                      </a:lnTo>
                      <a:lnTo>
                        <a:pt x="60" y="218"/>
                      </a:lnTo>
                      <a:lnTo>
                        <a:pt x="60" y="218"/>
                      </a:lnTo>
                      <a:lnTo>
                        <a:pt x="74" y="218"/>
                      </a:lnTo>
                      <a:lnTo>
                        <a:pt x="74" y="218"/>
                      </a:lnTo>
                      <a:lnTo>
                        <a:pt x="90" y="226"/>
                      </a:lnTo>
                      <a:lnTo>
                        <a:pt x="106" y="232"/>
                      </a:lnTo>
                      <a:lnTo>
                        <a:pt x="114" y="234"/>
                      </a:lnTo>
                      <a:lnTo>
                        <a:pt x="124" y="236"/>
                      </a:lnTo>
                      <a:lnTo>
                        <a:pt x="134" y="234"/>
                      </a:lnTo>
                      <a:lnTo>
                        <a:pt x="144" y="230"/>
                      </a:lnTo>
                      <a:lnTo>
                        <a:pt x="144" y="230"/>
                      </a:lnTo>
                      <a:lnTo>
                        <a:pt x="158" y="214"/>
                      </a:lnTo>
                      <a:lnTo>
                        <a:pt x="158" y="214"/>
                      </a:lnTo>
                      <a:lnTo>
                        <a:pt x="164" y="196"/>
                      </a:lnTo>
                      <a:lnTo>
                        <a:pt x="164" y="196"/>
                      </a:lnTo>
                      <a:lnTo>
                        <a:pt x="174" y="194"/>
                      </a:lnTo>
                      <a:lnTo>
                        <a:pt x="174" y="194"/>
                      </a:lnTo>
                      <a:lnTo>
                        <a:pt x="178" y="198"/>
                      </a:lnTo>
                      <a:lnTo>
                        <a:pt x="186" y="200"/>
                      </a:lnTo>
                      <a:lnTo>
                        <a:pt x="206" y="202"/>
                      </a:lnTo>
                      <a:lnTo>
                        <a:pt x="252" y="204"/>
                      </a:lnTo>
                      <a:lnTo>
                        <a:pt x="252" y="204"/>
                      </a:lnTo>
                      <a:lnTo>
                        <a:pt x="258" y="196"/>
                      </a:lnTo>
                      <a:lnTo>
                        <a:pt x="262" y="190"/>
                      </a:lnTo>
                      <a:lnTo>
                        <a:pt x="264" y="182"/>
                      </a:lnTo>
                      <a:lnTo>
                        <a:pt x="266" y="174"/>
                      </a:lnTo>
                      <a:lnTo>
                        <a:pt x="266" y="160"/>
                      </a:lnTo>
                      <a:lnTo>
                        <a:pt x="266" y="146"/>
                      </a:lnTo>
                      <a:lnTo>
                        <a:pt x="266" y="146"/>
                      </a:lnTo>
                      <a:lnTo>
                        <a:pt x="256" y="136"/>
                      </a:lnTo>
                      <a:lnTo>
                        <a:pt x="248" y="130"/>
                      </a:lnTo>
                      <a:lnTo>
                        <a:pt x="230" y="120"/>
                      </a:lnTo>
                      <a:lnTo>
                        <a:pt x="196" y="108"/>
                      </a:lnTo>
                      <a:lnTo>
                        <a:pt x="196" y="108"/>
                      </a:lnTo>
                      <a:lnTo>
                        <a:pt x="194" y="100"/>
                      </a:lnTo>
                      <a:lnTo>
                        <a:pt x="192" y="94"/>
                      </a:lnTo>
                      <a:lnTo>
                        <a:pt x="192" y="88"/>
                      </a:lnTo>
                      <a:lnTo>
                        <a:pt x="194" y="84"/>
                      </a:lnTo>
                      <a:lnTo>
                        <a:pt x="198" y="82"/>
                      </a:lnTo>
                      <a:lnTo>
                        <a:pt x="202" y="80"/>
                      </a:lnTo>
                      <a:lnTo>
                        <a:pt x="216" y="78"/>
                      </a:lnTo>
                      <a:lnTo>
                        <a:pt x="216" y="78"/>
                      </a:lnTo>
                      <a:lnTo>
                        <a:pt x="238" y="94"/>
                      </a:lnTo>
                      <a:lnTo>
                        <a:pt x="238" y="94"/>
                      </a:lnTo>
                      <a:lnTo>
                        <a:pt x="278" y="102"/>
                      </a:lnTo>
                      <a:lnTo>
                        <a:pt x="278" y="102"/>
                      </a:lnTo>
                      <a:lnTo>
                        <a:pt x="294" y="100"/>
                      </a:lnTo>
                      <a:lnTo>
                        <a:pt x="310" y="96"/>
                      </a:lnTo>
                      <a:lnTo>
                        <a:pt x="326" y="88"/>
                      </a:lnTo>
                      <a:lnTo>
                        <a:pt x="342" y="80"/>
                      </a:lnTo>
                      <a:lnTo>
                        <a:pt x="356" y="68"/>
                      </a:lnTo>
                      <a:lnTo>
                        <a:pt x="368" y="56"/>
                      </a:lnTo>
                      <a:lnTo>
                        <a:pt x="378" y="44"/>
                      </a:lnTo>
                      <a:lnTo>
                        <a:pt x="386" y="30"/>
                      </a:lnTo>
                      <a:lnTo>
                        <a:pt x="386" y="30"/>
                      </a:lnTo>
                      <a:lnTo>
                        <a:pt x="388" y="22"/>
                      </a:lnTo>
                      <a:lnTo>
                        <a:pt x="390" y="14"/>
                      </a:lnTo>
                      <a:lnTo>
                        <a:pt x="394" y="8"/>
                      </a:lnTo>
                      <a:lnTo>
                        <a:pt x="400" y="4"/>
                      </a:lnTo>
                      <a:lnTo>
                        <a:pt x="406" y="2"/>
                      </a:lnTo>
                      <a:lnTo>
                        <a:pt x="414" y="0"/>
                      </a:lnTo>
                      <a:lnTo>
                        <a:pt x="432" y="0"/>
                      </a:lnTo>
                      <a:lnTo>
                        <a:pt x="432" y="0"/>
                      </a:lnTo>
                      <a:lnTo>
                        <a:pt x="438" y="4"/>
                      </a:lnTo>
                      <a:lnTo>
                        <a:pt x="444" y="10"/>
                      </a:lnTo>
                      <a:lnTo>
                        <a:pt x="450" y="16"/>
                      </a:lnTo>
                      <a:lnTo>
                        <a:pt x="456" y="24"/>
                      </a:lnTo>
                      <a:lnTo>
                        <a:pt x="464" y="44"/>
                      </a:lnTo>
                      <a:lnTo>
                        <a:pt x="468" y="66"/>
                      </a:lnTo>
                      <a:lnTo>
                        <a:pt x="468" y="66"/>
                      </a:lnTo>
                      <a:lnTo>
                        <a:pt x="494" y="98"/>
                      </a:lnTo>
                      <a:lnTo>
                        <a:pt x="508" y="114"/>
                      </a:lnTo>
                      <a:lnTo>
                        <a:pt x="526" y="130"/>
                      </a:lnTo>
                      <a:lnTo>
                        <a:pt x="526" y="130"/>
                      </a:lnTo>
                      <a:lnTo>
                        <a:pt x="558" y="142"/>
                      </a:lnTo>
                      <a:lnTo>
                        <a:pt x="558" y="142"/>
                      </a:lnTo>
                      <a:lnTo>
                        <a:pt x="562" y="154"/>
                      </a:lnTo>
                      <a:lnTo>
                        <a:pt x="566" y="170"/>
                      </a:lnTo>
                      <a:lnTo>
                        <a:pt x="566" y="178"/>
                      </a:lnTo>
                      <a:lnTo>
                        <a:pt x="566" y="188"/>
                      </a:lnTo>
                      <a:lnTo>
                        <a:pt x="564" y="196"/>
                      </a:lnTo>
                      <a:lnTo>
                        <a:pt x="558" y="204"/>
                      </a:lnTo>
                      <a:lnTo>
                        <a:pt x="558" y="204"/>
                      </a:lnTo>
                      <a:lnTo>
                        <a:pt x="546" y="210"/>
                      </a:lnTo>
                      <a:lnTo>
                        <a:pt x="534" y="216"/>
                      </a:lnTo>
                      <a:lnTo>
                        <a:pt x="516" y="222"/>
                      </a:lnTo>
                      <a:lnTo>
                        <a:pt x="510" y="228"/>
                      </a:lnTo>
                      <a:lnTo>
                        <a:pt x="506" y="234"/>
                      </a:lnTo>
                      <a:lnTo>
                        <a:pt x="506" y="246"/>
                      </a:lnTo>
                      <a:lnTo>
                        <a:pt x="506" y="262"/>
                      </a:lnTo>
                      <a:lnTo>
                        <a:pt x="506" y="262"/>
                      </a:lnTo>
                      <a:lnTo>
                        <a:pt x="518" y="262"/>
                      </a:lnTo>
                      <a:lnTo>
                        <a:pt x="532" y="258"/>
                      </a:lnTo>
                      <a:lnTo>
                        <a:pt x="532" y="258"/>
                      </a:lnTo>
                      <a:lnTo>
                        <a:pt x="572" y="256"/>
                      </a:lnTo>
                      <a:lnTo>
                        <a:pt x="572" y="256"/>
                      </a:lnTo>
                      <a:lnTo>
                        <a:pt x="568" y="326"/>
                      </a:lnTo>
                      <a:lnTo>
                        <a:pt x="568" y="326"/>
                      </a:lnTo>
                      <a:lnTo>
                        <a:pt x="572" y="334"/>
                      </a:lnTo>
                      <a:lnTo>
                        <a:pt x="576" y="340"/>
                      </a:lnTo>
                      <a:lnTo>
                        <a:pt x="592" y="356"/>
                      </a:lnTo>
                      <a:lnTo>
                        <a:pt x="592" y="356"/>
                      </a:lnTo>
                      <a:lnTo>
                        <a:pt x="606" y="378"/>
                      </a:lnTo>
                      <a:lnTo>
                        <a:pt x="606" y="378"/>
                      </a:lnTo>
                      <a:lnTo>
                        <a:pt x="590" y="380"/>
                      </a:lnTo>
                      <a:lnTo>
                        <a:pt x="576" y="384"/>
                      </a:lnTo>
                      <a:lnTo>
                        <a:pt x="554" y="398"/>
                      </a:lnTo>
                      <a:lnTo>
                        <a:pt x="554" y="398"/>
                      </a:lnTo>
                      <a:lnTo>
                        <a:pt x="546" y="408"/>
                      </a:lnTo>
                      <a:lnTo>
                        <a:pt x="538" y="416"/>
                      </a:lnTo>
                      <a:lnTo>
                        <a:pt x="520" y="430"/>
                      </a:lnTo>
                      <a:lnTo>
                        <a:pt x="500" y="444"/>
                      </a:lnTo>
                      <a:lnTo>
                        <a:pt x="482" y="460"/>
                      </a:lnTo>
                      <a:lnTo>
                        <a:pt x="482" y="460"/>
                      </a:lnTo>
                      <a:lnTo>
                        <a:pt x="466" y="464"/>
                      </a:lnTo>
                      <a:lnTo>
                        <a:pt x="450" y="470"/>
                      </a:lnTo>
                      <a:lnTo>
                        <a:pt x="434" y="472"/>
                      </a:lnTo>
                      <a:lnTo>
                        <a:pt x="420" y="472"/>
                      </a:lnTo>
                      <a:lnTo>
                        <a:pt x="420" y="472"/>
                      </a:lnTo>
                      <a:lnTo>
                        <a:pt x="392" y="456"/>
                      </a:lnTo>
                      <a:lnTo>
                        <a:pt x="392" y="456"/>
                      </a:lnTo>
                      <a:lnTo>
                        <a:pt x="376" y="440"/>
                      </a:lnTo>
                      <a:lnTo>
                        <a:pt x="372" y="438"/>
                      </a:lnTo>
                      <a:lnTo>
                        <a:pt x="368" y="436"/>
                      </a:lnTo>
                      <a:lnTo>
                        <a:pt x="358" y="436"/>
                      </a:lnTo>
                      <a:lnTo>
                        <a:pt x="342" y="436"/>
                      </a:lnTo>
                      <a:lnTo>
                        <a:pt x="342" y="436"/>
                      </a:lnTo>
                      <a:lnTo>
                        <a:pt x="336" y="438"/>
                      </a:lnTo>
                      <a:lnTo>
                        <a:pt x="332" y="442"/>
                      </a:lnTo>
                      <a:lnTo>
                        <a:pt x="332" y="442"/>
                      </a:lnTo>
                      <a:lnTo>
                        <a:pt x="330" y="464"/>
                      </a:lnTo>
                      <a:lnTo>
                        <a:pt x="330" y="464"/>
                      </a:lnTo>
                      <a:lnTo>
                        <a:pt x="302" y="492"/>
                      </a:lnTo>
                      <a:lnTo>
                        <a:pt x="290" y="506"/>
                      </a:lnTo>
                      <a:lnTo>
                        <a:pt x="278" y="522"/>
                      </a:lnTo>
                      <a:lnTo>
                        <a:pt x="278" y="522"/>
                      </a:lnTo>
                      <a:lnTo>
                        <a:pt x="266" y="528"/>
                      </a:lnTo>
                      <a:lnTo>
                        <a:pt x="256" y="530"/>
                      </a:lnTo>
                      <a:lnTo>
                        <a:pt x="240" y="532"/>
                      </a:lnTo>
                      <a:lnTo>
                        <a:pt x="240" y="532"/>
                      </a:lnTo>
                      <a:close/>
                    </a:path>
                  </a:pathLst>
                </a:custGeom>
                <a:solidFill>
                  <a:srgbClr val="A9D18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" name="Freeform 18"/>
                <p:cNvSpPr/>
                <p:nvPr/>
              </p:nvSpPr>
              <p:spPr bwMode="auto">
                <a:xfrm>
                  <a:off x="5519198" y="4206760"/>
                  <a:ext cx="1346358" cy="1324195"/>
                </a:xfrm>
                <a:custGeom>
                  <a:avLst/>
                  <a:gdLst>
                    <a:gd name="T0" fmla="*/ 392 w 972"/>
                    <a:gd name="T1" fmla="*/ 934 h 956"/>
                    <a:gd name="T2" fmla="*/ 354 w 972"/>
                    <a:gd name="T3" fmla="*/ 888 h 956"/>
                    <a:gd name="T4" fmla="*/ 366 w 972"/>
                    <a:gd name="T5" fmla="*/ 840 h 956"/>
                    <a:gd name="T6" fmla="*/ 324 w 972"/>
                    <a:gd name="T7" fmla="*/ 780 h 956"/>
                    <a:gd name="T8" fmla="*/ 290 w 972"/>
                    <a:gd name="T9" fmla="*/ 722 h 956"/>
                    <a:gd name="T10" fmla="*/ 248 w 972"/>
                    <a:gd name="T11" fmla="*/ 712 h 956"/>
                    <a:gd name="T12" fmla="*/ 192 w 972"/>
                    <a:gd name="T13" fmla="*/ 608 h 956"/>
                    <a:gd name="T14" fmla="*/ 160 w 972"/>
                    <a:gd name="T15" fmla="*/ 662 h 956"/>
                    <a:gd name="T16" fmla="*/ 140 w 972"/>
                    <a:gd name="T17" fmla="*/ 634 h 956"/>
                    <a:gd name="T18" fmla="*/ 138 w 972"/>
                    <a:gd name="T19" fmla="*/ 590 h 956"/>
                    <a:gd name="T20" fmla="*/ 130 w 972"/>
                    <a:gd name="T21" fmla="*/ 500 h 956"/>
                    <a:gd name="T22" fmla="*/ 150 w 972"/>
                    <a:gd name="T23" fmla="*/ 442 h 956"/>
                    <a:gd name="T24" fmla="*/ 110 w 972"/>
                    <a:gd name="T25" fmla="*/ 312 h 956"/>
                    <a:gd name="T26" fmla="*/ 50 w 972"/>
                    <a:gd name="T27" fmla="*/ 222 h 956"/>
                    <a:gd name="T28" fmla="*/ 6 w 972"/>
                    <a:gd name="T29" fmla="*/ 178 h 956"/>
                    <a:gd name="T30" fmla="*/ 2 w 972"/>
                    <a:gd name="T31" fmla="*/ 134 h 956"/>
                    <a:gd name="T32" fmla="*/ 26 w 972"/>
                    <a:gd name="T33" fmla="*/ 80 h 956"/>
                    <a:gd name="T34" fmla="*/ 74 w 972"/>
                    <a:gd name="T35" fmla="*/ 24 h 956"/>
                    <a:gd name="T36" fmla="*/ 112 w 972"/>
                    <a:gd name="T37" fmla="*/ 64 h 956"/>
                    <a:gd name="T38" fmla="*/ 166 w 972"/>
                    <a:gd name="T39" fmla="*/ 152 h 956"/>
                    <a:gd name="T40" fmla="*/ 200 w 972"/>
                    <a:gd name="T41" fmla="*/ 172 h 956"/>
                    <a:gd name="T42" fmla="*/ 236 w 972"/>
                    <a:gd name="T43" fmla="*/ 158 h 956"/>
                    <a:gd name="T44" fmla="*/ 250 w 972"/>
                    <a:gd name="T45" fmla="*/ 170 h 956"/>
                    <a:gd name="T46" fmla="*/ 290 w 972"/>
                    <a:gd name="T47" fmla="*/ 188 h 956"/>
                    <a:gd name="T48" fmla="*/ 374 w 972"/>
                    <a:gd name="T49" fmla="*/ 166 h 956"/>
                    <a:gd name="T50" fmla="*/ 378 w 972"/>
                    <a:gd name="T51" fmla="*/ 128 h 956"/>
                    <a:gd name="T52" fmla="*/ 370 w 972"/>
                    <a:gd name="T53" fmla="*/ 66 h 956"/>
                    <a:gd name="T54" fmla="*/ 412 w 972"/>
                    <a:gd name="T55" fmla="*/ 100 h 956"/>
                    <a:gd name="T56" fmla="*/ 468 w 972"/>
                    <a:gd name="T57" fmla="*/ 100 h 956"/>
                    <a:gd name="T58" fmla="*/ 472 w 972"/>
                    <a:gd name="T59" fmla="*/ 30 h 956"/>
                    <a:gd name="T60" fmla="*/ 516 w 972"/>
                    <a:gd name="T61" fmla="*/ 0 h 956"/>
                    <a:gd name="T62" fmla="*/ 562 w 972"/>
                    <a:gd name="T63" fmla="*/ 50 h 956"/>
                    <a:gd name="T64" fmla="*/ 628 w 972"/>
                    <a:gd name="T65" fmla="*/ 98 h 956"/>
                    <a:gd name="T66" fmla="*/ 656 w 972"/>
                    <a:gd name="T67" fmla="*/ 150 h 956"/>
                    <a:gd name="T68" fmla="*/ 764 w 972"/>
                    <a:gd name="T69" fmla="*/ 184 h 956"/>
                    <a:gd name="T70" fmla="*/ 812 w 972"/>
                    <a:gd name="T71" fmla="*/ 168 h 956"/>
                    <a:gd name="T72" fmla="*/ 932 w 972"/>
                    <a:gd name="T73" fmla="*/ 208 h 956"/>
                    <a:gd name="T74" fmla="*/ 972 w 972"/>
                    <a:gd name="T75" fmla="*/ 278 h 956"/>
                    <a:gd name="T76" fmla="*/ 908 w 972"/>
                    <a:gd name="T77" fmla="*/ 388 h 956"/>
                    <a:gd name="T78" fmla="*/ 840 w 972"/>
                    <a:gd name="T79" fmla="*/ 418 h 956"/>
                    <a:gd name="T80" fmla="*/ 788 w 972"/>
                    <a:gd name="T81" fmla="*/ 376 h 956"/>
                    <a:gd name="T82" fmla="*/ 764 w 972"/>
                    <a:gd name="T83" fmla="*/ 422 h 956"/>
                    <a:gd name="T84" fmla="*/ 772 w 972"/>
                    <a:gd name="T85" fmla="*/ 478 h 956"/>
                    <a:gd name="T86" fmla="*/ 784 w 972"/>
                    <a:gd name="T87" fmla="*/ 564 h 956"/>
                    <a:gd name="T88" fmla="*/ 810 w 972"/>
                    <a:gd name="T89" fmla="*/ 602 h 956"/>
                    <a:gd name="T90" fmla="*/ 780 w 972"/>
                    <a:gd name="T91" fmla="*/ 646 h 956"/>
                    <a:gd name="T92" fmla="*/ 788 w 972"/>
                    <a:gd name="T93" fmla="*/ 686 h 956"/>
                    <a:gd name="T94" fmla="*/ 848 w 972"/>
                    <a:gd name="T95" fmla="*/ 740 h 956"/>
                    <a:gd name="T96" fmla="*/ 796 w 972"/>
                    <a:gd name="T97" fmla="*/ 758 h 956"/>
                    <a:gd name="T98" fmla="*/ 756 w 972"/>
                    <a:gd name="T99" fmla="*/ 712 h 956"/>
                    <a:gd name="T100" fmla="*/ 716 w 972"/>
                    <a:gd name="T101" fmla="*/ 718 h 956"/>
                    <a:gd name="T102" fmla="*/ 662 w 972"/>
                    <a:gd name="T103" fmla="*/ 706 h 956"/>
                    <a:gd name="T104" fmla="*/ 630 w 972"/>
                    <a:gd name="T105" fmla="*/ 636 h 956"/>
                    <a:gd name="T106" fmla="*/ 578 w 972"/>
                    <a:gd name="T107" fmla="*/ 648 h 956"/>
                    <a:gd name="T108" fmla="*/ 550 w 972"/>
                    <a:gd name="T109" fmla="*/ 682 h 956"/>
                    <a:gd name="T110" fmla="*/ 558 w 972"/>
                    <a:gd name="T111" fmla="*/ 726 h 956"/>
                    <a:gd name="T112" fmla="*/ 558 w 972"/>
                    <a:gd name="T113" fmla="*/ 766 h 956"/>
                    <a:gd name="T114" fmla="*/ 500 w 972"/>
                    <a:gd name="T115" fmla="*/ 810 h 956"/>
                    <a:gd name="T116" fmla="*/ 522 w 972"/>
                    <a:gd name="T117" fmla="*/ 870 h 956"/>
                    <a:gd name="T118" fmla="*/ 522 w 972"/>
                    <a:gd name="T119" fmla="*/ 918 h 9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972" h="956">
                      <a:moveTo>
                        <a:pt x="432" y="956"/>
                      </a:moveTo>
                      <a:lnTo>
                        <a:pt x="432" y="956"/>
                      </a:lnTo>
                      <a:lnTo>
                        <a:pt x="422" y="952"/>
                      </a:lnTo>
                      <a:lnTo>
                        <a:pt x="422" y="952"/>
                      </a:lnTo>
                      <a:lnTo>
                        <a:pt x="406" y="942"/>
                      </a:lnTo>
                      <a:lnTo>
                        <a:pt x="392" y="934"/>
                      </a:lnTo>
                      <a:lnTo>
                        <a:pt x="380" y="928"/>
                      </a:lnTo>
                      <a:lnTo>
                        <a:pt x="368" y="920"/>
                      </a:lnTo>
                      <a:lnTo>
                        <a:pt x="368" y="920"/>
                      </a:lnTo>
                      <a:lnTo>
                        <a:pt x="354" y="904"/>
                      </a:lnTo>
                      <a:lnTo>
                        <a:pt x="354" y="904"/>
                      </a:lnTo>
                      <a:lnTo>
                        <a:pt x="354" y="888"/>
                      </a:lnTo>
                      <a:lnTo>
                        <a:pt x="354" y="888"/>
                      </a:lnTo>
                      <a:lnTo>
                        <a:pt x="362" y="878"/>
                      </a:lnTo>
                      <a:lnTo>
                        <a:pt x="368" y="866"/>
                      </a:lnTo>
                      <a:lnTo>
                        <a:pt x="370" y="858"/>
                      </a:lnTo>
                      <a:lnTo>
                        <a:pt x="368" y="848"/>
                      </a:lnTo>
                      <a:lnTo>
                        <a:pt x="366" y="840"/>
                      </a:lnTo>
                      <a:lnTo>
                        <a:pt x="362" y="832"/>
                      </a:lnTo>
                      <a:lnTo>
                        <a:pt x="350" y="816"/>
                      </a:lnTo>
                      <a:lnTo>
                        <a:pt x="350" y="816"/>
                      </a:lnTo>
                      <a:lnTo>
                        <a:pt x="342" y="808"/>
                      </a:lnTo>
                      <a:lnTo>
                        <a:pt x="336" y="798"/>
                      </a:lnTo>
                      <a:lnTo>
                        <a:pt x="324" y="780"/>
                      </a:lnTo>
                      <a:lnTo>
                        <a:pt x="316" y="764"/>
                      </a:lnTo>
                      <a:lnTo>
                        <a:pt x="306" y="750"/>
                      </a:lnTo>
                      <a:lnTo>
                        <a:pt x="306" y="750"/>
                      </a:lnTo>
                      <a:lnTo>
                        <a:pt x="298" y="730"/>
                      </a:lnTo>
                      <a:lnTo>
                        <a:pt x="294" y="726"/>
                      </a:lnTo>
                      <a:lnTo>
                        <a:pt x="290" y="722"/>
                      </a:lnTo>
                      <a:lnTo>
                        <a:pt x="286" y="720"/>
                      </a:lnTo>
                      <a:lnTo>
                        <a:pt x="282" y="720"/>
                      </a:lnTo>
                      <a:lnTo>
                        <a:pt x="266" y="720"/>
                      </a:lnTo>
                      <a:lnTo>
                        <a:pt x="266" y="720"/>
                      </a:lnTo>
                      <a:lnTo>
                        <a:pt x="248" y="712"/>
                      </a:lnTo>
                      <a:lnTo>
                        <a:pt x="248" y="712"/>
                      </a:lnTo>
                      <a:lnTo>
                        <a:pt x="224" y="678"/>
                      </a:lnTo>
                      <a:lnTo>
                        <a:pt x="224" y="678"/>
                      </a:lnTo>
                      <a:lnTo>
                        <a:pt x="206" y="626"/>
                      </a:lnTo>
                      <a:lnTo>
                        <a:pt x="206" y="626"/>
                      </a:lnTo>
                      <a:lnTo>
                        <a:pt x="192" y="608"/>
                      </a:lnTo>
                      <a:lnTo>
                        <a:pt x="192" y="608"/>
                      </a:lnTo>
                      <a:lnTo>
                        <a:pt x="178" y="608"/>
                      </a:lnTo>
                      <a:lnTo>
                        <a:pt x="170" y="614"/>
                      </a:lnTo>
                      <a:lnTo>
                        <a:pt x="164" y="620"/>
                      </a:lnTo>
                      <a:lnTo>
                        <a:pt x="162" y="630"/>
                      </a:lnTo>
                      <a:lnTo>
                        <a:pt x="162" y="652"/>
                      </a:lnTo>
                      <a:lnTo>
                        <a:pt x="160" y="662"/>
                      </a:lnTo>
                      <a:lnTo>
                        <a:pt x="156" y="674"/>
                      </a:lnTo>
                      <a:lnTo>
                        <a:pt x="156" y="674"/>
                      </a:lnTo>
                      <a:lnTo>
                        <a:pt x="148" y="670"/>
                      </a:lnTo>
                      <a:lnTo>
                        <a:pt x="148" y="670"/>
                      </a:lnTo>
                      <a:lnTo>
                        <a:pt x="146" y="652"/>
                      </a:lnTo>
                      <a:lnTo>
                        <a:pt x="140" y="634"/>
                      </a:lnTo>
                      <a:lnTo>
                        <a:pt x="134" y="620"/>
                      </a:lnTo>
                      <a:lnTo>
                        <a:pt x="130" y="606"/>
                      </a:lnTo>
                      <a:lnTo>
                        <a:pt x="130" y="606"/>
                      </a:lnTo>
                      <a:lnTo>
                        <a:pt x="134" y="602"/>
                      </a:lnTo>
                      <a:lnTo>
                        <a:pt x="136" y="598"/>
                      </a:lnTo>
                      <a:lnTo>
                        <a:pt x="138" y="590"/>
                      </a:lnTo>
                      <a:lnTo>
                        <a:pt x="138" y="576"/>
                      </a:lnTo>
                      <a:lnTo>
                        <a:pt x="138" y="576"/>
                      </a:lnTo>
                      <a:lnTo>
                        <a:pt x="142" y="538"/>
                      </a:lnTo>
                      <a:lnTo>
                        <a:pt x="142" y="538"/>
                      </a:lnTo>
                      <a:lnTo>
                        <a:pt x="134" y="518"/>
                      </a:lnTo>
                      <a:lnTo>
                        <a:pt x="130" y="500"/>
                      </a:lnTo>
                      <a:lnTo>
                        <a:pt x="128" y="482"/>
                      </a:lnTo>
                      <a:lnTo>
                        <a:pt x="130" y="466"/>
                      </a:lnTo>
                      <a:lnTo>
                        <a:pt x="130" y="466"/>
                      </a:lnTo>
                      <a:lnTo>
                        <a:pt x="140" y="454"/>
                      </a:lnTo>
                      <a:lnTo>
                        <a:pt x="150" y="442"/>
                      </a:lnTo>
                      <a:lnTo>
                        <a:pt x="150" y="442"/>
                      </a:lnTo>
                      <a:lnTo>
                        <a:pt x="146" y="396"/>
                      </a:lnTo>
                      <a:lnTo>
                        <a:pt x="146" y="396"/>
                      </a:lnTo>
                      <a:lnTo>
                        <a:pt x="124" y="364"/>
                      </a:lnTo>
                      <a:lnTo>
                        <a:pt x="124" y="364"/>
                      </a:lnTo>
                      <a:lnTo>
                        <a:pt x="114" y="326"/>
                      </a:lnTo>
                      <a:lnTo>
                        <a:pt x="110" y="312"/>
                      </a:lnTo>
                      <a:lnTo>
                        <a:pt x="104" y="300"/>
                      </a:lnTo>
                      <a:lnTo>
                        <a:pt x="104" y="300"/>
                      </a:lnTo>
                      <a:lnTo>
                        <a:pt x="84" y="276"/>
                      </a:lnTo>
                      <a:lnTo>
                        <a:pt x="68" y="254"/>
                      </a:lnTo>
                      <a:lnTo>
                        <a:pt x="54" y="232"/>
                      </a:lnTo>
                      <a:lnTo>
                        <a:pt x="50" y="222"/>
                      </a:lnTo>
                      <a:lnTo>
                        <a:pt x="48" y="212"/>
                      </a:lnTo>
                      <a:lnTo>
                        <a:pt x="48" y="212"/>
                      </a:lnTo>
                      <a:lnTo>
                        <a:pt x="12" y="188"/>
                      </a:lnTo>
                      <a:lnTo>
                        <a:pt x="12" y="188"/>
                      </a:lnTo>
                      <a:lnTo>
                        <a:pt x="6" y="178"/>
                      </a:lnTo>
                      <a:lnTo>
                        <a:pt x="6" y="178"/>
                      </a:lnTo>
                      <a:lnTo>
                        <a:pt x="0" y="178"/>
                      </a:lnTo>
                      <a:lnTo>
                        <a:pt x="0" y="178"/>
                      </a:lnTo>
                      <a:lnTo>
                        <a:pt x="0" y="154"/>
                      </a:lnTo>
                      <a:lnTo>
                        <a:pt x="0" y="142"/>
                      </a:lnTo>
                      <a:lnTo>
                        <a:pt x="2" y="134"/>
                      </a:lnTo>
                      <a:lnTo>
                        <a:pt x="2" y="134"/>
                      </a:lnTo>
                      <a:lnTo>
                        <a:pt x="10" y="130"/>
                      </a:lnTo>
                      <a:lnTo>
                        <a:pt x="16" y="124"/>
                      </a:lnTo>
                      <a:lnTo>
                        <a:pt x="20" y="118"/>
                      </a:lnTo>
                      <a:lnTo>
                        <a:pt x="22" y="110"/>
                      </a:lnTo>
                      <a:lnTo>
                        <a:pt x="24" y="96"/>
                      </a:lnTo>
                      <a:lnTo>
                        <a:pt x="26" y="80"/>
                      </a:lnTo>
                      <a:lnTo>
                        <a:pt x="26" y="80"/>
                      </a:lnTo>
                      <a:lnTo>
                        <a:pt x="0" y="50"/>
                      </a:lnTo>
                      <a:lnTo>
                        <a:pt x="0" y="50"/>
                      </a:lnTo>
                      <a:lnTo>
                        <a:pt x="0" y="28"/>
                      </a:lnTo>
                      <a:lnTo>
                        <a:pt x="0" y="28"/>
                      </a:lnTo>
                      <a:lnTo>
                        <a:pt x="74" y="24"/>
                      </a:lnTo>
                      <a:lnTo>
                        <a:pt x="74" y="24"/>
                      </a:lnTo>
                      <a:lnTo>
                        <a:pt x="82" y="28"/>
                      </a:lnTo>
                      <a:lnTo>
                        <a:pt x="92" y="38"/>
                      </a:lnTo>
                      <a:lnTo>
                        <a:pt x="102" y="50"/>
                      </a:lnTo>
                      <a:lnTo>
                        <a:pt x="112" y="64"/>
                      </a:lnTo>
                      <a:lnTo>
                        <a:pt x="112" y="64"/>
                      </a:lnTo>
                      <a:lnTo>
                        <a:pt x="112" y="76"/>
                      </a:lnTo>
                      <a:lnTo>
                        <a:pt x="116" y="88"/>
                      </a:lnTo>
                      <a:lnTo>
                        <a:pt x="122" y="98"/>
                      </a:lnTo>
                      <a:lnTo>
                        <a:pt x="128" y="110"/>
                      </a:lnTo>
                      <a:lnTo>
                        <a:pt x="146" y="132"/>
                      </a:lnTo>
                      <a:lnTo>
                        <a:pt x="166" y="152"/>
                      </a:lnTo>
                      <a:lnTo>
                        <a:pt x="166" y="152"/>
                      </a:lnTo>
                      <a:lnTo>
                        <a:pt x="174" y="152"/>
                      </a:lnTo>
                      <a:lnTo>
                        <a:pt x="182" y="154"/>
                      </a:lnTo>
                      <a:lnTo>
                        <a:pt x="186" y="156"/>
                      </a:lnTo>
                      <a:lnTo>
                        <a:pt x="190" y="158"/>
                      </a:lnTo>
                      <a:lnTo>
                        <a:pt x="200" y="172"/>
                      </a:lnTo>
                      <a:lnTo>
                        <a:pt x="200" y="172"/>
                      </a:lnTo>
                      <a:lnTo>
                        <a:pt x="208" y="170"/>
                      </a:lnTo>
                      <a:lnTo>
                        <a:pt x="216" y="170"/>
                      </a:lnTo>
                      <a:lnTo>
                        <a:pt x="224" y="166"/>
                      </a:lnTo>
                      <a:lnTo>
                        <a:pt x="236" y="158"/>
                      </a:lnTo>
                      <a:lnTo>
                        <a:pt x="236" y="158"/>
                      </a:lnTo>
                      <a:lnTo>
                        <a:pt x="242" y="158"/>
                      </a:lnTo>
                      <a:lnTo>
                        <a:pt x="242" y="158"/>
                      </a:lnTo>
                      <a:lnTo>
                        <a:pt x="248" y="162"/>
                      </a:lnTo>
                      <a:lnTo>
                        <a:pt x="248" y="162"/>
                      </a:lnTo>
                      <a:lnTo>
                        <a:pt x="248" y="166"/>
                      </a:lnTo>
                      <a:lnTo>
                        <a:pt x="250" y="170"/>
                      </a:lnTo>
                      <a:lnTo>
                        <a:pt x="254" y="172"/>
                      </a:lnTo>
                      <a:lnTo>
                        <a:pt x="258" y="174"/>
                      </a:lnTo>
                      <a:lnTo>
                        <a:pt x="270" y="176"/>
                      </a:lnTo>
                      <a:lnTo>
                        <a:pt x="282" y="178"/>
                      </a:lnTo>
                      <a:lnTo>
                        <a:pt x="282" y="178"/>
                      </a:lnTo>
                      <a:lnTo>
                        <a:pt x="290" y="188"/>
                      </a:lnTo>
                      <a:lnTo>
                        <a:pt x="290" y="188"/>
                      </a:lnTo>
                      <a:lnTo>
                        <a:pt x="310" y="188"/>
                      </a:lnTo>
                      <a:lnTo>
                        <a:pt x="310" y="188"/>
                      </a:lnTo>
                      <a:lnTo>
                        <a:pt x="328" y="174"/>
                      </a:lnTo>
                      <a:lnTo>
                        <a:pt x="328" y="174"/>
                      </a:lnTo>
                      <a:lnTo>
                        <a:pt x="374" y="166"/>
                      </a:lnTo>
                      <a:lnTo>
                        <a:pt x="374" y="166"/>
                      </a:lnTo>
                      <a:lnTo>
                        <a:pt x="378" y="160"/>
                      </a:lnTo>
                      <a:lnTo>
                        <a:pt x="382" y="154"/>
                      </a:lnTo>
                      <a:lnTo>
                        <a:pt x="382" y="154"/>
                      </a:lnTo>
                      <a:lnTo>
                        <a:pt x="382" y="142"/>
                      </a:lnTo>
                      <a:lnTo>
                        <a:pt x="378" y="128"/>
                      </a:lnTo>
                      <a:lnTo>
                        <a:pt x="372" y="104"/>
                      </a:lnTo>
                      <a:lnTo>
                        <a:pt x="368" y="92"/>
                      </a:lnTo>
                      <a:lnTo>
                        <a:pt x="366" y="80"/>
                      </a:lnTo>
                      <a:lnTo>
                        <a:pt x="368" y="72"/>
                      </a:lnTo>
                      <a:lnTo>
                        <a:pt x="370" y="66"/>
                      </a:lnTo>
                      <a:lnTo>
                        <a:pt x="370" y="66"/>
                      </a:lnTo>
                      <a:lnTo>
                        <a:pt x="376" y="70"/>
                      </a:lnTo>
                      <a:lnTo>
                        <a:pt x="384" y="78"/>
                      </a:lnTo>
                      <a:lnTo>
                        <a:pt x="392" y="84"/>
                      </a:lnTo>
                      <a:lnTo>
                        <a:pt x="406" y="92"/>
                      </a:lnTo>
                      <a:lnTo>
                        <a:pt x="406" y="92"/>
                      </a:lnTo>
                      <a:lnTo>
                        <a:pt x="412" y="100"/>
                      </a:lnTo>
                      <a:lnTo>
                        <a:pt x="412" y="100"/>
                      </a:lnTo>
                      <a:lnTo>
                        <a:pt x="424" y="104"/>
                      </a:lnTo>
                      <a:lnTo>
                        <a:pt x="438" y="104"/>
                      </a:lnTo>
                      <a:lnTo>
                        <a:pt x="452" y="104"/>
                      </a:lnTo>
                      <a:lnTo>
                        <a:pt x="468" y="100"/>
                      </a:lnTo>
                      <a:lnTo>
                        <a:pt x="468" y="100"/>
                      </a:lnTo>
                      <a:lnTo>
                        <a:pt x="484" y="84"/>
                      </a:lnTo>
                      <a:lnTo>
                        <a:pt x="484" y="84"/>
                      </a:lnTo>
                      <a:lnTo>
                        <a:pt x="482" y="64"/>
                      </a:lnTo>
                      <a:lnTo>
                        <a:pt x="478" y="50"/>
                      </a:lnTo>
                      <a:lnTo>
                        <a:pt x="474" y="40"/>
                      </a:lnTo>
                      <a:lnTo>
                        <a:pt x="472" y="30"/>
                      </a:lnTo>
                      <a:lnTo>
                        <a:pt x="472" y="30"/>
                      </a:lnTo>
                      <a:lnTo>
                        <a:pt x="482" y="18"/>
                      </a:lnTo>
                      <a:lnTo>
                        <a:pt x="494" y="8"/>
                      </a:lnTo>
                      <a:lnTo>
                        <a:pt x="502" y="2"/>
                      </a:lnTo>
                      <a:lnTo>
                        <a:pt x="508" y="0"/>
                      </a:lnTo>
                      <a:lnTo>
                        <a:pt x="516" y="0"/>
                      </a:lnTo>
                      <a:lnTo>
                        <a:pt x="526" y="4"/>
                      </a:lnTo>
                      <a:lnTo>
                        <a:pt x="526" y="4"/>
                      </a:lnTo>
                      <a:lnTo>
                        <a:pt x="530" y="16"/>
                      </a:lnTo>
                      <a:lnTo>
                        <a:pt x="536" y="26"/>
                      </a:lnTo>
                      <a:lnTo>
                        <a:pt x="546" y="36"/>
                      </a:lnTo>
                      <a:lnTo>
                        <a:pt x="562" y="50"/>
                      </a:lnTo>
                      <a:lnTo>
                        <a:pt x="562" y="50"/>
                      </a:lnTo>
                      <a:lnTo>
                        <a:pt x="588" y="60"/>
                      </a:lnTo>
                      <a:lnTo>
                        <a:pt x="588" y="60"/>
                      </a:lnTo>
                      <a:lnTo>
                        <a:pt x="598" y="72"/>
                      </a:lnTo>
                      <a:lnTo>
                        <a:pt x="612" y="84"/>
                      </a:lnTo>
                      <a:lnTo>
                        <a:pt x="628" y="98"/>
                      </a:lnTo>
                      <a:lnTo>
                        <a:pt x="636" y="106"/>
                      </a:lnTo>
                      <a:lnTo>
                        <a:pt x="642" y="118"/>
                      </a:lnTo>
                      <a:lnTo>
                        <a:pt x="642" y="118"/>
                      </a:lnTo>
                      <a:lnTo>
                        <a:pt x="650" y="138"/>
                      </a:lnTo>
                      <a:lnTo>
                        <a:pt x="650" y="138"/>
                      </a:lnTo>
                      <a:lnTo>
                        <a:pt x="656" y="150"/>
                      </a:lnTo>
                      <a:lnTo>
                        <a:pt x="666" y="164"/>
                      </a:lnTo>
                      <a:lnTo>
                        <a:pt x="678" y="176"/>
                      </a:lnTo>
                      <a:lnTo>
                        <a:pt x="686" y="182"/>
                      </a:lnTo>
                      <a:lnTo>
                        <a:pt x="694" y="184"/>
                      </a:lnTo>
                      <a:lnTo>
                        <a:pt x="694" y="184"/>
                      </a:lnTo>
                      <a:lnTo>
                        <a:pt x="764" y="184"/>
                      </a:lnTo>
                      <a:lnTo>
                        <a:pt x="764" y="184"/>
                      </a:lnTo>
                      <a:lnTo>
                        <a:pt x="774" y="178"/>
                      </a:lnTo>
                      <a:lnTo>
                        <a:pt x="786" y="172"/>
                      </a:lnTo>
                      <a:lnTo>
                        <a:pt x="798" y="168"/>
                      </a:lnTo>
                      <a:lnTo>
                        <a:pt x="812" y="168"/>
                      </a:lnTo>
                      <a:lnTo>
                        <a:pt x="812" y="168"/>
                      </a:lnTo>
                      <a:lnTo>
                        <a:pt x="858" y="184"/>
                      </a:lnTo>
                      <a:lnTo>
                        <a:pt x="858" y="184"/>
                      </a:lnTo>
                      <a:lnTo>
                        <a:pt x="900" y="184"/>
                      </a:lnTo>
                      <a:lnTo>
                        <a:pt x="900" y="184"/>
                      </a:lnTo>
                      <a:lnTo>
                        <a:pt x="920" y="202"/>
                      </a:lnTo>
                      <a:lnTo>
                        <a:pt x="932" y="208"/>
                      </a:lnTo>
                      <a:lnTo>
                        <a:pt x="952" y="210"/>
                      </a:lnTo>
                      <a:lnTo>
                        <a:pt x="952" y="210"/>
                      </a:lnTo>
                      <a:lnTo>
                        <a:pt x="972" y="228"/>
                      </a:lnTo>
                      <a:lnTo>
                        <a:pt x="972" y="228"/>
                      </a:lnTo>
                      <a:lnTo>
                        <a:pt x="972" y="278"/>
                      </a:lnTo>
                      <a:lnTo>
                        <a:pt x="972" y="278"/>
                      </a:lnTo>
                      <a:lnTo>
                        <a:pt x="958" y="296"/>
                      </a:lnTo>
                      <a:lnTo>
                        <a:pt x="946" y="316"/>
                      </a:lnTo>
                      <a:lnTo>
                        <a:pt x="938" y="336"/>
                      </a:lnTo>
                      <a:lnTo>
                        <a:pt x="930" y="358"/>
                      </a:lnTo>
                      <a:lnTo>
                        <a:pt x="930" y="358"/>
                      </a:lnTo>
                      <a:lnTo>
                        <a:pt x="908" y="388"/>
                      </a:lnTo>
                      <a:lnTo>
                        <a:pt x="880" y="418"/>
                      </a:lnTo>
                      <a:lnTo>
                        <a:pt x="880" y="418"/>
                      </a:lnTo>
                      <a:lnTo>
                        <a:pt x="866" y="422"/>
                      </a:lnTo>
                      <a:lnTo>
                        <a:pt x="856" y="422"/>
                      </a:lnTo>
                      <a:lnTo>
                        <a:pt x="846" y="420"/>
                      </a:lnTo>
                      <a:lnTo>
                        <a:pt x="840" y="418"/>
                      </a:lnTo>
                      <a:lnTo>
                        <a:pt x="828" y="406"/>
                      </a:lnTo>
                      <a:lnTo>
                        <a:pt x="812" y="394"/>
                      </a:lnTo>
                      <a:lnTo>
                        <a:pt x="812" y="394"/>
                      </a:lnTo>
                      <a:lnTo>
                        <a:pt x="806" y="388"/>
                      </a:lnTo>
                      <a:lnTo>
                        <a:pt x="800" y="382"/>
                      </a:lnTo>
                      <a:lnTo>
                        <a:pt x="788" y="376"/>
                      </a:lnTo>
                      <a:lnTo>
                        <a:pt x="778" y="374"/>
                      </a:lnTo>
                      <a:lnTo>
                        <a:pt x="768" y="374"/>
                      </a:lnTo>
                      <a:lnTo>
                        <a:pt x="768" y="374"/>
                      </a:lnTo>
                      <a:lnTo>
                        <a:pt x="764" y="382"/>
                      </a:lnTo>
                      <a:lnTo>
                        <a:pt x="764" y="382"/>
                      </a:lnTo>
                      <a:lnTo>
                        <a:pt x="764" y="422"/>
                      </a:lnTo>
                      <a:lnTo>
                        <a:pt x="764" y="422"/>
                      </a:lnTo>
                      <a:lnTo>
                        <a:pt x="768" y="434"/>
                      </a:lnTo>
                      <a:lnTo>
                        <a:pt x="772" y="446"/>
                      </a:lnTo>
                      <a:lnTo>
                        <a:pt x="772" y="460"/>
                      </a:lnTo>
                      <a:lnTo>
                        <a:pt x="772" y="478"/>
                      </a:lnTo>
                      <a:lnTo>
                        <a:pt x="772" y="478"/>
                      </a:lnTo>
                      <a:lnTo>
                        <a:pt x="770" y="492"/>
                      </a:lnTo>
                      <a:lnTo>
                        <a:pt x="766" y="510"/>
                      </a:lnTo>
                      <a:lnTo>
                        <a:pt x="766" y="528"/>
                      </a:lnTo>
                      <a:lnTo>
                        <a:pt x="768" y="548"/>
                      </a:lnTo>
                      <a:lnTo>
                        <a:pt x="768" y="548"/>
                      </a:lnTo>
                      <a:lnTo>
                        <a:pt x="784" y="564"/>
                      </a:lnTo>
                      <a:lnTo>
                        <a:pt x="784" y="564"/>
                      </a:lnTo>
                      <a:lnTo>
                        <a:pt x="790" y="568"/>
                      </a:lnTo>
                      <a:lnTo>
                        <a:pt x="796" y="574"/>
                      </a:lnTo>
                      <a:lnTo>
                        <a:pt x="802" y="582"/>
                      </a:lnTo>
                      <a:lnTo>
                        <a:pt x="808" y="592"/>
                      </a:lnTo>
                      <a:lnTo>
                        <a:pt x="810" y="602"/>
                      </a:lnTo>
                      <a:lnTo>
                        <a:pt x="810" y="612"/>
                      </a:lnTo>
                      <a:lnTo>
                        <a:pt x="808" y="622"/>
                      </a:lnTo>
                      <a:lnTo>
                        <a:pt x="800" y="632"/>
                      </a:lnTo>
                      <a:lnTo>
                        <a:pt x="800" y="632"/>
                      </a:lnTo>
                      <a:lnTo>
                        <a:pt x="786" y="640"/>
                      </a:lnTo>
                      <a:lnTo>
                        <a:pt x="780" y="646"/>
                      </a:lnTo>
                      <a:lnTo>
                        <a:pt x="778" y="650"/>
                      </a:lnTo>
                      <a:lnTo>
                        <a:pt x="776" y="656"/>
                      </a:lnTo>
                      <a:lnTo>
                        <a:pt x="776" y="674"/>
                      </a:lnTo>
                      <a:lnTo>
                        <a:pt x="776" y="674"/>
                      </a:lnTo>
                      <a:lnTo>
                        <a:pt x="782" y="680"/>
                      </a:lnTo>
                      <a:lnTo>
                        <a:pt x="788" y="686"/>
                      </a:lnTo>
                      <a:lnTo>
                        <a:pt x="806" y="694"/>
                      </a:lnTo>
                      <a:lnTo>
                        <a:pt x="828" y="702"/>
                      </a:lnTo>
                      <a:lnTo>
                        <a:pt x="840" y="710"/>
                      </a:lnTo>
                      <a:lnTo>
                        <a:pt x="850" y="718"/>
                      </a:lnTo>
                      <a:lnTo>
                        <a:pt x="850" y="718"/>
                      </a:lnTo>
                      <a:lnTo>
                        <a:pt x="848" y="740"/>
                      </a:lnTo>
                      <a:lnTo>
                        <a:pt x="846" y="752"/>
                      </a:lnTo>
                      <a:lnTo>
                        <a:pt x="842" y="756"/>
                      </a:lnTo>
                      <a:lnTo>
                        <a:pt x="840" y="762"/>
                      </a:lnTo>
                      <a:lnTo>
                        <a:pt x="840" y="762"/>
                      </a:lnTo>
                      <a:lnTo>
                        <a:pt x="818" y="760"/>
                      </a:lnTo>
                      <a:lnTo>
                        <a:pt x="796" y="758"/>
                      </a:lnTo>
                      <a:lnTo>
                        <a:pt x="778" y="754"/>
                      </a:lnTo>
                      <a:lnTo>
                        <a:pt x="764" y="748"/>
                      </a:lnTo>
                      <a:lnTo>
                        <a:pt x="764" y="748"/>
                      </a:lnTo>
                      <a:lnTo>
                        <a:pt x="762" y="734"/>
                      </a:lnTo>
                      <a:lnTo>
                        <a:pt x="760" y="722"/>
                      </a:lnTo>
                      <a:lnTo>
                        <a:pt x="756" y="712"/>
                      </a:lnTo>
                      <a:lnTo>
                        <a:pt x="752" y="702"/>
                      </a:lnTo>
                      <a:lnTo>
                        <a:pt x="752" y="702"/>
                      </a:lnTo>
                      <a:lnTo>
                        <a:pt x="744" y="704"/>
                      </a:lnTo>
                      <a:lnTo>
                        <a:pt x="736" y="704"/>
                      </a:lnTo>
                      <a:lnTo>
                        <a:pt x="726" y="710"/>
                      </a:lnTo>
                      <a:lnTo>
                        <a:pt x="716" y="718"/>
                      </a:lnTo>
                      <a:lnTo>
                        <a:pt x="706" y="724"/>
                      </a:lnTo>
                      <a:lnTo>
                        <a:pt x="706" y="724"/>
                      </a:lnTo>
                      <a:lnTo>
                        <a:pt x="680" y="724"/>
                      </a:lnTo>
                      <a:lnTo>
                        <a:pt x="680" y="724"/>
                      </a:lnTo>
                      <a:lnTo>
                        <a:pt x="670" y="716"/>
                      </a:lnTo>
                      <a:lnTo>
                        <a:pt x="662" y="706"/>
                      </a:lnTo>
                      <a:lnTo>
                        <a:pt x="656" y="698"/>
                      </a:lnTo>
                      <a:lnTo>
                        <a:pt x="652" y="688"/>
                      </a:lnTo>
                      <a:lnTo>
                        <a:pt x="646" y="668"/>
                      </a:lnTo>
                      <a:lnTo>
                        <a:pt x="642" y="652"/>
                      </a:lnTo>
                      <a:lnTo>
                        <a:pt x="642" y="652"/>
                      </a:lnTo>
                      <a:lnTo>
                        <a:pt x="630" y="636"/>
                      </a:lnTo>
                      <a:lnTo>
                        <a:pt x="630" y="636"/>
                      </a:lnTo>
                      <a:lnTo>
                        <a:pt x="604" y="636"/>
                      </a:lnTo>
                      <a:lnTo>
                        <a:pt x="594" y="636"/>
                      </a:lnTo>
                      <a:lnTo>
                        <a:pt x="588" y="638"/>
                      </a:lnTo>
                      <a:lnTo>
                        <a:pt x="582" y="642"/>
                      </a:lnTo>
                      <a:lnTo>
                        <a:pt x="578" y="648"/>
                      </a:lnTo>
                      <a:lnTo>
                        <a:pt x="574" y="658"/>
                      </a:lnTo>
                      <a:lnTo>
                        <a:pt x="572" y="670"/>
                      </a:lnTo>
                      <a:lnTo>
                        <a:pt x="572" y="670"/>
                      </a:lnTo>
                      <a:lnTo>
                        <a:pt x="564" y="676"/>
                      </a:lnTo>
                      <a:lnTo>
                        <a:pt x="556" y="680"/>
                      </a:lnTo>
                      <a:lnTo>
                        <a:pt x="550" y="682"/>
                      </a:lnTo>
                      <a:lnTo>
                        <a:pt x="542" y="686"/>
                      </a:lnTo>
                      <a:lnTo>
                        <a:pt x="542" y="686"/>
                      </a:lnTo>
                      <a:lnTo>
                        <a:pt x="542" y="704"/>
                      </a:lnTo>
                      <a:lnTo>
                        <a:pt x="542" y="704"/>
                      </a:lnTo>
                      <a:lnTo>
                        <a:pt x="550" y="712"/>
                      </a:lnTo>
                      <a:lnTo>
                        <a:pt x="558" y="726"/>
                      </a:lnTo>
                      <a:lnTo>
                        <a:pt x="562" y="732"/>
                      </a:lnTo>
                      <a:lnTo>
                        <a:pt x="564" y="740"/>
                      </a:lnTo>
                      <a:lnTo>
                        <a:pt x="564" y="748"/>
                      </a:lnTo>
                      <a:lnTo>
                        <a:pt x="562" y="758"/>
                      </a:lnTo>
                      <a:lnTo>
                        <a:pt x="562" y="758"/>
                      </a:lnTo>
                      <a:lnTo>
                        <a:pt x="558" y="766"/>
                      </a:lnTo>
                      <a:lnTo>
                        <a:pt x="552" y="772"/>
                      </a:lnTo>
                      <a:lnTo>
                        <a:pt x="536" y="782"/>
                      </a:lnTo>
                      <a:lnTo>
                        <a:pt x="508" y="800"/>
                      </a:lnTo>
                      <a:lnTo>
                        <a:pt x="508" y="800"/>
                      </a:lnTo>
                      <a:lnTo>
                        <a:pt x="500" y="810"/>
                      </a:lnTo>
                      <a:lnTo>
                        <a:pt x="500" y="810"/>
                      </a:lnTo>
                      <a:lnTo>
                        <a:pt x="500" y="850"/>
                      </a:lnTo>
                      <a:lnTo>
                        <a:pt x="500" y="850"/>
                      </a:lnTo>
                      <a:lnTo>
                        <a:pt x="504" y="856"/>
                      </a:lnTo>
                      <a:lnTo>
                        <a:pt x="508" y="860"/>
                      </a:lnTo>
                      <a:lnTo>
                        <a:pt x="518" y="866"/>
                      </a:lnTo>
                      <a:lnTo>
                        <a:pt x="522" y="870"/>
                      </a:lnTo>
                      <a:lnTo>
                        <a:pt x="526" y="878"/>
                      </a:lnTo>
                      <a:lnTo>
                        <a:pt x="528" y="888"/>
                      </a:lnTo>
                      <a:lnTo>
                        <a:pt x="530" y="902"/>
                      </a:lnTo>
                      <a:lnTo>
                        <a:pt x="530" y="902"/>
                      </a:lnTo>
                      <a:lnTo>
                        <a:pt x="522" y="918"/>
                      </a:lnTo>
                      <a:lnTo>
                        <a:pt x="522" y="918"/>
                      </a:lnTo>
                      <a:lnTo>
                        <a:pt x="510" y="924"/>
                      </a:lnTo>
                      <a:lnTo>
                        <a:pt x="498" y="930"/>
                      </a:lnTo>
                      <a:lnTo>
                        <a:pt x="498" y="930"/>
                      </a:lnTo>
                      <a:lnTo>
                        <a:pt x="432" y="956"/>
                      </a:lnTo>
                      <a:lnTo>
                        <a:pt x="432" y="956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6" name="Freeform 21"/>
                <p:cNvSpPr/>
                <p:nvPr/>
              </p:nvSpPr>
              <p:spPr bwMode="auto">
                <a:xfrm>
                  <a:off x="6591298" y="4508721"/>
                  <a:ext cx="639935" cy="664868"/>
                </a:xfrm>
                <a:custGeom>
                  <a:avLst/>
                  <a:gdLst>
                    <a:gd name="T0" fmla="*/ 360 w 462"/>
                    <a:gd name="T1" fmla="*/ 474 h 480"/>
                    <a:gd name="T2" fmla="*/ 328 w 462"/>
                    <a:gd name="T3" fmla="*/ 448 h 480"/>
                    <a:gd name="T4" fmla="*/ 300 w 462"/>
                    <a:gd name="T5" fmla="*/ 412 h 480"/>
                    <a:gd name="T6" fmla="*/ 282 w 462"/>
                    <a:gd name="T7" fmla="*/ 362 h 480"/>
                    <a:gd name="T8" fmla="*/ 252 w 462"/>
                    <a:gd name="T9" fmla="*/ 340 h 480"/>
                    <a:gd name="T10" fmla="*/ 230 w 462"/>
                    <a:gd name="T11" fmla="*/ 340 h 480"/>
                    <a:gd name="T12" fmla="*/ 214 w 462"/>
                    <a:gd name="T13" fmla="*/ 346 h 480"/>
                    <a:gd name="T14" fmla="*/ 196 w 462"/>
                    <a:gd name="T15" fmla="*/ 376 h 480"/>
                    <a:gd name="T16" fmla="*/ 176 w 462"/>
                    <a:gd name="T17" fmla="*/ 402 h 480"/>
                    <a:gd name="T18" fmla="*/ 152 w 462"/>
                    <a:gd name="T19" fmla="*/ 428 h 480"/>
                    <a:gd name="T20" fmla="*/ 144 w 462"/>
                    <a:gd name="T21" fmla="*/ 430 h 480"/>
                    <a:gd name="T22" fmla="*/ 118 w 462"/>
                    <a:gd name="T23" fmla="*/ 442 h 480"/>
                    <a:gd name="T24" fmla="*/ 72 w 462"/>
                    <a:gd name="T25" fmla="*/ 434 h 480"/>
                    <a:gd name="T26" fmla="*/ 38 w 462"/>
                    <a:gd name="T27" fmla="*/ 416 h 480"/>
                    <a:gd name="T28" fmla="*/ 46 w 462"/>
                    <a:gd name="T29" fmla="*/ 386 h 480"/>
                    <a:gd name="T30" fmla="*/ 42 w 462"/>
                    <a:gd name="T31" fmla="*/ 360 h 480"/>
                    <a:gd name="T32" fmla="*/ 2 w 462"/>
                    <a:gd name="T33" fmla="*/ 312 h 480"/>
                    <a:gd name="T34" fmla="*/ 10 w 462"/>
                    <a:gd name="T35" fmla="*/ 228 h 480"/>
                    <a:gd name="T36" fmla="*/ 0 w 462"/>
                    <a:gd name="T37" fmla="*/ 168 h 480"/>
                    <a:gd name="T38" fmla="*/ 4 w 462"/>
                    <a:gd name="T39" fmla="*/ 166 h 480"/>
                    <a:gd name="T40" fmla="*/ 64 w 462"/>
                    <a:gd name="T41" fmla="*/ 212 h 480"/>
                    <a:gd name="T42" fmla="*/ 82 w 462"/>
                    <a:gd name="T43" fmla="*/ 216 h 480"/>
                    <a:gd name="T44" fmla="*/ 110 w 462"/>
                    <a:gd name="T45" fmla="*/ 208 h 480"/>
                    <a:gd name="T46" fmla="*/ 148 w 462"/>
                    <a:gd name="T47" fmla="*/ 172 h 480"/>
                    <a:gd name="T48" fmla="*/ 176 w 462"/>
                    <a:gd name="T49" fmla="*/ 116 h 480"/>
                    <a:gd name="T50" fmla="*/ 210 w 462"/>
                    <a:gd name="T51" fmla="*/ 62 h 480"/>
                    <a:gd name="T52" fmla="*/ 232 w 462"/>
                    <a:gd name="T53" fmla="*/ 4 h 480"/>
                    <a:gd name="T54" fmla="*/ 272 w 462"/>
                    <a:gd name="T55" fmla="*/ 0 h 480"/>
                    <a:gd name="T56" fmla="*/ 306 w 462"/>
                    <a:gd name="T57" fmla="*/ 10 h 480"/>
                    <a:gd name="T58" fmla="*/ 352 w 462"/>
                    <a:gd name="T59" fmla="*/ 50 h 480"/>
                    <a:gd name="T60" fmla="*/ 394 w 462"/>
                    <a:gd name="T61" fmla="*/ 60 h 480"/>
                    <a:gd name="T62" fmla="*/ 444 w 462"/>
                    <a:gd name="T63" fmla="*/ 98 h 480"/>
                    <a:gd name="T64" fmla="*/ 462 w 462"/>
                    <a:gd name="T65" fmla="*/ 134 h 480"/>
                    <a:gd name="T66" fmla="*/ 430 w 462"/>
                    <a:gd name="T67" fmla="*/ 158 h 480"/>
                    <a:gd name="T68" fmla="*/ 402 w 462"/>
                    <a:gd name="T69" fmla="*/ 182 h 480"/>
                    <a:gd name="T70" fmla="*/ 336 w 462"/>
                    <a:gd name="T71" fmla="*/ 188 h 480"/>
                    <a:gd name="T72" fmla="*/ 292 w 462"/>
                    <a:gd name="T73" fmla="*/ 192 h 480"/>
                    <a:gd name="T74" fmla="*/ 284 w 462"/>
                    <a:gd name="T75" fmla="*/ 218 h 480"/>
                    <a:gd name="T76" fmla="*/ 288 w 462"/>
                    <a:gd name="T77" fmla="*/ 236 h 480"/>
                    <a:gd name="T78" fmla="*/ 284 w 462"/>
                    <a:gd name="T79" fmla="*/ 276 h 480"/>
                    <a:gd name="T80" fmla="*/ 304 w 462"/>
                    <a:gd name="T81" fmla="*/ 296 h 480"/>
                    <a:gd name="T82" fmla="*/ 362 w 462"/>
                    <a:gd name="T83" fmla="*/ 364 h 480"/>
                    <a:gd name="T84" fmla="*/ 372 w 462"/>
                    <a:gd name="T85" fmla="*/ 400 h 4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462" h="480">
                      <a:moveTo>
                        <a:pt x="372" y="480"/>
                      </a:moveTo>
                      <a:lnTo>
                        <a:pt x="372" y="480"/>
                      </a:lnTo>
                      <a:lnTo>
                        <a:pt x="360" y="474"/>
                      </a:lnTo>
                      <a:lnTo>
                        <a:pt x="348" y="466"/>
                      </a:lnTo>
                      <a:lnTo>
                        <a:pt x="338" y="458"/>
                      </a:lnTo>
                      <a:lnTo>
                        <a:pt x="328" y="448"/>
                      </a:lnTo>
                      <a:lnTo>
                        <a:pt x="312" y="430"/>
                      </a:lnTo>
                      <a:lnTo>
                        <a:pt x="300" y="412"/>
                      </a:lnTo>
                      <a:lnTo>
                        <a:pt x="300" y="412"/>
                      </a:lnTo>
                      <a:lnTo>
                        <a:pt x="296" y="394"/>
                      </a:lnTo>
                      <a:lnTo>
                        <a:pt x="290" y="376"/>
                      </a:lnTo>
                      <a:lnTo>
                        <a:pt x="282" y="362"/>
                      </a:lnTo>
                      <a:lnTo>
                        <a:pt x="272" y="350"/>
                      </a:lnTo>
                      <a:lnTo>
                        <a:pt x="258" y="342"/>
                      </a:lnTo>
                      <a:lnTo>
                        <a:pt x="252" y="340"/>
                      </a:lnTo>
                      <a:lnTo>
                        <a:pt x="246" y="338"/>
                      </a:lnTo>
                      <a:lnTo>
                        <a:pt x="238" y="338"/>
                      </a:lnTo>
                      <a:lnTo>
                        <a:pt x="230" y="340"/>
                      </a:lnTo>
                      <a:lnTo>
                        <a:pt x="222" y="342"/>
                      </a:lnTo>
                      <a:lnTo>
                        <a:pt x="214" y="346"/>
                      </a:lnTo>
                      <a:lnTo>
                        <a:pt x="214" y="346"/>
                      </a:lnTo>
                      <a:lnTo>
                        <a:pt x="202" y="358"/>
                      </a:lnTo>
                      <a:lnTo>
                        <a:pt x="198" y="364"/>
                      </a:lnTo>
                      <a:lnTo>
                        <a:pt x="196" y="376"/>
                      </a:lnTo>
                      <a:lnTo>
                        <a:pt x="196" y="376"/>
                      </a:lnTo>
                      <a:lnTo>
                        <a:pt x="188" y="390"/>
                      </a:lnTo>
                      <a:lnTo>
                        <a:pt x="176" y="402"/>
                      </a:lnTo>
                      <a:lnTo>
                        <a:pt x="152" y="424"/>
                      </a:lnTo>
                      <a:lnTo>
                        <a:pt x="152" y="424"/>
                      </a:lnTo>
                      <a:lnTo>
                        <a:pt x="152" y="428"/>
                      </a:lnTo>
                      <a:lnTo>
                        <a:pt x="152" y="428"/>
                      </a:lnTo>
                      <a:lnTo>
                        <a:pt x="146" y="428"/>
                      </a:lnTo>
                      <a:lnTo>
                        <a:pt x="144" y="430"/>
                      </a:lnTo>
                      <a:lnTo>
                        <a:pt x="140" y="434"/>
                      </a:lnTo>
                      <a:lnTo>
                        <a:pt x="140" y="434"/>
                      </a:lnTo>
                      <a:lnTo>
                        <a:pt x="118" y="442"/>
                      </a:lnTo>
                      <a:lnTo>
                        <a:pt x="118" y="442"/>
                      </a:lnTo>
                      <a:lnTo>
                        <a:pt x="94" y="440"/>
                      </a:lnTo>
                      <a:lnTo>
                        <a:pt x="72" y="434"/>
                      </a:lnTo>
                      <a:lnTo>
                        <a:pt x="54" y="426"/>
                      </a:lnTo>
                      <a:lnTo>
                        <a:pt x="46" y="422"/>
                      </a:lnTo>
                      <a:lnTo>
                        <a:pt x="38" y="416"/>
                      </a:lnTo>
                      <a:lnTo>
                        <a:pt x="38" y="416"/>
                      </a:lnTo>
                      <a:lnTo>
                        <a:pt x="46" y="400"/>
                      </a:lnTo>
                      <a:lnTo>
                        <a:pt x="46" y="386"/>
                      </a:lnTo>
                      <a:lnTo>
                        <a:pt x="44" y="374"/>
                      </a:lnTo>
                      <a:lnTo>
                        <a:pt x="42" y="360"/>
                      </a:lnTo>
                      <a:lnTo>
                        <a:pt x="42" y="360"/>
                      </a:lnTo>
                      <a:lnTo>
                        <a:pt x="16" y="336"/>
                      </a:lnTo>
                      <a:lnTo>
                        <a:pt x="8" y="324"/>
                      </a:lnTo>
                      <a:lnTo>
                        <a:pt x="2" y="312"/>
                      </a:lnTo>
                      <a:lnTo>
                        <a:pt x="2" y="312"/>
                      </a:lnTo>
                      <a:lnTo>
                        <a:pt x="10" y="228"/>
                      </a:lnTo>
                      <a:lnTo>
                        <a:pt x="10" y="228"/>
                      </a:lnTo>
                      <a:lnTo>
                        <a:pt x="2" y="194"/>
                      </a:lnTo>
                      <a:lnTo>
                        <a:pt x="0" y="182"/>
                      </a:lnTo>
                      <a:lnTo>
                        <a:pt x="0" y="168"/>
                      </a:lnTo>
                      <a:lnTo>
                        <a:pt x="0" y="168"/>
                      </a:lnTo>
                      <a:lnTo>
                        <a:pt x="4" y="166"/>
                      </a:lnTo>
                      <a:lnTo>
                        <a:pt x="4" y="166"/>
                      </a:lnTo>
                      <a:lnTo>
                        <a:pt x="38" y="188"/>
                      </a:lnTo>
                      <a:lnTo>
                        <a:pt x="38" y="188"/>
                      </a:lnTo>
                      <a:lnTo>
                        <a:pt x="64" y="212"/>
                      </a:lnTo>
                      <a:lnTo>
                        <a:pt x="64" y="212"/>
                      </a:lnTo>
                      <a:lnTo>
                        <a:pt x="74" y="216"/>
                      </a:lnTo>
                      <a:lnTo>
                        <a:pt x="82" y="216"/>
                      </a:lnTo>
                      <a:lnTo>
                        <a:pt x="92" y="216"/>
                      </a:lnTo>
                      <a:lnTo>
                        <a:pt x="102" y="212"/>
                      </a:lnTo>
                      <a:lnTo>
                        <a:pt x="110" y="208"/>
                      </a:lnTo>
                      <a:lnTo>
                        <a:pt x="118" y="204"/>
                      </a:lnTo>
                      <a:lnTo>
                        <a:pt x="134" y="190"/>
                      </a:lnTo>
                      <a:lnTo>
                        <a:pt x="148" y="172"/>
                      </a:lnTo>
                      <a:lnTo>
                        <a:pt x="158" y="154"/>
                      </a:lnTo>
                      <a:lnTo>
                        <a:pt x="168" y="134"/>
                      </a:lnTo>
                      <a:lnTo>
                        <a:pt x="176" y="116"/>
                      </a:lnTo>
                      <a:lnTo>
                        <a:pt x="176" y="116"/>
                      </a:lnTo>
                      <a:lnTo>
                        <a:pt x="210" y="62"/>
                      </a:lnTo>
                      <a:lnTo>
                        <a:pt x="210" y="62"/>
                      </a:lnTo>
                      <a:lnTo>
                        <a:pt x="210" y="16"/>
                      </a:lnTo>
                      <a:lnTo>
                        <a:pt x="210" y="16"/>
                      </a:lnTo>
                      <a:lnTo>
                        <a:pt x="232" y="4"/>
                      </a:lnTo>
                      <a:lnTo>
                        <a:pt x="232" y="4"/>
                      </a:lnTo>
                      <a:lnTo>
                        <a:pt x="252" y="2"/>
                      </a:lnTo>
                      <a:lnTo>
                        <a:pt x="272" y="0"/>
                      </a:lnTo>
                      <a:lnTo>
                        <a:pt x="284" y="2"/>
                      </a:lnTo>
                      <a:lnTo>
                        <a:pt x="294" y="4"/>
                      </a:lnTo>
                      <a:lnTo>
                        <a:pt x="306" y="10"/>
                      </a:lnTo>
                      <a:lnTo>
                        <a:pt x="318" y="18"/>
                      </a:lnTo>
                      <a:lnTo>
                        <a:pt x="318" y="18"/>
                      </a:lnTo>
                      <a:lnTo>
                        <a:pt x="352" y="50"/>
                      </a:lnTo>
                      <a:lnTo>
                        <a:pt x="352" y="50"/>
                      </a:lnTo>
                      <a:lnTo>
                        <a:pt x="394" y="60"/>
                      </a:lnTo>
                      <a:lnTo>
                        <a:pt x="394" y="60"/>
                      </a:lnTo>
                      <a:lnTo>
                        <a:pt x="412" y="70"/>
                      </a:lnTo>
                      <a:lnTo>
                        <a:pt x="434" y="88"/>
                      </a:lnTo>
                      <a:lnTo>
                        <a:pt x="444" y="98"/>
                      </a:lnTo>
                      <a:lnTo>
                        <a:pt x="454" y="110"/>
                      </a:lnTo>
                      <a:lnTo>
                        <a:pt x="460" y="122"/>
                      </a:lnTo>
                      <a:lnTo>
                        <a:pt x="462" y="134"/>
                      </a:lnTo>
                      <a:lnTo>
                        <a:pt x="462" y="134"/>
                      </a:lnTo>
                      <a:lnTo>
                        <a:pt x="444" y="146"/>
                      </a:lnTo>
                      <a:lnTo>
                        <a:pt x="430" y="158"/>
                      </a:lnTo>
                      <a:lnTo>
                        <a:pt x="416" y="170"/>
                      </a:lnTo>
                      <a:lnTo>
                        <a:pt x="402" y="182"/>
                      </a:lnTo>
                      <a:lnTo>
                        <a:pt x="402" y="182"/>
                      </a:lnTo>
                      <a:lnTo>
                        <a:pt x="386" y="186"/>
                      </a:lnTo>
                      <a:lnTo>
                        <a:pt x="368" y="188"/>
                      </a:lnTo>
                      <a:lnTo>
                        <a:pt x="336" y="188"/>
                      </a:lnTo>
                      <a:lnTo>
                        <a:pt x="322" y="186"/>
                      </a:lnTo>
                      <a:lnTo>
                        <a:pt x="306" y="188"/>
                      </a:lnTo>
                      <a:lnTo>
                        <a:pt x="292" y="192"/>
                      </a:lnTo>
                      <a:lnTo>
                        <a:pt x="280" y="198"/>
                      </a:lnTo>
                      <a:lnTo>
                        <a:pt x="280" y="198"/>
                      </a:lnTo>
                      <a:lnTo>
                        <a:pt x="284" y="218"/>
                      </a:lnTo>
                      <a:lnTo>
                        <a:pt x="284" y="218"/>
                      </a:lnTo>
                      <a:lnTo>
                        <a:pt x="288" y="228"/>
                      </a:lnTo>
                      <a:lnTo>
                        <a:pt x="288" y="236"/>
                      </a:lnTo>
                      <a:lnTo>
                        <a:pt x="284" y="256"/>
                      </a:lnTo>
                      <a:lnTo>
                        <a:pt x="282" y="266"/>
                      </a:lnTo>
                      <a:lnTo>
                        <a:pt x="284" y="276"/>
                      </a:lnTo>
                      <a:lnTo>
                        <a:pt x="290" y="286"/>
                      </a:lnTo>
                      <a:lnTo>
                        <a:pt x="304" y="296"/>
                      </a:lnTo>
                      <a:lnTo>
                        <a:pt x="304" y="296"/>
                      </a:lnTo>
                      <a:lnTo>
                        <a:pt x="334" y="324"/>
                      </a:lnTo>
                      <a:lnTo>
                        <a:pt x="334" y="324"/>
                      </a:lnTo>
                      <a:lnTo>
                        <a:pt x="362" y="364"/>
                      </a:lnTo>
                      <a:lnTo>
                        <a:pt x="362" y="364"/>
                      </a:lnTo>
                      <a:lnTo>
                        <a:pt x="372" y="400"/>
                      </a:lnTo>
                      <a:lnTo>
                        <a:pt x="372" y="400"/>
                      </a:lnTo>
                      <a:lnTo>
                        <a:pt x="372" y="480"/>
                      </a:lnTo>
                      <a:lnTo>
                        <a:pt x="372" y="480"/>
                      </a:lnTo>
                      <a:close/>
                    </a:path>
                  </a:pathLst>
                </a:custGeom>
                <a:solidFill>
                  <a:srgbClr val="A9D18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017" y="4712"/>
                <a:ext cx="2181" cy="2993"/>
                <a:chOff x="6995759" y="3824461"/>
                <a:chExt cx="1385142" cy="1900414"/>
              </a:xfrm>
            </p:grpSpPr>
            <p:sp>
              <p:nvSpPr>
                <p:cNvPr id="89" name="Freeform 16"/>
                <p:cNvSpPr/>
                <p:nvPr/>
              </p:nvSpPr>
              <p:spPr bwMode="auto">
                <a:xfrm>
                  <a:off x="7056706" y="4841155"/>
                  <a:ext cx="745206" cy="883720"/>
                </a:xfrm>
                <a:custGeom>
                  <a:avLst/>
                  <a:gdLst>
                    <a:gd name="T0" fmla="*/ 324 w 538"/>
                    <a:gd name="T1" fmla="*/ 632 h 638"/>
                    <a:gd name="T2" fmla="*/ 306 w 538"/>
                    <a:gd name="T3" fmla="*/ 628 h 638"/>
                    <a:gd name="T4" fmla="*/ 282 w 538"/>
                    <a:gd name="T5" fmla="*/ 636 h 638"/>
                    <a:gd name="T6" fmla="*/ 272 w 538"/>
                    <a:gd name="T7" fmla="*/ 608 h 638"/>
                    <a:gd name="T8" fmla="*/ 258 w 538"/>
                    <a:gd name="T9" fmla="*/ 594 h 638"/>
                    <a:gd name="T10" fmla="*/ 234 w 538"/>
                    <a:gd name="T11" fmla="*/ 594 h 638"/>
                    <a:gd name="T12" fmla="*/ 234 w 538"/>
                    <a:gd name="T13" fmla="*/ 580 h 638"/>
                    <a:gd name="T14" fmla="*/ 268 w 538"/>
                    <a:gd name="T15" fmla="*/ 508 h 638"/>
                    <a:gd name="T16" fmla="*/ 240 w 538"/>
                    <a:gd name="T17" fmla="*/ 472 h 638"/>
                    <a:gd name="T18" fmla="*/ 226 w 538"/>
                    <a:gd name="T19" fmla="*/ 452 h 638"/>
                    <a:gd name="T20" fmla="*/ 204 w 538"/>
                    <a:gd name="T21" fmla="*/ 448 h 638"/>
                    <a:gd name="T22" fmla="*/ 172 w 538"/>
                    <a:gd name="T23" fmla="*/ 456 h 638"/>
                    <a:gd name="T24" fmla="*/ 132 w 538"/>
                    <a:gd name="T25" fmla="*/ 486 h 638"/>
                    <a:gd name="T26" fmla="*/ 98 w 538"/>
                    <a:gd name="T27" fmla="*/ 488 h 638"/>
                    <a:gd name="T28" fmla="*/ 86 w 538"/>
                    <a:gd name="T29" fmla="*/ 458 h 638"/>
                    <a:gd name="T30" fmla="*/ 68 w 538"/>
                    <a:gd name="T31" fmla="*/ 442 h 638"/>
                    <a:gd name="T32" fmla="*/ 64 w 538"/>
                    <a:gd name="T33" fmla="*/ 354 h 638"/>
                    <a:gd name="T34" fmla="*/ 14 w 538"/>
                    <a:gd name="T35" fmla="*/ 358 h 638"/>
                    <a:gd name="T36" fmla="*/ 0 w 538"/>
                    <a:gd name="T37" fmla="*/ 352 h 638"/>
                    <a:gd name="T38" fmla="*/ 8 w 538"/>
                    <a:gd name="T39" fmla="*/ 340 h 638"/>
                    <a:gd name="T40" fmla="*/ 32 w 538"/>
                    <a:gd name="T41" fmla="*/ 334 h 638"/>
                    <a:gd name="T42" fmla="*/ 54 w 538"/>
                    <a:gd name="T43" fmla="*/ 312 h 638"/>
                    <a:gd name="T44" fmla="*/ 62 w 538"/>
                    <a:gd name="T45" fmla="*/ 284 h 638"/>
                    <a:gd name="T46" fmla="*/ 46 w 538"/>
                    <a:gd name="T47" fmla="*/ 154 h 638"/>
                    <a:gd name="T48" fmla="*/ 40 w 538"/>
                    <a:gd name="T49" fmla="*/ 130 h 638"/>
                    <a:gd name="T50" fmla="*/ 64 w 538"/>
                    <a:gd name="T51" fmla="*/ 108 h 638"/>
                    <a:gd name="T52" fmla="*/ 80 w 538"/>
                    <a:gd name="T53" fmla="*/ 78 h 638"/>
                    <a:gd name="T54" fmla="*/ 114 w 538"/>
                    <a:gd name="T55" fmla="*/ 56 h 638"/>
                    <a:gd name="T56" fmla="*/ 142 w 538"/>
                    <a:gd name="T57" fmla="*/ 58 h 638"/>
                    <a:gd name="T58" fmla="*/ 158 w 538"/>
                    <a:gd name="T59" fmla="*/ 54 h 638"/>
                    <a:gd name="T60" fmla="*/ 168 w 538"/>
                    <a:gd name="T61" fmla="*/ 42 h 638"/>
                    <a:gd name="T62" fmla="*/ 158 w 538"/>
                    <a:gd name="T63" fmla="*/ 14 h 638"/>
                    <a:gd name="T64" fmla="*/ 156 w 538"/>
                    <a:gd name="T65" fmla="*/ 4 h 638"/>
                    <a:gd name="T66" fmla="*/ 174 w 538"/>
                    <a:gd name="T67" fmla="*/ 2 h 638"/>
                    <a:gd name="T68" fmla="*/ 210 w 538"/>
                    <a:gd name="T69" fmla="*/ 12 h 638"/>
                    <a:gd name="T70" fmla="*/ 274 w 538"/>
                    <a:gd name="T71" fmla="*/ 34 h 638"/>
                    <a:gd name="T72" fmla="*/ 312 w 538"/>
                    <a:gd name="T73" fmla="*/ 56 h 638"/>
                    <a:gd name="T74" fmla="*/ 372 w 538"/>
                    <a:gd name="T75" fmla="*/ 68 h 638"/>
                    <a:gd name="T76" fmla="*/ 392 w 538"/>
                    <a:gd name="T77" fmla="*/ 44 h 638"/>
                    <a:gd name="T78" fmla="*/ 420 w 538"/>
                    <a:gd name="T79" fmla="*/ 60 h 638"/>
                    <a:gd name="T80" fmla="*/ 450 w 538"/>
                    <a:gd name="T81" fmla="*/ 82 h 638"/>
                    <a:gd name="T82" fmla="*/ 482 w 538"/>
                    <a:gd name="T83" fmla="*/ 100 h 638"/>
                    <a:gd name="T84" fmla="*/ 514 w 538"/>
                    <a:gd name="T85" fmla="*/ 134 h 638"/>
                    <a:gd name="T86" fmla="*/ 522 w 538"/>
                    <a:gd name="T87" fmla="*/ 180 h 638"/>
                    <a:gd name="T88" fmla="*/ 516 w 538"/>
                    <a:gd name="T89" fmla="*/ 214 h 638"/>
                    <a:gd name="T90" fmla="*/ 486 w 538"/>
                    <a:gd name="T91" fmla="*/ 248 h 638"/>
                    <a:gd name="T92" fmla="*/ 480 w 538"/>
                    <a:gd name="T93" fmla="*/ 286 h 638"/>
                    <a:gd name="T94" fmla="*/ 494 w 538"/>
                    <a:gd name="T95" fmla="*/ 320 h 638"/>
                    <a:gd name="T96" fmla="*/ 502 w 538"/>
                    <a:gd name="T97" fmla="*/ 344 h 638"/>
                    <a:gd name="T98" fmla="*/ 522 w 538"/>
                    <a:gd name="T99" fmla="*/ 414 h 638"/>
                    <a:gd name="T100" fmla="*/ 532 w 538"/>
                    <a:gd name="T101" fmla="*/ 440 h 638"/>
                    <a:gd name="T102" fmla="*/ 528 w 538"/>
                    <a:gd name="T103" fmla="*/ 472 h 638"/>
                    <a:gd name="T104" fmla="*/ 538 w 538"/>
                    <a:gd name="T105" fmla="*/ 536 h 638"/>
                    <a:gd name="T106" fmla="*/ 426 w 538"/>
                    <a:gd name="T107" fmla="*/ 540 h 638"/>
                    <a:gd name="T108" fmla="*/ 428 w 538"/>
                    <a:gd name="T109" fmla="*/ 558 h 638"/>
                    <a:gd name="T110" fmla="*/ 446 w 538"/>
                    <a:gd name="T111" fmla="*/ 580 h 638"/>
                    <a:gd name="T112" fmla="*/ 436 w 538"/>
                    <a:gd name="T113" fmla="*/ 598 h 638"/>
                    <a:gd name="T114" fmla="*/ 402 w 538"/>
                    <a:gd name="T115" fmla="*/ 568 h 638"/>
                    <a:gd name="T116" fmla="*/ 368 w 538"/>
                    <a:gd name="T117" fmla="*/ 566 h 638"/>
                    <a:gd name="T118" fmla="*/ 348 w 538"/>
                    <a:gd name="T119" fmla="*/ 604 h 638"/>
                    <a:gd name="T120" fmla="*/ 336 w 538"/>
                    <a:gd name="T121" fmla="*/ 634 h 6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538" h="638">
                      <a:moveTo>
                        <a:pt x="332" y="638"/>
                      </a:moveTo>
                      <a:lnTo>
                        <a:pt x="332" y="638"/>
                      </a:lnTo>
                      <a:lnTo>
                        <a:pt x="324" y="632"/>
                      </a:lnTo>
                      <a:lnTo>
                        <a:pt x="318" y="630"/>
                      </a:lnTo>
                      <a:lnTo>
                        <a:pt x="312" y="628"/>
                      </a:lnTo>
                      <a:lnTo>
                        <a:pt x="306" y="628"/>
                      </a:lnTo>
                      <a:lnTo>
                        <a:pt x="294" y="632"/>
                      </a:lnTo>
                      <a:lnTo>
                        <a:pt x="282" y="636"/>
                      </a:lnTo>
                      <a:lnTo>
                        <a:pt x="282" y="636"/>
                      </a:lnTo>
                      <a:lnTo>
                        <a:pt x="274" y="620"/>
                      </a:lnTo>
                      <a:lnTo>
                        <a:pt x="274" y="620"/>
                      </a:lnTo>
                      <a:lnTo>
                        <a:pt x="272" y="608"/>
                      </a:lnTo>
                      <a:lnTo>
                        <a:pt x="270" y="600"/>
                      </a:lnTo>
                      <a:lnTo>
                        <a:pt x="264" y="596"/>
                      </a:lnTo>
                      <a:lnTo>
                        <a:pt x="258" y="594"/>
                      </a:lnTo>
                      <a:lnTo>
                        <a:pt x="252" y="592"/>
                      </a:lnTo>
                      <a:lnTo>
                        <a:pt x="246" y="592"/>
                      </a:lnTo>
                      <a:lnTo>
                        <a:pt x="234" y="594"/>
                      </a:lnTo>
                      <a:lnTo>
                        <a:pt x="234" y="594"/>
                      </a:lnTo>
                      <a:lnTo>
                        <a:pt x="234" y="580"/>
                      </a:lnTo>
                      <a:lnTo>
                        <a:pt x="234" y="580"/>
                      </a:lnTo>
                      <a:lnTo>
                        <a:pt x="254" y="542"/>
                      </a:lnTo>
                      <a:lnTo>
                        <a:pt x="264" y="524"/>
                      </a:lnTo>
                      <a:lnTo>
                        <a:pt x="268" y="508"/>
                      </a:lnTo>
                      <a:lnTo>
                        <a:pt x="268" y="508"/>
                      </a:lnTo>
                      <a:lnTo>
                        <a:pt x="246" y="484"/>
                      </a:lnTo>
                      <a:lnTo>
                        <a:pt x="240" y="472"/>
                      </a:lnTo>
                      <a:lnTo>
                        <a:pt x="236" y="462"/>
                      </a:lnTo>
                      <a:lnTo>
                        <a:pt x="236" y="462"/>
                      </a:lnTo>
                      <a:lnTo>
                        <a:pt x="226" y="452"/>
                      </a:lnTo>
                      <a:lnTo>
                        <a:pt x="218" y="448"/>
                      </a:lnTo>
                      <a:lnTo>
                        <a:pt x="212" y="448"/>
                      </a:lnTo>
                      <a:lnTo>
                        <a:pt x="204" y="448"/>
                      </a:lnTo>
                      <a:lnTo>
                        <a:pt x="204" y="448"/>
                      </a:lnTo>
                      <a:lnTo>
                        <a:pt x="172" y="456"/>
                      </a:lnTo>
                      <a:lnTo>
                        <a:pt x="172" y="456"/>
                      </a:lnTo>
                      <a:lnTo>
                        <a:pt x="162" y="466"/>
                      </a:lnTo>
                      <a:lnTo>
                        <a:pt x="152" y="472"/>
                      </a:lnTo>
                      <a:lnTo>
                        <a:pt x="132" y="486"/>
                      </a:lnTo>
                      <a:lnTo>
                        <a:pt x="132" y="486"/>
                      </a:lnTo>
                      <a:lnTo>
                        <a:pt x="98" y="488"/>
                      </a:lnTo>
                      <a:lnTo>
                        <a:pt x="98" y="488"/>
                      </a:lnTo>
                      <a:lnTo>
                        <a:pt x="96" y="478"/>
                      </a:lnTo>
                      <a:lnTo>
                        <a:pt x="94" y="470"/>
                      </a:lnTo>
                      <a:lnTo>
                        <a:pt x="86" y="458"/>
                      </a:lnTo>
                      <a:lnTo>
                        <a:pt x="76" y="448"/>
                      </a:lnTo>
                      <a:lnTo>
                        <a:pt x="68" y="442"/>
                      </a:lnTo>
                      <a:lnTo>
                        <a:pt x="68" y="442"/>
                      </a:lnTo>
                      <a:lnTo>
                        <a:pt x="64" y="432"/>
                      </a:lnTo>
                      <a:lnTo>
                        <a:pt x="64" y="432"/>
                      </a:lnTo>
                      <a:lnTo>
                        <a:pt x="64" y="354"/>
                      </a:lnTo>
                      <a:lnTo>
                        <a:pt x="64" y="354"/>
                      </a:lnTo>
                      <a:lnTo>
                        <a:pt x="28" y="356"/>
                      </a:lnTo>
                      <a:lnTo>
                        <a:pt x="14" y="358"/>
                      </a:lnTo>
                      <a:lnTo>
                        <a:pt x="0" y="362"/>
                      </a:lnTo>
                      <a:lnTo>
                        <a:pt x="0" y="362"/>
                      </a:lnTo>
                      <a:lnTo>
                        <a:pt x="0" y="352"/>
                      </a:lnTo>
                      <a:lnTo>
                        <a:pt x="2" y="346"/>
                      </a:lnTo>
                      <a:lnTo>
                        <a:pt x="4" y="344"/>
                      </a:lnTo>
                      <a:lnTo>
                        <a:pt x="8" y="340"/>
                      </a:lnTo>
                      <a:lnTo>
                        <a:pt x="18" y="338"/>
                      </a:lnTo>
                      <a:lnTo>
                        <a:pt x="32" y="334"/>
                      </a:lnTo>
                      <a:lnTo>
                        <a:pt x="32" y="334"/>
                      </a:lnTo>
                      <a:lnTo>
                        <a:pt x="38" y="330"/>
                      </a:lnTo>
                      <a:lnTo>
                        <a:pt x="44" y="326"/>
                      </a:lnTo>
                      <a:lnTo>
                        <a:pt x="54" y="312"/>
                      </a:lnTo>
                      <a:lnTo>
                        <a:pt x="60" y="298"/>
                      </a:lnTo>
                      <a:lnTo>
                        <a:pt x="62" y="284"/>
                      </a:lnTo>
                      <a:lnTo>
                        <a:pt x="62" y="284"/>
                      </a:lnTo>
                      <a:lnTo>
                        <a:pt x="48" y="224"/>
                      </a:lnTo>
                      <a:lnTo>
                        <a:pt x="48" y="224"/>
                      </a:lnTo>
                      <a:lnTo>
                        <a:pt x="46" y="154"/>
                      </a:lnTo>
                      <a:lnTo>
                        <a:pt x="46" y="154"/>
                      </a:lnTo>
                      <a:lnTo>
                        <a:pt x="40" y="130"/>
                      </a:lnTo>
                      <a:lnTo>
                        <a:pt x="40" y="130"/>
                      </a:lnTo>
                      <a:lnTo>
                        <a:pt x="46" y="126"/>
                      </a:lnTo>
                      <a:lnTo>
                        <a:pt x="54" y="120"/>
                      </a:lnTo>
                      <a:lnTo>
                        <a:pt x="64" y="108"/>
                      </a:lnTo>
                      <a:lnTo>
                        <a:pt x="72" y="94"/>
                      </a:lnTo>
                      <a:lnTo>
                        <a:pt x="80" y="78"/>
                      </a:lnTo>
                      <a:lnTo>
                        <a:pt x="80" y="78"/>
                      </a:lnTo>
                      <a:lnTo>
                        <a:pt x="94" y="68"/>
                      </a:lnTo>
                      <a:lnTo>
                        <a:pt x="108" y="60"/>
                      </a:lnTo>
                      <a:lnTo>
                        <a:pt x="114" y="56"/>
                      </a:lnTo>
                      <a:lnTo>
                        <a:pt x="122" y="56"/>
                      </a:lnTo>
                      <a:lnTo>
                        <a:pt x="132" y="56"/>
                      </a:lnTo>
                      <a:lnTo>
                        <a:pt x="142" y="58"/>
                      </a:lnTo>
                      <a:lnTo>
                        <a:pt x="142" y="58"/>
                      </a:lnTo>
                      <a:lnTo>
                        <a:pt x="150" y="58"/>
                      </a:lnTo>
                      <a:lnTo>
                        <a:pt x="158" y="54"/>
                      </a:lnTo>
                      <a:lnTo>
                        <a:pt x="164" y="50"/>
                      </a:lnTo>
                      <a:lnTo>
                        <a:pt x="168" y="42"/>
                      </a:lnTo>
                      <a:lnTo>
                        <a:pt x="168" y="42"/>
                      </a:lnTo>
                      <a:lnTo>
                        <a:pt x="166" y="30"/>
                      </a:lnTo>
                      <a:lnTo>
                        <a:pt x="164" y="20"/>
                      </a:lnTo>
                      <a:lnTo>
                        <a:pt x="158" y="14"/>
                      </a:lnTo>
                      <a:lnTo>
                        <a:pt x="152" y="10"/>
                      </a:lnTo>
                      <a:lnTo>
                        <a:pt x="152" y="10"/>
                      </a:lnTo>
                      <a:lnTo>
                        <a:pt x="156" y="4"/>
                      </a:lnTo>
                      <a:lnTo>
                        <a:pt x="160" y="2"/>
                      </a:lnTo>
                      <a:lnTo>
                        <a:pt x="166" y="0"/>
                      </a:lnTo>
                      <a:lnTo>
                        <a:pt x="174" y="2"/>
                      </a:lnTo>
                      <a:lnTo>
                        <a:pt x="192" y="6"/>
                      </a:lnTo>
                      <a:lnTo>
                        <a:pt x="210" y="12"/>
                      </a:lnTo>
                      <a:lnTo>
                        <a:pt x="210" y="12"/>
                      </a:lnTo>
                      <a:lnTo>
                        <a:pt x="238" y="16"/>
                      </a:lnTo>
                      <a:lnTo>
                        <a:pt x="238" y="16"/>
                      </a:lnTo>
                      <a:lnTo>
                        <a:pt x="274" y="34"/>
                      </a:lnTo>
                      <a:lnTo>
                        <a:pt x="292" y="44"/>
                      </a:lnTo>
                      <a:lnTo>
                        <a:pt x="312" y="56"/>
                      </a:lnTo>
                      <a:lnTo>
                        <a:pt x="312" y="56"/>
                      </a:lnTo>
                      <a:lnTo>
                        <a:pt x="342" y="68"/>
                      </a:lnTo>
                      <a:lnTo>
                        <a:pt x="342" y="68"/>
                      </a:lnTo>
                      <a:lnTo>
                        <a:pt x="372" y="68"/>
                      </a:lnTo>
                      <a:lnTo>
                        <a:pt x="372" y="68"/>
                      </a:lnTo>
                      <a:lnTo>
                        <a:pt x="392" y="44"/>
                      </a:lnTo>
                      <a:lnTo>
                        <a:pt x="392" y="44"/>
                      </a:lnTo>
                      <a:lnTo>
                        <a:pt x="400" y="46"/>
                      </a:lnTo>
                      <a:lnTo>
                        <a:pt x="410" y="52"/>
                      </a:lnTo>
                      <a:lnTo>
                        <a:pt x="420" y="60"/>
                      </a:lnTo>
                      <a:lnTo>
                        <a:pt x="430" y="72"/>
                      </a:lnTo>
                      <a:lnTo>
                        <a:pt x="430" y="72"/>
                      </a:lnTo>
                      <a:lnTo>
                        <a:pt x="450" y="82"/>
                      </a:lnTo>
                      <a:lnTo>
                        <a:pt x="450" y="82"/>
                      </a:lnTo>
                      <a:lnTo>
                        <a:pt x="466" y="90"/>
                      </a:lnTo>
                      <a:lnTo>
                        <a:pt x="482" y="100"/>
                      </a:lnTo>
                      <a:lnTo>
                        <a:pt x="500" y="116"/>
                      </a:lnTo>
                      <a:lnTo>
                        <a:pt x="514" y="134"/>
                      </a:lnTo>
                      <a:lnTo>
                        <a:pt x="514" y="134"/>
                      </a:lnTo>
                      <a:lnTo>
                        <a:pt x="520" y="152"/>
                      </a:lnTo>
                      <a:lnTo>
                        <a:pt x="522" y="170"/>
                      </a:lnTo>
                      <a:lnTo>
                        <a:pt x="522" y="180"/>
                      </a:lnTo>
                      <a:lnTo>
                        <a:pt x="522" y="190"/>
                      </a:lnTo>
                      <a:lnTo>
                        <a:pt x="520" y="202"/>
                      </a:lnTo>
                      <a:lnTo>
                        <a:pt x="516" y="214"/>
                      </a:lnTo>
                      <a:lnTo>
                        <a:pt x="516" y="214"/>
                      </a:lnTo>
                      <a:lnTo>
                        <a:pt x="494" y="238"/>
                      </a:lnTo>
                      <a:lnTo>
                        <a:pt x="486" y="248"/>
                      </a:lnTo>
                      <a:lnTo>
                        <a:pt x="482" y="260"/>
                      </a:lnTo>
                      <a:lnTo>
                        <a:pt x="480" y="272"/>
                      </a:lnTo>
                      <a:lnTo>
                        <a:pt x="480" y="286"/>
                      </a:lnTo>
                      <a:lnTo>
                        <a:pt x="486" y="302"/>
                      </a:lnTo>
                      <a:lnTo>
                        <a:pt x="494" y="320"/>
                      </a:lnTo>
                      <a:lnTo>
                        <a:pt x="494" y="320"/>
                      </a:lnTo>
                      <a:lnTo>
                        <a:pt x="500" y="340"/>
                      </a:lnTo>
                      <a:lnTo>
                        <a:pt x="500" y="340"/>
                      </a:lnTo>
                      <a:lnTo>
                        <a:pt x="502" y="344"/>
                      </a:lnTo>
                      <a:lnTo>
                        <a:pt x="506" y="352"/>
                      </a:lnTo>
                      <a:lnTo>
                        <a:pt x="512" y="372"/>
                      </a:lnTo>
                      <a:lnTo>
                        <a:pt x="522" y="414"/>
                      </a:lnTo>
                      <a:lnTo>
                        <a:pt x="522" y="414"/>
                      </a:lnTo>
                      <a:lnTo>
                        <a:pt x="530" y="428"/>
                      </a:lnTo>
                      <a:lnTo>
                        <a:pt x="532" y="440"/>
                      </a:lnTo>
                      <a:lnTo>
                        <a:pt x="532" y="454"/>
                      </a:lnTo>
                      <a:lnTo>
                        <a:pt x="528" y="472"/>
                      </a:lnTo>
                      <a:lnTo>
                        <a:pt x="528" y="472"/>
                      </a:lnTo>
                      <a:lnTo>
                        <a:pt x="528" y="500"/>
                      </a:lnTo>
                      <a:lnTo>
                        <a:pt x="532" y="518"/>
                      </a:lnTo>
                      <a:lnTo>
                        <a:pt x="538" y="536"/>
                      </a:lnTo>
                      <a:lnTo>
                        <a:pt x="538" y="536"/>
                      </a:lnTo>
                      <a:lnTo>
                        <a:pt x="426" y="540"/>
                      </a:lnTo>
                      <a:lnTo>
                        <a:pt x="426" y="540"/>
                      </a:lnTo>
                      <a:lnTo>
                        <a:pt x="424" y="544"/>
                      </a:lnTo>
                      <a:lnTo>
                        <a:pt x="424" y="548"/>
                      </a:lnTo>
                      <a:lnTo>
                        <a:pt x="428" y="558"/>
                      </a:lnTo>
                      <a:lnTo>
                        <a:pt x="438" y="570"/>
                      </a:lnTo>
                      <a:lnTo>
                        <a:pt x="446" y="580"/>
                      </a:lnTo>
                      <a:lnTo>
                        <a:pt x="446" y="580"/>
                      </a:lnTo>
                      <a:lnTo>
                        <a:pt x="442" y="598"/>
                      </a:lnTo>
                      <a:lnTo>
                        <a:pt x="442" y="598"/>
                      </a:lnTo>
                      <a:lnTo>
                        <a:pt x="436" y="598"/>
                      </a:lnTo>
                      <a:lnTo>
                        <a:pt x="428" y="594"/>
                      </a:lnTo>
                      <a:lnTo>
                        <a:pt x="416" y="584"/>
                      </a:lnTo>
                      <a:lnTo>
                        <a:pt x="402" y="568"/>
                      </a:lnTo>
                      <a:lnTo>
                        <a:pt x="402" y="568"/>
                      </a:lnTo>
                      <a:lnTo>
                        <a:pt x="368" y="566"/>
                      </a:lnTo>
                      <a:lnTo>
                        <a:pt x="368" y="566"/>
                      </a:lnTo>
                      <a:lnTo>
                        <a:pt x="350" y="594"/>
                      </a:lnTo>
                      <a:lnTo>
                        <a:pt x="350" y="594"/>
                      </a:lnTo>
                      <a:lnTo>
                        <a:pt x="348" y="604"/>
                      </a:lnTo>
                      <a:lnTo>
                        <a:pt x="346" y="616"/>
                      </a:lnTo>
                      <a:lnTo>
                        <a:pt x="340" y="628"/>
                      </a:lnTo>
                      <a:lnTo>
                        <a:pt x="336" y="634"/>
                      </a:lnTo>
                      <a:lnTo>
                        <a:pt x="332" y="638"/>
                      </a:lnTo>
                      <a:lnTo>
                        <a:pt x="332" y="638"/>
                      </a:lnTo>
                      <a:close/>
                    </a:path>
                  </a:pathLst>
                </a:custGeom>
                <a:solidFill>
                  <a:srgbClr val="EF833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0" name="Freeform 17"/>
                <p:cNvSpPr/>
                <p:nvPr/>
              </p:nvSpPr>
              <p:spPr bwMode="auto">
                <a:xfrm>
                  <a:off x="7735425" y="4791290"/>
                  <a:ext cx="645476" cy="922504"/>
                </a:xfrm>
                <a:custGeom>
                  <a:avLst/>
                  <a:gdLst>
                    <a:gd name="T0" fmla="*/ 112 w 466"/>
                    <a:gd name="T1" fmla="*/ 660 h 666"/>
                    <a:gd name="T2" fmla="*/ 94 w 466"/>
                    <a:gd name="T3" fmla="*/ 656 h 666"/>
                    <a:gd name="T4" fmla="*/ 134 w 466"/>
                    <a:gd name="T5" fmla="*/ 598 h 666"/>
                    <a:gd name="T6" fmla="*/ 128 w 466"/>
                    <a:gd name="T7" fmla="*/ 566 h 666"/>
                    <a:gd name="T8" fmla="*/ 104 w 466"/>
                    <a:gd name="T9" fmla="*/ 568 h 666"/>
                    <a:gd name="T10" fmla="*/ 88 w 466"/>
                    <a:gd name="T11" fmla="*/ 576 h 666"/>
                    <a:gd name="T12" fmla="*/ 48 w 466"/>
                    <a:gd name="T13" fmla="*/ 536 h 666"/>
                    <a:gd name="T14" fmla="*/ 52 w 466"/>
                    <a:gd name="T15" fmla="*/ 494 h 666"/>
                    <a:gd name="T16" fmla="*/ 52 w 466"/>
                    <a:gd name="T17" fmla="*/ 456 h 666"/>
                    <a:gd name="T18" fmla="*/ 42 w 466"/>
                    <a:gd name="T19" fmla="*/ 446 h 666"/>
                    <a:gd name="T20" fmla="*/ 30 w 466"/>
                    <a:gd name="T21" fmla="*/ 398 h 666"/>
                    <a:gd name="T22" fmla="*/ 16 w 466"/>
                    <a:gd name="T23" fmla="*/ 356 h 666"/>
                    <a:gd name="T24" fmla="*/ 2 w 466"/>
                    <a:gd name="T25" fmla="*/ 316 h 666"/>
                    <a:gd name="T26" fmla="*/ 6 w 466"/>
                    <a:gd name="T27" fmla="*/ 292 h 666"/>
                    <a:gd name="T28" fmla="*/ 16 w 466"/>
                    <a:gd name="T29" fmla="*/ 280 h 666"/>
                    <a:gd name="T30" fmla="*/ 42 w 466"/>
                    <a:gd name="T31" fmla="*/ 240 h 666"/>
                    <a:gd name="T32" fmla="*/ 42 w 466"/>
                    <a:gd name="T33" fmla="*/ 188 h 666"/>
                    <a:gd name="T34" fmla="*/ 22 w 466"/>
                    <a:gd name="T35" fmla="*/ 146 h 666"/>
                    <a:gd name="T36" fmla="*/ 46 w 466"/>
                    <a:gd name="T37" fmla="*/ 126 h 666"/>
                    <a:gd name="T38" fmla="*/ 78 w 466"/>
                    <a:gd name="T39" fmla="*/ 116 h 666"/>
                    <a:gd name="T40" fmla="*/ 88 w 466"/>
                    <a:gd name="T41" fmla="*/ 114 h 666"/>
                    <a:gd name="T42" fmla="*/ 102 w 466"/>
                    <a:gd name="T43" fmla="*/ 98 h 666"/>
                    <a:gd name="T44" fmla="*/ 160 w 466"/>
                    <a:gd name="T45" fmla="*/ 60 h 666"/>
                    <a:gd name="T46" fmla="*/ 176 w 466"/>
                    <a:gd name="T47" fmla="*/ 46 h 666"/>
                    <a:gd name="T48" fmla="*/ 226 w 466"/>
                    <a:gd name="T49" fmla="*/ 32 h 666"/>
                    <a:gd name="T50" fmla="*/ 250 w 466"/>
                    <a:gd name="T51" fmla="*/ 22 h 666"/>
                    <a:gd name="T52" fmla="*/ 260 w 466"/>
                    <a:gd name="T53" fmla="*/ 2 h 666"/>
                    <a:gd name="T54" fmla="*/ 284 w 466"/>
                    <a:gd name="T55" fmla="*/ 0 h 666"/>
                    <a:gd name="T56" fmla="*/ 292 w 466"/>
                    <a:gd name="T57" fmla="*/ 52 h 666"/>
                    <a:gd name="T58" fmla="*/ 314 w 466"/>
                    <a:gd name="T59" fmla="*/ 56 h 666"/>
                    <a:gd name="T60" fmla="*/ 326 w 466"/>
                    <a:gd name="T61" fmla="*/ 34 h 666"/>
                    <a:gd name="T62" fmla="*/ 334 w 466"/>
                    <a:gd name="T63" fmla="*/ 14 h 666"/>
                    <a:gd name="T64" fmla="*/ 344 w 466"/>
                    <a:gd name="T65" fmla="*/ 36 h 666"/>
                    <a:gd name="T66" fmla="*/ 362 w 466"/>
                    <a:gd name="T67" fmla="*/ 50 h 666"/>
                    <a:gd name="T68" fmla="*/ 384 w 466"/>
                    <a:gd name="T69" fmla="*/ 54 h 666"/>
                    <a:gd name="T70" fmla="*/ 424 w 466"/>
                    <a:gd name="T71" fmla="*/ 42 h 666"/>
                    <a:gd name="T72" fmla="*/ 442 w 466"/>
                    <a:gd name="T73" fmla="*/ 42 h 666"/>
                    <a:gd name="T74" fmla="*/ 422 w 466"/>
                    <a:gd name="T75" fmla="*/ 66 h 666"/>
                    <a:gd name="T76" fmla="*/ 414 w 466"/>
                    <a:gd name="T77" fmla="*/ 88 h 666"/>
                    <a:gd name="T78" fmla="*/ 428 w 466"/>
                    <a:gd name="T79" fmla="*/ 112 h 666"/>
                    <a:gd name="T80" fmla="*/ 466 w 466"/>
                    <a:gd name="T81" fmla="*/ 168 h 666"/>
                    <a:gd name="T82" fmla="*/ 464 w 466"/>
                    <a:gd name="T83" fmla="*/ 192 h 666"/>
                    <a:gd name="T84" fmla="*/ 450 w 466"/>
                    <a:gd name="T85" fmla="*/ 218 h 666"/>
                    <a:gd name="T86" fmla="*/ 430 w 466"/>
                    <a:gd name="T87" fmla="*/ 236 h 666"/>
                    <a:gd name="T88" fmla="*/ 396 w 466"/>
                    <a:gd name="T89" fmla="*/ 244 h 666"/>
                    <a:gd name="T90" fmla="*/ 376 w 466"/>
                    <a:gd name="T91" fmla="*/ 250 h 666"/>
                    <a:gd name="T92" fmla="*/ 348 w 466"/>
                    <a:gd name="T93" fmla="*/ 276 h 666"/>
                    <a:gd name="T94" fmla="*/ 348 w 466"/>
                    <a:gd name="T95" fmla="*/ 304 h 666"/>
                    <a:gd name="T96" fmla="*/ 354 w 466"/>
                    <a:gd name="T97" fmla="*/ 332 h 666"/>
                    <a:gd name="T98" fmla="*/ 328 w 466"/>
                    <a:gd name="T99" fmla="*/ 366 h 666"/>
                    <a:gd name="T100" fmla="*/ 302 w 466"/>
                    <a:gd name="T101" fmla="*/ 386 h 666"/>
                    <a:gd name="T102" fmla="*/ 296 w 466"/>
                    <a:gd name="T103" fmla="*/ 408 h 666"/>
                    <a:gd name="T104" fmla="*/ 292 w 466"/>
                    <a:gd name="T105" fmla="*/ 468 h 666"/>
                    <a:gd name="T106" fmla="*/ 270 w 466"/>
                    <a:gd name="T107" fmla="*/ 490 h 666"/>
                    <a:gd name="T108" fmla="*/ 264 w 466"/>
                    <a:gd name="T109" fmla="*/ 522 h 666"/>
                    <a:gd name="T110" fmla="*/ 266 w 466"/>
                    <a:gd name="T111" fmla="*/ 546 h 666"/>
                    <a:gd name="T112" fmla="*/ 254 w 466"/>
                    <a:gd name="T113" fmla="*/ 596 h 666"/>
                    <a:gd name="T114" fmla="*/ 260 w 466"/>
                    <a:gd name="T115" fmla="*/ 630 h 666"/>
                    <a:gd name="T116" fmla="*/ 224 w 466"/>
                    <a:gd name="T117" fmla="*/ 650 h 666"/>
                    <a:gd name="T118" fmla="*/ 196 w 466"/>
                    <a:gd name="T119" fmla="*/ 636 h 666"/>
                    <a:gd name="T120" fmla="*/ 168 w 466"/>
                    <a:gd name="T121" fmla="*/ 646 h 666"/>
                    <a:gd name="T122" fmla="*/ 134 w 466"/>
                    <a:gd name="T123" fmla="*/ 660 h 6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466" h="666">
                      <a:moveTo>
                        <a:pt x="118" y="666"/>
                      </a:moveTo>
                      <a:lnTo>
                        <a:pt x="118" y="666"/>
                      </a:lnTo>
                      <a:lnTo>
                        <a:pt x="112" y="660"/>
                      </a:lnTo>
                      <a:lnTo>
                        <a:pt x="106" y="658"/>
                      </a:lnTo>
                      <a:lnTo>
                        <a:pt x="94" y="656"/>
                      </a:lnTo>
                      <a:lnTo>
                        <a:pt x="94" y="656"/>
                      </a:lnTo>
                      <a:lnTo>
                        <a:pt x="94" y="650"/>
                      </a:lnTo>
                      <a:lnTo>
                        <a:pt x="94" y="650"/>
                      </a:lnTo>
                      <a:lnTo>
                        <a:pt x="134" y="598"/>
                      </a:lnTo>
                      <a:lnTo>
                        <a:pt x="134" y="598"/>
                      </a:lnTo>
                      <a:lnTo>
                        <a:pt x="132" y="578"/>
                      </a:lnTo>
                      <a:lnTo>
                        <a:pt x="128" y="566"/>
                      </a:lnTo>
                      <a:lnTo>
                        <a:pt x="128" y="566"/>
                      </a:lnTo>
                      <a:lnTo>
                        <a:pt x="114" y="566"/>
                      </a:lnTo>
                      <a:lnTo>
                        <a:pt x="104" y="568"/>
                      </a:lnTo>
                      <a:lnTo>
                        <a:pt x="96" y="572"/>
                      </a:lnTo>
                      <a:lnTo>
                        <a:pt x="88" y="576"/>
                      </a:lnTo>
                      <a:lnTo>
                        <a:pt x="88" y="576"/>
                      </a:lnTo>
                      <a:lnTo>
                        <a:pt x="60" y="576"/>
                      </a:lnTo>
                      <a:lnTo>
                        <a:pt x="60" y="576"/>
                      </a:lnTo>
                      <a:lnTo>
                        <a:pt x="48" y="536"/>
                      </a:lnTo>
                      <a:lnTo>
                        <a:pt x="48" y="536"/>
                      </a:lnTo>
                      <a:lnTo>
                        <a:pt x="50" y="514"/>
                      </a:lnTo>
                      <a:lnTo>
                        <a:pt x="52" y="494"/>
                      </a:lnTo>
                      <a:lnTo>
                        <a:pt x="54" y="474"/>
                      </a:lnTo>
                      <a:lnTo>
                        <a:pt x="52" y="466"/>
                      </a:lnTo>
                      <a:lnTo>
                        <a:pt x="52" y="456"/>
                      </a:lnTo>
                      <a:lnTo>
                        <a:pt x="52" y="456"/>
                      </a:lnTo>
                      <a:lnTo>
                        <a:pt x="42" y="446"/>
                      </a:lnTo>
                      <a:lnTo>
                        <a:pt x="42" y="446"/>
                      </a:lnTo>
                      <a:lnTo>
                        <a:pt x="40" y="434"/>
                      </a:lnTo>
                      <a:lnTo>
                        <a:pt x="38" y="422"/>
                      </a:lnTo>
                      <a:lnTo>
                        <a:pt x="30" y="398"/>
                      </a:lnTo>
                      <a:lnTo>
                        <a:pt x="22" y="376"/>
                      </a:lnTo>
                      <a:lnTo>
                        <a:pt x="16" y="356"/>
                      </a:lnTo>
                      <a:lnTo>
                        <a:pt x="16" y="356"/>
                      </a:lnTo>
                      <a:lnTo>
                        <a:pt x="6" y="334"/>
                      </a:lnTo>
                      <a:lnTo>
                        <a:pt x="4" y="326"/>
                      </a:lnTo>
                      <a:lnTo>
                        <a:pt x="2" y="316"/>
                      </a:lnTo>
                      <a:lnTo>
                        <a:pt x="0" y="308"/>
                      </a:lnTo>
                      <a:lnTo>
                        <a:pt x="2" y="300"/>
                      </a:lnTo>
                      <a:lnTo>
                        <a:pt x="6" y="292"/>
                      </a:lnTo>
                      <a:lnTo>
                        <a:pt x="12" y="282"/>
                      </a:lnTo>
                      <a:lnTo>
                        <a:pt x="12" y="282"/>
                      </a:lnTo>
                      <a:lnTo>
                        <a:pt x="16" y="280"/>
                      </a:lnTo>
                      <a:lnTo>
                        <a:pt x="20" y="276"/>
                      </a:lnTo>
                      <a:lnTo>
                        <a:pt x="30" y="264"/>
                      </a:lnTo>
                      <a:lnTo>
                        <a:pt x="42" y="240"/>
                      </a:lnTo>
                      <a:lnTo>
                        <a:pt x="42" y="240"/>
                      </a:lnTo>
                      <a:lnTo>
                        <a:pt x="42" y="188"/>
                      </a:lnTo>
                      <a:lnTo>
                        <a:pt x="42" y="188"/>
                      </a:lnTo>
                      <a:lnTo>
                        <a:pt x="30" y="156"/>
                      </a:lnTo>
                      <a:lnTo>
                        <a:pt x="30" y="156"/>
                      </a:lnTo>
                      <a:lnTo>
                        <a:pt x="22" y="146"/>
                      </a:lnTo>
                      <a:lnTo>
                        <a:pt x="22" y="146"/>
                      </a:lnTo>
                      <a:lnTo>
                        <a:pt x="46" y="126"/>
                      </a:lnTo>
                      <a:lnTo>
                        <a:pt x="46" y="126"/>
                      </a:lnTo>
                      <a:lnTo>
                        <a:pt x="62" y="122"/>
                      </a:lnTo>
                      <a:lnTo>
                        <a:pt x="74" y="118"/>
                      </a:lnTo>
                      <a:lnTo>
                        <a:pt x="78" y="116"/>
                      </a:lnTo>
                      <a:lnTo>
                        <a:pt x="80" y="114"/>
                      </a:lnTo>
                      <a:lnTo>
                        <a:pt x="80" y="114"/>
                      </a:lnTo>
                      <a:lnTo>
                        <a:pt x="88" y="114"/>
                      </a:lnTo>
                      <a:lnTo>
                        <a:pt x="88" y="114"/>
                      </a:lnTo>
                      <a:lnTo>
                        <a:pt x="94" y="106"/>
                      </a:lnTo>
                      <a:lnTo>
                        <a:pt x="102" y="98"/>
                      </a:lnTo>
                      <a:lnTo>
                        <a:pt x="122" y="84"/>
                      </a:lnTo>
                      <a:lnTo>
                        <a:pt x="142" y="72"/>
                      </a:lnTo>
                      <a:lnTo>
                        <a:pt x="160" y="60"/>
                      </a:lnTo>
                      <a:lnTo>
                        <a:pt x="160" y="60"/>
                      </a:lnTo>
                      <a:lnTo>
                        <a:pt x="168" y="52"/>
                      </a:lnTo>
                      <a:lnTo>
                        <a:pt x="176" y="46"/>
                      </a:lnTo>
                      <a:lnTo>
                        <a:pt x="188" y="42"/>
                      </a:lnTo>
                      <a:lnTo>
                        <a:pt x="200" y="38"/>
                      </a:lnTo>
                      <a:lnTo>
                        <a:pt x="226" y="32"/>
                      </a:lnTo>
                      <a:lnTo>
                        <a:pt x="238" y="28"/>
                      </a:lnTo>
                      <a:lnTo>
                        <a:pt x="250" y="22"/>
                      </a:lnTo>
                      <a:lnTo>
                        <a:pt x="250" y="22"/>
                      </a:lnTo>
                      <a:lnTo>
                        <a:pt x="256" y="8"/>
                      </a:lnTo>
                      <a:lnTo>
                        <a:pt x="258" y="4"/>
                      </a:lnTo>
                      <a:lnTo>
                        <a:pt x="260" y="2"/>
                      </a:lnTo>
                      <a:lnTo>
                        <a:pt x="270" y="0"/>
                      </a:lnTo>
                      <a:lnTo>
                        <a:pt x="284" y="0"/>
                      </a:lnTo>
                      <a:lnTo>
                        <a:pt x="284" y="0"/>
                      </a:lnTo>
                      <a:lnTo>
                        <a:pt x="286" y="48"/>
                      </a:lnTo>
                      <a:lnTo>
                        <a:pt x="286" y="48"/>
                      </a:lnTo>
                      <a:lnTo>
                        <a:pt x="292" y="52"/>
                      </a:lnTo>
                      <a:lnTo>
                        <a:pt x="298" y="54"/>
                      </a:lnTo>
                      <a:lnTo>
                        <a:pt x="314" y="56"/>
                      </a:lnTo>
                      <a:lnTo>
                        <a:pt x="314" y="56"/>
                      </a:lnTo>
                      <a:lnTo>
                        <a:pt x="320" y="50"/>
                      </a:lnTo>
                      <a:lnTo>
                        <a:pt x="322" y="44"/>
                      </a:lnTo>
                      <a:lnTo>
                        <a:pt x="326" y="34"/>
                      </a:lnTo>
                      <a:lnTo>
                        <a:pt x="330" y="22"/>
                      </a:lnTo>
                      <a:lnTo>
                        <a:pt x="332" y="18"/>
                      </a:lnTo>
                      <a:lnTo>
                        <a:pt x="334" y="14"/>
                      </a:lnTo>
                      <a:lnTo>
                        <a:pt x="334" y="14"/>
                      </a:lnTo>
                      <a:lnTo>
                        <a:pt x="338" y="24"/>
                      </a:lnTo>
                      <a:lnTo>
                        <a:pt x="344" y="36"/>
                      </a:lnTo>
                      <a:lnTo>
                        <a:pt x="350" y="42"/>
                      </a:lnTo>
                      <a:lnTo>
                        <a:pt x="356" y="46"/>
                      </a:lnTo>
                      <a:lnTo>
                        <a:pt x="362" y="50"/>
                      </a:lnTo>
                      <a:lnTo>
                        <a:pt x="370" y="54"/>
                      </a:lnTo>
                      <a:lnTo>
                        <a:pt x="370" y="54"/>
                      </a:lnTo>
                      <a:lnTo>
                        <a:pt x="384" y="54"/>
                      </a:lnTo>
                      <a:lnTo>
                        <a:pt x="396" y="52"/>
                      </a:lnTo>
                      <a:lnTo>
                        <a:pt x="410" y="48"/>
                      </a:lnTo>
                      <a:lnTo>
                        <a:pt x="424" y="42"/>
                      </a:lnTo>
                      <a:lnTo>
                        <a:pt x="424" y="42"/>
                      </a:lnTo>
                      <a:lnTo>
                        <a:pt x="442" y="42"/>
                      </a:lnTo>
                      <a:lnTo>
                        <a:pt x="442" y="42"/>
                      </a:lnTo>
                      <a:lnTo>
                        <a:pt x="438" y="48"/>
                      </a:lnTo>
                      <a:lnTo>
                        <a:pt x="432" y="54"/>
                      </a:lnTo>
                      <a:lnTo>
                        <a:pt x="422" y="66"/>
                      </a:lnTo>
                      <a:lnTo>
                        <a:pt x="418" y="74"/>
                      </a:lnTo>
                      <a:lnTo>
                        <a:pt x="414" y="80"/>
                      </a:lnTo>
                      <a:lnTo>
                        <a:pt x="414" y="88"/>
                      </a:lnTo>
                      <a:lnTo>
                        <a:pt x="414" y="96"/>
                      </a:lnTo>
                      <a:lnTo>
                        <a:pt x="414" y="96"/>
                      </a:lnTo>
                      <a:lnTo>
                        <a:pt x="428" y="112"/>
                      </a:lnTo>
                      <a:lnTo>
                        <a:pt x="440" y="128"/>
                      </a:lnTo>
                      <a:lnTo>
                        <a:pt x="452" y="146"/>
                      </a:lnTo>
                      <a:lnTo>
                        <a:pt x="466" y="168"/>
                      </a:lnTo>
                      <a:lnTo>
                        <a:pt x="466" y="168"/>
                      </a:lnTo>
                      <a:lnTo>
                        <a:pt x="464" y="192"/>
                      </a:lnTo>
                      <a:lnTo>
                        <a:pt x="464" y="192"/>
                      </a:lnTo>
                      <a:lnTo>
                        <a:pt x="460" y="196"/>
                      </a:lnTo>
                      <a:lnTo>
                        <a:pt x="456" y="202"/>
                      </a:lnTo>
                      <a:lnTo>
                        <a:pt x="450" y="218"/>
                      </a:lnTo>
                      <a:lnTo>
                        <a:pt x="450" y="218"/>
                      </a:lnTo>
                      <a:lnTo>
                        <a:pt x="440" y="228"/>
                      </a:lnTo>
                      <a:lnTo>
                        <a:pt x="430" y="236"/>
                      </a:lnTo>
                      <a:lnTo>
                        <a:pt x="422" y="240"/>
                      </a:lnTo>
                      <a:lnTo>
                        <a:pt x="414" y="242"/>
                      </a:lnTo>
                      <a:lnTo>
                        <a:pt x="396" y="244"/>
                      </a:lnTo>
                      <a:lnTo>
                        <a:pt x="386" y="246"/>
                      </a:lnTo>
                      <a:lnTo>
                        <a:pt x="376" y="250"/>
                      </a:lnTo>
                      <a:lnTo>
                        <a:pt x="376" y="250"/>
                      </a:lnTo>
                      <a:lnTo>
                        <a:pt x="360" y="262"/>
                      </a:lnTo>
                      <a:lnTo>
                        <a:pt x="352" y="272"/>
                      </a:lnTo>
                      <a:lnTo>
                        <a:pt x="348" y="276"/>
                      </a:lnTo>
                      <a:lnTo>
                        <a:pt x="348" y="282"/>
                      </a:lnTo>
                      <a:lnTo>
                        <a:pt x="348" y="304"/>
                      </a:lnTo>
                      <a:lnTo>
                        <a:pt x="348" y="304"/>
                      </a:lnTo>
                      <a:lnTo>
                        <a:pt x="354" y="312"/>
                      </a:lnTo>
                      <a:lnTo>
                        <a:pt x="356" y="322"/>
                      </a:lnTo>
                      <a:lnTo>
                        <a:pt x="354" y="332"/>
                      </a:lnTo>
                      <a:lnTo>
                        <a:pt x="350" y="344"/>
                      </a:lnTo>
                      <a:lnTo>
                        <a:pt x="350" y="344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lnTo>
                        <a:pt x="308" y="382"/>
                      </a:lnTo>
                      <a:lnTo>
                        <a:pt x="302" y="386"/>
                      </a:lnTo>
                      <a:lnTo>
                        <a:pt x="298" y="392"/>
                      </a:lnTo>
                      <a:lnTo>
                        <a:pt x="296" y="400"/>
                      </a:lnTo>
                      <a:lnTo>
                        <a:pt x="296" y="408"/>
                      </a:lnTo>
                      <a:lnTo>
                        <a:pt x="300" y="440"/>
                      </a:lnTo>
                      <a:lnTo>
                        <a:pt x="300" y="440"/>
                      </a:lnTo>
                      <a:lnTo>
                        <a:pt x="292" y="468"/>
                      </a:lnTo>
                      <a:lnTo>
                        <a:pt x="292" y="468"/>
                      </a:lnTo>
                      <a:lnTo>
                        <a:pt x="278" y="480"/>
                      </a:lnTo>
                      <a:lnTo>
                        <a:pt x="270" y="490"/>
                      </a:lnTo>
                      <a:lnTo>
                        <a:pt x="266" y="496"/>
                      </a:lnTo>
                      <a:lnTo>
                        <a:pt x="264" y="502"/>
                      </a:lnTo>
                      <a:lnTo>
                        <a:pt x="264" y="522"/>
                      </a:lnTo>
                      <a:lnTo>
                        <a:pt x="264" y="522"/>
                      </a:lnTo>
                      <a:lnTo>
                        <a:pt x="266" y="546"/>
                      </a:lnTo>
                      <a:lnTo>
                        <a:pt x="266" y="546"/>
                      </a:lnTo>
                      <a:lnTo>
                        <a:pt x="262" y="560"/>
                      </a:lnTo>
                      <a:lnTo>
                        <a:pt x="256" y="576"/>
                      </a:lnTo>
                      <a:lnTo>
                        <a:pt x="254" y="596"/>
                      </a:lnTo>
                      <a:lnTo>
                        <a:pt x="254" y="614"/>
                      </a:lnTo>
                      <a:lnTo>
                        <a:pt x="254" y="614"/>
                      </a:lnTo>
                      <a:lnTo>
                        <a:pt x="260" y="630"/>
                      </a:lnTo>
                      <a:lnTo>
                        <a:pt x="260" y="630"/>
                      </a:lnTo>
                      <a:lnTo>
                        <a:pt x="224" y="650"/>
                      </a:lnTo>
                      <a:lnTo>
                        <a:pt x="224" y="650"/>
                      </a:lnTo>
                      <a:lnTo>
                        <a:pt x="216" y="642"/>
                      </a:lnTo>
                      <a:lnTo>
                        <a:pt x="206" y="638"/>
                      </a:lnTo>
                      <a:lnTo>
                        <a:pt x="196" y="636"/>
                      </a:lnTo>
                      <a:lnTo>
                        <a:pt x="188" y="638"/>
                      </a:lnTo>
                      <a:lnTo>
                        <a:pt x="178" y="642"/>
                      </a:lnTo>
                      <a:lnTo>
                        <a:pt x="168" y="646"/>
                      </a:lnTo>
                      <a:lnTo>
                        <a:pt x="148" y="654"/>
                      </a:lnTo>
                      <a:lnTo>
                        <a:pt x="148" y="654"/>
                      </a:lnTo>
                      <a:lnTo>
                        <a:pt x="134" y="660"/>
                      </a:lnTo>
                      <a:lnTo>
                        <a:pt x="118" y="666"/>
                      </a:lnTo>
                      <a:lnTo>
                        <a:pt x="118" y="666"/>
                      </a:lnTo>
                      <a:close/>
                    </a:path>
                  </a:pathLst>
                </a:custGeom>
                <a:solidFill>
                  <a:srgbClr val="EF833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1" name="Freeform 22"/>
                <p:cNvSpPr/>
                <p:nvPr/>
              </p:nvSpPr>
              <p:spPr bwMode="auto">
                <a:xfrm>
                  <a:off x="6995759" y="4361896"/>
                  <a:ext cx="1044397" cy="645476"/>
                </a:xfrm>
                <a:custGeom>
                  <a:avLst/>
                  <a:gdLst>
                    <a:gd name="T0" fmla="*/ 72 w 754"/>
                    <a:gd name="T1" fmla="*/ 452 h 466"/>
                    <a:gd name="T2" fmla="*/ 4 w 754"/>
                    <a:gd name="T3" fmla="*/ 380 h 466"/>
                    <a:gd name="T4" fmla="*/ 2 w 754"/>
                    <a:gd name="T5" fmla="*/ 362 h 466"/>
                    <a:gd name="T6" fmla="*/ 6 w 754"/>
                    <a:gd name="T7" fmla="*/ 348 h 466"/>
                    <a:gd name="T8" fmla="*/ 0 w 754"/>
                    <a:gd name="T9" fmla="*/ 310 h 466"/>
                    <a:gd name="T10" fmla="*/ 18 w 754"/>
                    <a:gd name="T11" fmla="*/ 304 h 466"/>
                    <a:gd name="T12" fmla="*/ 96 w 754"/>
                    <a:gd name="T13" fmla="*/ 304 h 466"/>
                    <a:gd name="T14" fmla="*/ 138 w 754"/>
                    <a:gd name="T15" fmla="*/ 276 h 466"/>
                    <a:gd name="T16" fmla="*/ 178 w 754"/>
                    <a:gd name="T17" fmla="*/ 244 h 466"/>
                    <a:gd name="T18" fmla="*/ 180 w 754"/>
                    <a:gd name="T19" fmla="*/ 226 h 466"/>
                    <a:gd name="T20" fmla="*/ 126 w 754"/>
                    <a:gd name="T21" fmla="*/ 166 h 466"/>
                    <a:gd name="T22" fmla="*/ 100 w 754"/>
                    <a:gd name="T23" fmla="*/ 144 h 466"/>
                    <a:gd name="T24" fmla="*/ 98 w 754"/>
                    <a:gd name="T25" fmla="*/ 96 h 466"/>
                    <a:gd name="T26" fmla="*/ 136 w 754"/>
                    <a:gd name="T27" fmla="*/ 66 h 466"/>
                    <a:gd name="T28" fmla="*/ 146 w 754"/>
                    <a:gd name="T29" fmla="*/ 54 h 466"/>
                    <a:gd name="T30" fmla="*/ 140 w 754"/>
                    <a:gd name="T31" fmla="*/ 30 h 466"/>
                    <a:gd name="T32" fmla="*/ 118 w 754"/>
                    <a:gd name="T33" fmla="*/ 10 h 466"/>
                    <a:gd name="T34" fmla="*/ 108 w 754"/>
                    <a:gd name="T35" fmla="*/ 0 h 466"/>
                    <a:gd name="T36" fmla="*/ 234 w 754"/>
                    <a:gd name="T37" fmla="*/ 6 h 466"/>
                    <a:gd name="T38" fmla="*/ 246 w 754"/>
                    <a:gd name="T39" fmla="*/ 22 h 466"/>
                    <a:gd name="T40" fmla="*/ 276 w 754"/>
                    <a:gd name="T41" fmla="*/ 46 h 466"/>
                    <a:gd name="T42" fmla="*/ 314 w 754"/>
                    <a:gd name="T43" fmla="*/ 62 h 466"/>
                    <a:gd name="T44" fmla="*/ 338 w 754"/>
                    <a:gd name="T45" fmla="*/ 72 h 466"/>
                    <a:gd name="T46" fmla="*/ 494 w 754"/>
                    <a:gd name="T47" fmla="*/ 100 h 466"/>
                    <a:gd name="T48" fmla="*/ 504 w 754"/>
                    <a:gd name="T49" fmla="*/ 116 h 466"/>
                    <a:gd name="T50" fmla="*/ 524 w 754"/>
                    <a:gd name="T51" fmla="*/ 136 h 466"/>
                    <a:gd name="T52" fmla="*/ 618 w 754"/>
                    <a:gd name="T53" fmla="*/ 158 h 466"/>
                    <a:gd name="T54" fmla="*/ 626 w 754"/>
                    <a:gd name="T55" fmla="*/ 160 h 466"/>
                    <a:gd name="T56" fmla="*/ 660 w 754"/>
                    <a:gd name="T57" fmla="*/ 164 h 466"/>
                    <a:gd name="T58" fmla="*/ 670 w 754"/>
                    <a:gd name="T59" fmla="*/ 174 h 466"/>
                    <a:gd name="T60" fmla="*/ 684 w 754"/>
                    <a:gd name="T61" fmla="*/ 192 h 466"/>
                    <a:gd name="T62" fmla="*/ 702 w 754"/>
                    <a:gd name="T63" fmla="*/ 196 h 466"/>
                    <a:gd name="T64" fmla="*/ 718 w 754"/>
                    <a:gd name="T65" fmla="*/ 208 h 466"/>
                    <a:gd name="T66" fmla="*/ 708 w 754"/>
                    <a:gd name="T67" fmla="*/ 228 h 466"/>
                    <a:gd name="T68" fmla="*/ 702 w 754"/>
                    <a:gd name="T69" fmla="*/ 250 h 466"/>
                    <a:gd name="T70" fmla="*/ 724 w 754"/>
                    <a:gd name="T71" fmla="*/ 274 h 466"/>
                    <a:gd name="T72" fmla="*/ 732 w 754"/>
                    <a:gd name="T73" fmla="*/ 298 h 466"/>
                    <a:gd name="T74" fmla="*/ 740 w 754"/>
                    <a:gd name="T75" fmla="*/ 320 h 466"/>
                    <a:gd name="T76" fmla="*/ 754 w 754"/>
                    <a:gd name="T77" fmla="*/ 330 h 466"/>
                    <a:gd name="T78" fmla="*/ 734 w 754"/>
                    <a:gd name="T79" fmla="*/ 338 h 466"/>
                    <a:gd name="T80" fmla="*/ 692 w 754"/>
                    <a:gd name="T81" fmla="*/ 354 h 466"/>
                    <a:gd name="T82" fmla="*/ 640 w 754"/>
                    <a:gd name="T83" fmla="*/ 392 h 466"/>
                    <a:gd name="T84" fmla="*/ 616 w 754"/>
                    <a:gd name="T85" fmla="*/ 414 h 466"/>
                    <a:gd name="T86" fmla="*/ 582 w 754"/>
                    <a:gd name="T87" fmla="*/ 424 h 466"/>
                    <a:gd name="T88" fmla="*/ 562 w 754"/>
                    <a:gd name="T89" fmla="*/ 434 h 466"/>
                    <a:gd name="T90" fmla="*/ 544 w 754"/>
                    <a:gd name="T91" fmla="*/ 448 h 466"/>
                    <a:gd name="T92" fmla="*/ 512 w 754"/>
                    <a:gd name="T93" fmla="*/ 422 h 466"/>
                    <a:gd name="T94" fmla="*/ 482 w 754"/>
                    <a:gd name="T95" fmla="*/ 408 h 466"/>
                    <a:gd name="T96" fmla="*/ 450 w 754"/>
                    <a:gd name="T97" fmla="*/ 380 h 466"/>
                    <a:gd name="T98" fmla="*/ 426 w 754"/>
                    <a:gd name="T99" fmla="*/ 384 h 466"/>
                    <a:gd name="T100" fmla="*/ 410 w 754"/>
                    <a:gd name="T101" fmla="*/ 404 h 466"/>
                    <a:gd name="T102" fmla="*/ 358 w 754"/>
                    <a:gd name="T103" fmla="*/ 392 h 466"/>
                    <a:gd name="T104" fmla="*/ 286 w 754"/>
                    <a:gd name="T105" fmla="*/ 352 h 466"/>
                    <a:gd name="T106" fmla="*/ 252 w 754"/>
                    <a:gd name="T107" fmla="*/ 346 h 466"/>
                    <a:gd name="T108" fmla="*/ 200 w 754"/>
                    <a:gd name="T109" fmla="*/ 338 h 466"/>
                    <a:gd name="T110" fmla="*/ 184 w 754"/>
                    <a:gd name="T111" fmla="*/ 350 h 466"/>
                    <a:gd name="T112" fmla="*/ 202 w 754"/>
                    <a:gd name="T113" fmla="*/ 380 h 466"/>
                    <a:gd name="T114" fmla="*/ 196 w 754"/>
                    <a:gd name="T115" fmla="*/ 392 h 466"/>
                    <a:gd name="T116" fmla="*/ 164 w 754"/>
                    <a:gd name="T117" fmla="*/ 390 h 466"/>
                    <a:gd name="T118" fmla="*/ 128 w 754"/>
                    <a:gd name="T119" fmla="*/ 406 h 466"/>
                    <a:gd name="T120" fmla="*/ 96 w 754"/>
                    <a:gd name="T121" fmla="*/ 454 h 466"/>
                    <a:gd name="T122" fmla="*/ 80 w 754"/>
                    <a:gd name="T123" fmla="*/ 466 h 4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754" h="466">
                      <a:moveTo>
                        <a:pt x="80" y="466"/>
                      </a:moveTo>
                      <a:lnTo>
                        <a:pt x="80" y="466"/>
                      </a:lnTo>
                      <a:lnTo>
                        <a:pt x="72" y="452"/>
                      </a:lnTo>
                      <a:lnTo>
                        <a:pt x="64" y="440"/>
                      </a:lnTo>
                      <a:lnTo>
                        <a:pt x="44" y="418"/>
                      </a:lnTo>
                      <a:lnTo>
                        <a:pt x="4" y="380"/>
                      </a:lnTo>
                      <a:lnTo>
                        <a:pt x="4" y="380"/>
                      </a:lnTo>
                      <a:lnTo>
                        <a:pt x="2" y="368"/>
                      </a:lnTo>
                      <a:lnTo>
                        <a:pt x="2" y="362"/>
                      </a:lnTo>
                      <a:lnTo>
                        <a:pt x="4" y="356"/>
                      </a:lnTo>
                      <a:lnTo>
                        <a:pt x="6" y="348"/>
                      </a:lnTo>
                      <a:lnTo>
                        <a:pt x="6" y="348"/>
                      </a:lnTo>
                      <a:lnTo>
                        <a:pt x="8" y="328"/>
                      </a:lnTo>
                      <a:lnTo>
                        <a:pt x="8" y="328"/>
                      </a:lnTo>
                      <a:lnTo>
                        <a:pt x="0" y="310"/>
                      </a:lnTo>
                      <a:lnTo>
                        <a:pt x="0" y="310"/>
                      </a:lnTo>
                      <a:lnTo>
                        <a:pt x="6" y="306"/>
                      </a:lnTo>
                      <a:lnTo>
                        <a:pt x="18" y="304"/>
                      </a:lnTo>
                      <a:lnTo>
                        <a:pt x="44" y="302"/>
                      </a:lnTo>
                      <a:lnTo>
                        <a:pt x="96" y="304"/>
                      </a:lnTo>
                      <a:lnTo>
                        <a:pt x="96" y="304"/>
                      </a:lnTo>
                      <a:lnTo>
                        <a:pt x="112" y="298"/>
                      </a:lnTo>
                      <a:lnTo>
                        <a:pt x="126" y="288"/>
                      </a:lnTo>
                      <a:lnTo>
                        <a:pt x="138" y="276"/>
                      </a:lnTo>
                      <a:lnTo>
                        <a:pt x="152" y="264"/>
                      </a:lnTo>
                      <a:lnTo>
                        <a:pt x="152" y="264"/>
                      </a:lnTo>
                      <a:lnTo>
                        <a:pt x="178" y="244"/>
                      </a:lnTo>
                      <a:lnTo>
                        <a:pt x="178" y="244"/>
                      </a:lnTo>
                      <a:lnTo>
                        <a:pt x="180" y="226"/>
                      </a:lnTo>
                      <a:lnTo>
                        <a:pt x="180" y="226"/>
                      </a:lnTo>
                      <a:lnTo>
                        <a:pt x="162" y="200"/>
                      </a:lnTo>
                      <a:lnTo>
                        <a:pt x="144" y="182"/>
                      </a:lnTo>
                      <a:lnTo>
                        <a:pt x="126" y="166"/>
                      </a:lnTo>
                      <a:lnTo>
                        <a:pt x="106" y="156"/>
                      </a:lnTo>
                      <a:lnTo>
                        <a:pt x="106" y="156"/>
                      </a:lnTo>
                      <a:lnTo>
                        <a:pt x="100" y="144"/>
                      </a:lnTo>
                      <a:lnTo>
                        <a:pt x="100" y="144"/>
                      </a:lnTo>
                      <a:lnTo>
                        <a:pt x="98" y="96"/>
                      </a:lnTo>
                      <a:lnTo>
                        <a:pt x="98" y="96"/>
                      </a:lnTo>
                      <a:lnTo>
                        <a:pt x="114" y="80"/>
                      </a:lnTo>
                      <a:lnTo>
                        <a:pt x="124" y="72"/>
                      </a:lnTo>
                      <a:lnTo>
                        <a:pt x="136" y="66"/>
                      </a:lnTo>
                      <a:lnTo>
                        <a:pt x="136" y="66"/>
                      </a:lnTo>
                      <a:lnTo>
                        <a:pt x="142" y="60"/>
                      </a:lnTo>
                      <a:lnTo>
                        <a:pt x="146" y="54"/>
                      </a:lnTo>
                      <a:lnTo>
                        <a:pt x="146" y="48"/>
                      </a:lnTo>
                      <a:lnTo>
                        <a:pt x="146" y="42"/>
                      </a:lnTo>
                      <a:lnTo>
                        <a:pt x="140" y="30"/>
                      </a:lnTo>
                      <a:lnTo>
                        <a:pt x="134" y="22"/>
                      </a:lnTo>
                      <a:lnTo>
                        <a:pt x="134" y="22"/>
                      </a:lnTo>
                      <a:lnTo>
                        <a:pt x="118" y="10"/>
                      </a:lnTo>
                      <a:lnTo>
                        <a:pt x="112" y="6"/>
                      </a:lnTo>
                      <a:lnTo>
                        <a:pt x="108" y="0"/>
                      </a:lnTo>
                      <a:lnTo>
                        <a:pt x="108" y="0"/>
                      </a:lnTo>
                      <a:lnTo>
                        <a:pt x="196" y="0"/>
                      </a:lnTo>
                      <a:lnTo>
                        <a:pt x="196" y="0"/>
                      </a:lnTo>
                      <a:lnTo>
                        <a:pt x="234" y="6"/>
                      </a:lnTo>
                      <a:lnTo>
                        <a:pt x="234" y="6"/>
                      </a:lnTo>
                      <a:lnTo>
                        <a:pt x="238" y="14"/>
                      </a:lnTo>
                      <a:lnTo>
                        <a:pt x="246" y="22"/>
                      </a:lnTo>
                      <a:lnTo>
                        <a:pt x="254" y="30"/>
                      </a:lnTo>
                      <a:lnTo>
                        <a:pt x="264" y="38"/>
                      </a:lnTo>
                      <a:lnTo>
                        <a:pt x="276" y="46"/>
                      </a:lnTo>
                      <a:lnTo>
                        <a:pt x="288" y="52"/>
                      </a:lnTo>
                      <a:lnTo>
                        <a:pt x="300" y="58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38" y="72"/>
                      </a:lnTo>
                      <a:lnTo>
                        <a:pt x="338" y="72"/>
                      </a:lnTo>
                      <a:lnTo>
                        <a:pt x="456" y="74"/>
                      </a:lnTo>
                      <a:lnTo>
                        <a:pt x="456" y="74"/>
                      </a:lnTo>
                      <a:lnTo>
                        <a:pt x="494" y="100"/>
                      </a:lnTo>
                      <a:lnTo>
                        <a:pt x="494" y="100"/>
                      </a:lnTo>
                      <a:lnTo>
                        <a:pt x="498" y="108"/>
                      </a:lnTo>
                      <a:lnTo>
                        <a:pt x="504" y="116"/>
                      </a:lnTo>
                      <a:lnTo>
                        <a:pt x="512" y="126"/>
                      </a:lnTo>
                      <a:lnTo>
                        <a:pt x="524" y="136"/>
                      </a:lnTo>
                      <a:lnTo>
                        <a:pt x="524" y="136"/>
                      </a:lnTo>
                      <a:lnTo>
                        <a:pt x="578" y="140"/>
                      </a:lnTo>
                      <a:lnTo>
                        <a:pt x="578" y="140"/>
                      </a:lnTo>
                      <a:lnTo>
                        <a:pt x="618" y="158"/>
                      </a:lnTo>
                      <a:lnTo>
                        <a:pt x="618" y="158"/>
                      </a:lnTo>
                      <a:lnTo>
                        <a:pt x="622" y="160"/>
                      </a:lnTo>
                      <a:lnTo>
                        <a:pt x="626" y="160"/>
                      </a:lnTo>
                      <a:lnTo>
                        <a:pt x="638" y="160"/>
                      </a:lnTo>
                      <a:lnTo>
                        <a:pt x="652" y="162"/>
                      </a:lnTo>
                      <a:lnTo>
                        <a:pt x="660" y="164"/>
                      </a:lnTo>
                      <a:lnTo>
                        <a:pt x="668" y="170"/>
                      </a:lnTo>
                      <a:lnTo>
                        <a:pt x="668" y="170"/>
                      </a:lnTo>
                      <a:lnTo>
                        <a:pt x="670" y="174"/>
                      </a:lnTo>
                      <a:lnTo>
                        <a:pt x="672" y="180"/>
                      </a:lnTo>
                      <a:lnTo>
                        <a:pt x="676" y="186"/>
                      </a:lnTo>
                      <a:lnTo>
                        <a:pt x="684" y="192"/>
                      </a:lnTo>
                      <a:lnTo>
                        <a:pt x="684" y="192"/>
                      </a:lnTo>
                      <a:lnTo>
                        <a:pt x="690" y="194"/>
                      </a:lnTo>
                      <a:lnTo>
                        <a:pt x="702" y="196"/>
                      </a:lnTo>
                      <a:lnTo>
                        <a:pt x="710" y="198"/>
                      </a:lnTo>
                      <a:lnTo>
                        <a:pt x="714" y="202"/>
                      </a:lnTo>
                      <a:lnTo>
                        <a:pt x="718" y="208"/>
                      </a:lnTo>
                      <a:lnTo>
                        <a:pt x="720" y="214"/>
                      </a:lnTo>
                      <a:lnTo>
                        <a:pt x="720" y="214"/>
                      </a:lnTo>
                      <a:lnTo>
                        <a:pt x="708" y="228"/>
                      </a:lnTo>
                      <a:lnTo>
                        <a:pt x="706" y="236"/>
                      </a:lnTo>
                      <a:lnTo>
                        <a:pt x="702" y="250"/>
                      </a:lnTo>
                      <a:lnTo>
                        <a:pt x="702" y="250"/>
                      </a:lnTo>
                      <a:lnTo>
                        <a:pt x="708" y="256"/>
                      </a:lnTo>
                      <a:lnTo>
                        <a:pt x="716" y="264"/>
                      </a:lnTo>
                      <a:lnTo>
                        <a:pt x="724" y="274"/>
                      </a:lnTo>
                      <a:lnTo>
                        <a:pt x="732" y="290"/>
                      </a:lnTo>
                      <a:lnTo>
                        <a:pt x="732" y="290"/>
                      </a:lnTo>
                      <a:lnTo>
                        <a:pt x="732" y="298"/>
                      </a:lnTo>
                      <a:lnTo>
                        <a:pt x="734" y="310"/>
                      </a:lnTo>
                      <a:lnTo>
                        <a:pt x="736" y="316"/>
                      </a:lnTo>
                      <a:lnTo>
                        <a:pt x="740" y="320"/>
                      </a:lnTo>
                      <a:lnTo>
                        <a:pt x="746" y="326"/>
                      </a:lnTo>
                      <a:lnTo>
                        <a:pt x="754" y="330"/>
                      </a:lnTo>
                      <a:lnTo>
                        <a:pt x="754" y="330"/>
                      </a:lnTo>
                      <a:lnTo>
                        <a:pt x="754" y="334"/>
                      </a:lnTo>
                      <a:lnTo>
                        <a:pt x="754" y="334"/>
                      </a:lnTo>
                      <a:lnTo>
                        <a:pt x="734" y="338"/>
                      </a:lnTo>
                      <a:lnTo>
                        <a:pt x="718" y="342"/>
                      </a:lnTo>
                      <a:lnTo>
                        <a:pt x="704" y="348"/>
                      </a:lnTo>
                      <a:lnTo>
                        <a:pt x="692" y="354"/>
                      </a:lnTo>
                      <a:lnTo>
                        <a:pt x="670" y="372"/>
                      </a:lnTo>
                      <a:lnTo>
                        <a:pt x="640" y="392"/>
                      </a:lnTo>
                      <a:lnTo>
                        <a:pt x="640" y="392"/>
                      </a:lnTo>
                      <a:lnTo>
                        <a:pt x="634" y="396"/>
                      </a:lnTo>
                      <a:lnTo>
                        <a:pt x="626" y="400"/>
                      </a:lnTo>
                      <a:lnTo>
                        <a:pt x="616" y="414"/>
                      </a:lnTo>
                      <a:lnTo>
                        <a:pt x="616" y="414"/>
                      </a:lnTo>
                      <a:lnTo>
                        <a:pt x="598" y="420"/>
                      </a:lnTo>
                      <a:lnTo>
                        <a:pt x="582" y="424"/>
                      </a:lnTo>
                      <a:lnTo>
                        <a:pt x="576" y="426"/>
                      </a:lnTo>
                      <a:lnTo>
                        <a:pt x="570" y="430"/>
                      </a:lnTo>
                      <a:lnTo>
                        <a:pt x="562" y="434"/>
                      </a:lnTo>
                      <a:lnTo>
                        <a:pt x="556" y="442"/>
                      </a:lnTo>
                      <a:lnTo>
                        <a:pt x="556" y="442"/>
                      </a:lnTo>
                      <a:lnTo>
                        <a:pt x="544" y="448"/>
                      </a:lnTo>
                      <a:lnTo>
                        <a:pt x="544" y="448"/>
                      </a:lnTo>
                      <a:lnTo>
                        <a:pt x="512" y="422"/>
                      </a:lnTo>
                      <a:lnTo>
                        <a:pt x="512" y="422"/>
                      </a:lnTo>
                      <a:lnTo>
                        <a:pt x="500" y="418"/>
                      </a:lnTo>
                      <a:lnTo>
                        <a:pt x="490" y="414"/>
                      </a:lnTo>
                      <a:lnTo>
                        <a:pt x="482" y="408"/>
                      </a:lnTo>
                      <a:lnTo>
                        <a:pt x="474" y="402"/>
                      </a:lnTo>
                      <a:lnTo>
                        <a:pt x="462" y="390"/>
                      </a:lnTo>
                      <a:lnTo>
                        <a:pt x="450" y="380"/>
                      </a:lnTo>
                      <a:lnTo>
                        <a:pt x="450" y="380"/>
                      </a:lnTo>
                      <a:lnTo>
                        <a:pt x="434" y="382"/>
                      </a:lnTo>
                      <a:lnTo>
                        <a:pt x="426" y="384"/>
                      </a:lnTo>
                      <a:lnTo>
                        <a:pt x="420" y="392"/>
                      </a:lnTo>
                      <a:lnTo>
                        <a:pt x="410" y="404"/>
                      </a:lnTo>
                      <a:lnTo>
                        <a:pt x="410" y="404"/>
                      </a:lnTo>
                      <a:lnTo>
                        <a:pt x="392" y="402"/>
                      </a:lnTo>
                      <a:lnTo>
                        <a:pt x="374" y="398"/>
                      </a:lnTo>
                      <a:lnTo>
                        <a:pt x="358" y="392"/>
                      </a:lnTo>
                      <a:lnTo>
                        <a:pt x="342" y="384"/>
                      </a:lnTo>
                      <a:lnTo>
                        <a:pt x="312" y="366"/>
                      </a:lnTo>
                      <a:lnTo>
                        <a:pt x="286" y="352"/>
                      </a:lnTo>
                      <a:lnTo>
                        <a:pt x="286" y="352"/>
                      </a:lnTo>
                      <a:lnTo>
                        <a:pt x="268" y="348"/>
                      </a:lnTo>
                      <a:lnTo>
                        <a:pt x="252" y="346"/>
                      </a:lnTo>
                      <a:lnTo>
                        <a:pt x="228" y="338"/>
                      </a:lnTo>
                      <a:lnTo>
                        <a:pt x="228" y="338"/>
                      </a:lnTo>
                      <a:lnTo>
                        <a:pt x="200" y="338"/>
                      </a:lnTo>
                      <a:lnTo>
                        <a:pt x="192" y="342"/>
                      </a:lnTo>
                      <a:lnTo>
                        <a:pt x="186" y="344"/>
                      </a:lnTo>
                      <a:lnTo>
                        <a:pt x="184" y="350"/>
                      </a:lnTo>
                      <a:lnTo>
                        <a:pt x="186" y="358"/>
                      </a:lnTo>
                      <a:lnTo>
                        <a:pt x="192" y="368"/>
                      </a:lnTo>
                      <a:lnTo>
                        <a:pt x="202" y="380"/>
                      </a:lnTo>
                      <a:lnTo>
                        <a:pt x="202" y="380"/>
                      </a:lnTo>
                      <a:lnTo>
                        <a:pt x="196" y="392"/>
                      </a:lnTo>
                      <a:lnTo>
                        <a:pt x="196" y="392"/>
                      </a:lnTo>
                      <a:lnTo>
                        <a:pt x="182" y="390"/>
                      </a:lnTo>
                      <a:lnTo>
                        <a:pt x="182" y="390"/>
                      </a:lnTo>
                      <a:lnTo>
                        <a:pt x="164" y="390"/>
                      </a:lnTo>
                      <a:lnTo>
                        <a:pt x="150" y="394"/>
                      </a:lnTo>
                      <a:lnTo>
                        <a:pt x="138" y="398"/>
                      </a:lnTo>
                      <a:lnTo>
                        <a:pt x="128" y="406"/>
                      </a:lnTo>
                      <a:lnTo>
                        <a:pt x="118" y="414"/>
                      </a:lnTo>
                      <a:lnTo>
                        <a:pt x="112" y="426"/>
                      </a:lnTo>
                      <a:lnTo>
                        <a:pt x="96" y="454"/>
                      </a:lnTo>
                      <a:lnTo>
                        <a:pt x="96" y="454"/>
                      </a:lnTo>
                      <a:lnTo>
                        <a:pt x="88" y="460"/>
                      </a:lnTo>
                      <a:lnTo>
                        <a:pt x="80" y="466"/>
                      </a:lnTo>
                      <a:lnTo>
                        <a:pt x="80" y="466"/>
                      </a:lnTo>
                      <a:close/>
                    </a:path>
                  </a:pathLst>
                </a:custGeom>
                <a:solidFill>
                  <a:srgbClr val="EF833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2" name="Freeform 25"/>
                <p:cNvSpPr/>
                <p:nvPr/>
              </p:nvSpPr>
              <p:spPr bwMode="auto">
                <a:xfrm>
                  <a:off x="7247855" y="3824461"/>
                  <a:ext cx="775679" cy="750747"/>
                </a:xfrm>
                <a:custGeom>
                  <a:avLst/>
                  <a:gdLst>
                    <a:gd name="T0" fmla="*/ 434 w 560"/>
                    <a:gd name="T1" fmla="*/ 536 h 542"/>
                    <a:gd name="T2" fmla="*/ 400 w 560"/>
                    <a:gd name="T3" fmla="*/ 518 h 542"/>
                    <a:gd name="T4" fmla="*/ 346 w 560"/>
                    <a:gd name="T5" fmla="*/ 512 h 542"/>
                    <a:gd name="T6" fmla="*/ 316 w 560"/>
                    <a:gd name="T7" fmla="*/ 476 h 542"/>
                    <a:gd name="T8" fmla="*/ 282 w 560"/>
                    <a:gd name="T9" fmla="*/ 454 h 542"/>
                    <a:gd name="T10" fmla="*/ 116 w 560"/>
                    <a:gd name="T11" fmla="*/ 434 h 542"/>
                    <a:gd name="T12" fmla="*/ 84 w 560"/>
                    <a:gd name="T13" fmla="*/ 412 h 542"/>
                    <a:gd name="T14" fmla="*/ 68 w 560"/>
                    <a:gd name="T15" fmla="*/ 398 h 542"/>
                    <a:gd name="T16" fmla="*/ 58 w 560"/>
                    <a:gd name="T17" fmla="*/ 370 h 542"/>
                    <a:gd name="T18" fmla="*/ 18 w 560"/>
                    <a:gd name="T19" fmla="*/ 292 h 542"/>
                    <a:gd name="T20" fmla="*/ 2 w 560"/>
                    <a:gd name="T21" fmla="*/ 246 h 542"/>
                    <a:gd name="T22" fmla="*/ 14 w 560"/>
                    <a:gd name="T23" fmla="*/ 206 h 542"/>
                    <a:gd name="T24" fmla="*/ 50 w 560"/>
                    <a:gd name="T25" fmla="*/ 182 h 542"/>
                    <a:gd name="T26" fmla="*/ 68 w 560"/>
                    <a:gd name="T27" fmla="*/ 172 h 542"/>
                    <a:gd name="T28" fmla="*/ 104 w 560"/>
                    <a:gd name="T29" fmla="*/ 164 h 542"/>
                    <a:gd name="T30" fmla="*/ 138 w 560"/>
                    <a:gd name="T31" fmla="*/ 144 h 542"/>
                    <a:gd name="T32" fmla="*/ 208 w 560"/>
                    <a:gd name="T33" fmla="*/ 128 h 542"/>
                    <a:gd name="T34" fmla="*/ 234 w 560"/>
                    <a:gd name="T35" fmla="*/ 106 h 542"/>
                    <a:gd name="T36" fmla="*/ 266 w 560"/>
                    <a:gd name="T37" fmla="*/ 74 h 542"/>
                    <a:gd name="T38" fmla="*/ 280 w 560"/>
                    <a:gd name="T39" fmla="*/ 44 h 542"/>
                    <a:gd name="T40" fmla="*/ 284 w 560"/>
                    <a:gd name="T41" fmla="*/ 0 h 542"/>
                    <a:gd name="T42" fmla="*/ 414 w 560"/>
                    <a:gd name="T43" fmla="*/ 12 h 542"/>
                    <a:gd name="T44" fmla="*/ 428 w 560"/>
                    <a:gd name="T45" fmla="*/ 32 h 542"/>
                    <a:gd name="T46" fmla="*/ 444 w 560"/>
                    <a:gd name="T47" fmla="*/ 58 h 542"/>
                    <a:gd name="T48" fmla="*/ 438 w 560"/>
                    <a:gd name="T49" fmla="*/ 82 h 542"/>
                    <a:gd name="T50" fmla="*/ 418 w 560"/>
                    <a:gd name="T51" fmla="*/ 96 h 542"/>
                    <a:gd name="T52" fmla="*/ 408 w 560"/>
                    <a:gd name="T53" fmla="*/ 118 h 542"/>
                    <a:gd name="T54" fmla="*/ 396 w 560"/>
                    <a:gd name="T55" fmla="*/ 122 h 542"/>
                    <a:gd name="T56" fmla="*/ 432 w 560"/>
                    <a:gd name="T57" fmla="*/ 156 h 542"/>
                    <a:gd name="T58" fmla="*/ 434 w 560"/>
                    <a:gd name="T59" fmla="*/ 162 h 542"/>
                    <a:gd name="T60" fmla="*/ 466 w 560"/>
                    <a:gd name="T61" fmla="*/ 186 h 542"/>
                    <a:gd name="T62" fmla="*/ 498 w 560"/>
                    <a:gd name="T63" fmla="*/ 192 h 542"/>
                    <a:gd name="T64" fmla="*/ 516 w 560"/>
                    <a:gd name="T65" fmla="*/ 188 h 542"/>
                    <a:gd name="T66" fmla="*/ 532 w 560"/>
                    <a:gd name="T67" fmla="*/ 204 h 542"/>
                    <a:gd name="T68" fmla="*/ 558 w 560"/>
                    <a:gd name="T69" fmla="*/ 234 h 542"/>
                    <a:gd name="T70" fmla="*/ 554 w 560"/>
                    <a:gd name="T71" fmla="*/ 244 h 542"/>
                    <a:gd name="T72" fmla="*/ 544 w 560"/>
                    <a:gd name="T73" fmla="*/ 282 h 542"/>
                    <a:gd name="T74" fmla="*/ 528 w 560"/>
                    <a:gd name="T75" fmla="*/ 276 h 542"/>
                    <a:gd name="T76" fmla="*/ 500 w 560"/>
                    <a:gd name="T77" fmla="*/ 234 h 542"/>
                    <a:gd name="T78" fmla="*/ 472 w 560"/>
                    <a:gd name="T79" fmla="*/ 232 h 542"/>
                    <a:gd name="T80" fmla="*/ 474 w 560"/>
                    <a:gd name="T81" fmla="*/ 302 h 542"/>
                    <a:gd name="T82" fmla="*/ 442 w 560"/>
                    <a:gd name="T83" fmla="*/ 344 h 542"/>
                    <a:gd name="T84" fmla="*/ 428 w 560"/>
                    <a:gd name="T85" fmla="*/ 376 h 542"/>
                    <a:gd name="T86" fmla="*/ 450 w 560"/>
                    <a:gd name="T87" fmla="*/ 392 h 542"/>
                    <a:gd name="T88" fmla="*/ 460 w 560"/>
                    <a:gd name="T89" fmla="*/ 430 h 542"/>
                    <a:gd name="T90" fmla="*/ 474 w 560"/>
                    <a:gd name="T91" fmla="*/ 444 h 542"/>
                    <a:gd name="T92" fmla="*/ 486 w 560"/>
                    <a:gd name="T93" fmla="*/ 446 h 542"/>
                    <a:gd name="T94" fmla="*/ 504 w 560"/>
                    <a:gd name="T95" fmla="*/ 434 h 542"/>
                    <a:gd name="T96" fmla="*/ 520 w 560"/>
                    <a:gd name="T97" fmla="*/ 448 h 542"/>
                    <a:gd name="T98" fmla="*/ 530 w 560"/>
                    <a:gd name="T99" fmla="*/ 484 h 542"/>
                    <a:gd name="T100" fmla="*/ 526 w 560"/>
                    <a:gd name="T101" fmla="*/ 502 h 542"/>
                    <a:gd name="T102" fmla="*/ 492 w 560"/>
                    <a:gd name="T103" fmla="*/ 522 h 542"/>
                    <a:gd name="T104" fmla="*/ 478 w 560"/>
                    <a:gd name="T105" fmla="*/ 542 h 5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560" h="542">
                      <a:moveTo>
                        <a:pt x="478" y="542"/>
                      </a:moveTo>
                      <a:lnTo>
                        <a:pt x="478" y="542"/>
                      </a:lnTo>
                      <a:lnTo>
                        <a:pt x="434" y="536"/>
                      </a:lnTo>
                      <a:lnTo>
                        <a:pt x="434" y="536"/>
                      </a:lnTo>
                      <a:lnTo>
                        <a:pt x="400" y="518"/>
                      </a:lnTo>
                      <a:lnTo>
                        <a:pt x="400" y="518"/>
                      </a:lnTo>
                      <a:lnTo>
                        <a:pt x="376" y="518"/>
                      </a:lnTo>
                      <a:lnTo>
                        <a:pt x="360" y="516"/>
                      </a:lnTo>
                      <a:lnTo>
                        <a:pt x="346" y="512"/>
                      </a:lnTo>
                      <a:lnTo>
                        <a:pt x="334" y="502"/>
                      </a:lnTo>
                      <a:lnTo>
                        <a:pt x="334" y="502"/>
                      </a:lnTo>
                      <a:lnTo>
                        <a:pt x="316" y="476"/>
                      </a:lnTo>
                      <a:lnTo>
                        <a:pt x="316" y="476"/>
                      </a:lnTo>
                      <a:lnTo>
                        <a:pt x="282" y="454"/>
                      </a:lnTo>
                      <a:lnTo>
                        <a:pt x="282" y="454"/>
                      </a:lnTo>
                      <a:lnTo>
                        <a:pt x="162" y="452"/>
                      </a:lnTo>
                      <a:lnTo>
                        <a:pt x="162" y="452"/>
                      </a:lnTo>
                      <a:lnTo>
                        <a:pt x="116" y="434"/>
                      </a:lnTo>
                      <a:lnTo>
                        <a:pt x="96" y="424"/>
                      </a:lnTo>
                      <a:lnTo>
                        <a:pt x="90" y="418"/>
                      </a:lnTo>
                      <a:lnTo>
                        <a:pt x="84" y="412"/>
                      </a:lnTo>
                      <a:lnTo>
                        <a:pt x="84" y="412"/>
                      </a:lnTo>
                      <a:lnTo>
                        <a:pt x="74" y="406"/>
                      </a:lnTo>
                      <a:lnTo>
                        <a:pt x="68" y="398"/>
                      </a:lnTo>
                      <a:lnTo>
                        <a:pt x="60" y="386"/>
                      </a:lnTo>
                      <a:lnTo>
                        <a:pt x="60" y="386"/>
                      </a:lnTo>
                      <a:lnTo>
                        <a:pt x="58" y="370"/>
                      </a:lnTo>
                      <a:lnTo>
                        <a:pt x="54" y="356"/>
                      </a:lnTo>
                      <a:lnTo>
                        <a:pt x="42" y="332"/>
                      </a:lnTo>
                      <a:lnTo>
                        <a:pt x="18" y="292"/>
                      </a:lnTo>
                      <a:lnTo>
                        <a:pt x="18" y="292"/>
                      </a:lnTo>
                      <a:lnTo>
                        <a:pt x="2" y="246"/>
                      </a:lnTo>
                      <a:lnTo>
                        <a:pt x="2" y="246"/>
                      </a:lnTo>
                      <a:lnTo>
                        <a:pt x="0" y="208"/>
                      </a:lnTo>
                      <a:lnTo>
                        <a:pt x="0" y="208"/>
                      </a:lnTo>
                      <a:lnTo>
                        <a:pt x="14" y="206"/>
                      </a:lnTo>
                      <a:lnTo>
                        <a:pt x="26" y="198"/>
                      </a:lnTo>
                      <a:lnTo>
                        <a:pt x="40" y="190"/>
                      </a:lnTo>
                      <a:lnTo>
                        <a:pt x="50" y="182"/>
                      </a:lnTo>
                      <a:lnTo>
                        <a:pt x="50" y="182"/>
                      </a:lnTo>
                      <a:lnTo>
                        <a:pt x="58" y="176"/>
                      </a:lnTo>
                      <a:lnTo>
                        <a:pt x="68" y="172"/>
                      </a:lnTo>
                      <a:lnTo>
                        <a:pt x="68" y="172"/>
                      </a:lnTo>
                      <a:lnTo>
                        <a:pt x="86" y="170"/>
                      </a:lnTo>
                      <a:lnTo>
                        <a:pt x="104" y="164"/>
                      </a:lnTo>
                      <a:lnTo>
                        <a:pt x="120" y="156"/>
                      </a:lnTo>
                      <a:lnTo>
                        <a:pt x="138" y="144"/>
                      </a:lnTo>
                      <a:lnTo>
                        <a:pt x="138" y="144"/>
                      </a:lnTo>
                      <a:lnTo>
                        <a:pt x="154" y="142"/>
                      </a:lnTo>
                      <a:lnTo>
                        <a:pt x="172" y="138"/>
                      </a:lnTo>
                      <a:lnTo>
                        <a:pt x="208" y="128"/>
                      </a:lnTo>
                      <a:lnTo>
                        <a:pt x="208" y="128"/>
                      </a:lnTo>
                      <a:lnTo>
                        <a:pt x="222" y="118"/>
                      </a:lnTo>
                      <a:lnTo>
                        <a:pt x="234" y="106"/>
                      </a:lnTo>
                      <a:lnTo>
                        <a:pt x="258" y="82"/>
                      </a:lnTo>
                      <a:lnTo>
                        <a:pt x="258" y="82"/>
                      </a:lnTo>
                      <a:lnTo>
                        <a:pt x="266" y="74"/>
                      </a:lnTo>
                      <a:lnTo>
                        <a:pt x="274" y="64"/>
                      </a:lnTo>
                      <a:lnTo>
                        <a:pt x="278" y="54"/>
                      </a:lnTo>
                      <a:lnTo>
                        <a:pt x="280" y="44"/>
                      </a:lnTo>
                      <a:lnTo>
                        <a:pt x="284" y="20"/>
                      </a:lnTo>
                      <a:lnTo>
                        <a:pt x="284" y="0"/>
                      </a:lnTo>
                      <a:lnTo>
                        <a:pt x="284" y="0"/>
                      </a:lnTo>
                      <a:lnTo>
                        <a:pt x="338" y="12"/>
                      </a:lnTo>
                      <a:lnTo>
                        <a:pt x="338" y="12"/>
                      </a:lnTo>
                      <a:lnTo>
                        <a:pt x="414" y="12"/>
                      </a:lnTo>
                      <a:lnTo>
                        <a:pt x="414" y="12"/>
                      </a:lnTo>
                      <a:lnTo>
                        <a:pt x="428" y="32"/>
                      </a:lnTo>
                      <a:lnTo>
                        <a:pt x="428" y="32"/>
                      </a:lnTo>
                      <a:lnTo>
                        <a:pt x="436" y="38"/>
                      </a:lnTo>
                      <a:lnTo>
                        <a:pt x="442" y="50"/>
                      </a:lnTo>
                      <a:lnTo>
                        <a:pt x="444" y="58"/>
                      </a:lnTo>
                      <a:lnTo>
                        <a:pt x="444" y="66"/>
                      </a:lnTo>
                      <a:lnTo>
                        <a:pt x="442" y="74"/>
                      </a:lnTo>
                      <a:lnTo>
                        <a:pt x="438" y="82"/>
                      </a:lnTo>
                      <a:lnTo>
                        <a:pt x="438" y="82"/>
                      </a:lnTo>
                      <a:lnTo>
                        <a:pt x="426" y="88"/>
                      </a:lnTo>
                      <a:lnTo>
                        <a:pt x="418" y="96"/>
                      </a:lnTo>
                      <a:lnTo>
                        <a:pt x="412" y="104"/>
                      </a:lnTo>
                      <a:lnTo>
                        <a:pt x="408" y="118"/>
                      </a:lnTo>
                      <a:lnTo>
                        <a:pt x="408" y="118"/>
                      </a:lnTo>
                      <a:lnTo>
                        <a:pt x="402" y="120"/>
                      </a:lnTo>
                      <a:lnTo>
                        <a:pt x="396" y="122"/>
                      </a:lnTo>
                      <a:lnTo>
                        <a:pt x="396" y="122"/>
                      </a:lnTo>
                      <a:lnTo>
                        <a:pt x="396" y="130"/>
                      </a:lnTo>
                      <a:lnTo>
                        <a:pt x="396" y="130"/>
                      </a:lnTo>
                      <a:lnTo>
                        <a:pt x="432" y="156"/>
                      </a:lnTo>
                      <a:lnTo>
                        <a:pt x="432" y="156"/>
                      </a:lnTo>
                      <a:lnTo>
                        <a:pt x="434" y="162"/>
                      </a:lnTo>
                      <a:lnTo>
                        <a:pt x="434" y="162"/>
                      </a:lnTo>
                      <a:lnTo>
                        <a:pt x="448" y="174"/>
                      </a:lnTo>
                      <a:lnTo>
                        <a:pt x="456" y="180"/>
                      </a:lnTo>
                      <a:lnTo>
                        <a:pt x="466" y="186"/>
                      </a:lnTo>
                      <a:lnTo>
                        <a:pt x="476" y="192"/>
                      </a:lnTo>
                      <a:lnTo>
                        <a:pt x="488" y="194"/>
                      </a:lnTo>
                      <a:lnTo>
                        <a:pt x="498" y="192"/>
                      </a:lnTo>
                      <a:lnTo>
                        <a:pt x="510" y="186"/>
                      </a:lnTo>
                      <a:lnTo>
                        <a:pt x="510" y="186"/>
                      </a:lnTo>
                      <a:lnTo>
                        <a:pt x="516" y="188"/>
                      </a:lnTo>
                      <a:lnTo>
                        <a:pt x="520" y="192"/>
                      </a:lnTo>
                      <a:lnTo>
                        <a:pt x="532" y="204"/>
                      </a:lnTo>
                      <a:lnTo>
                        <a:pt x="532" y="204"/>
                      </a:lnTo>
                      <a:lnTo>
                        <a:pt x="560" y="226"/>
                      </a:lnTo>
                      <a:lnTo>
                        <a:pt x="560" y="226"/>
                      </a:lnTo>
                      <a:lnTo>
                        <a:pt x="558" y="234"/>
                      </a:lnTo>
                      <a:lnTo>
                        <a:pt x="558" y="234"/>
                      </a:lnTo>
                      <a:lnTo>
                        <a:pt x="556" y="240"/>
                      </a:lnTo>
                      <a:lnTo>
                        <a:pt x="554" y="244"/>
                      </a:lnTo>
                      <a:lnTo>
                        <a:pt x="550" y="256"/>
                      </a:lnTo>
                      <a:lnTo>
                        <a:pt x="548" y="270"/>
                      </a:lnTo>
                      <a:lnTo>
                        <a:pt x="544" y="282"/>
                      </a:lnTo>
                      <a:lnTo>
                        <a:pt x="544" y="282"/>
                      </a:lnTo>
                      <a:lnTo>
                        <a:pt x="528" y="276"/>
                      </a:lnTo>
                      <a:lnTo>
                        <a:pt x="528" y="276"/>
                      </a:lnTo>
                      <a:lnTo>
                        <a:pt x="514" y="256"/>
                      </a:lnTo>
                      <a:lnTo>
                        <a:pt x="504" y="240"/>
                      </a:lnTo>
                      <a:lnTo>
                        <a:pt x="500" y="234"/>
                      </a:lnTo>
                      <a:lnTo>
                        <a:pt x="492" y="232"/>
                      </a:lnTo>
                      <a:lnTo>
                        <a:pt x="484" y="230"/>
                      </a:lnTo>
                      <a:lnTo>
                        <a:pt x="472" y="232"/>
                      </a:lnTo>
                      <a:lnTo>
                        <a:pt x="472" y="232"/>
                      </a:lnTo>
                      <a:lnTo>
                        <a:pt x="474" y="302"/>
                      </a:lnTo>
                      <a:lnTo>
                        <a:pt x="474" y="302"/>
                      </a:lnTo>
                      <a:lnTo>
                        <a:pt x="466" y="316"/>
                      </a:lnTo>
                      <a:lnTo>
                        <a:pt x="454" y="330"/>
                      </a:lnTo>
                      <a:lnTo>
                        <a:pt x="442" y="344"/>
                      </a:lnTo>
                      <a:lnTo>
                        <a:pt x="428" y="354"/>
                      </a:lnTo>
                      <a:lnTo>
                        <a:pt x="428" y="354"/>
                      </a:lnTo>
                      <a:lnTo>
                        <a:pt x="428" y="376"/>
                      </a:lnTo>
                      <a:lnTo>
                        <a:pt x="428" y="376"/>
                      </a:lnTo>
                      <a:lnTo>
                        <a:pt x="436" y="384"/>
                      </a:lnTo>
                      <a:lnTo>
                        <a:pt x="450" y="392"/>
                      </a:lnTo>
                      <a:lnTo>
                        <a:pt x="450" y="392"/>
                      </a:lnTo>
                      <a:lnTo>
                        <a:pt x="460" y="430"/>
                      </a:lnTo>
                      <a:lnTo>
                        <a:pt x="460" y="430"/>
                      </a:lnTo>
                      <a:lnTo>
                        <a:pt x="462" y="434"/>
                      </a:lnTo>
                      <a:lnTo>
                        <a:pt x="466" y="438"/>
                      </a:lnTo>
                      <a:lnTo>
                        <a:pt x="474" y="444"/>
                      </a:lnTo>
                      <a:lnTo>
                        <a:pt x="480" y="446"/>
                      </a:lnTo>
                      <a:lnTo>
                        <a:pt x="486" y="446"/>
                      </a:lnTo>
                      <a:lnTo>
                        <a:pt x="486" y="446"/>
                      </a:lnTo>
                      <a:lnTo>
                        <a:pt x="492" y="440"/>
                      </a:lnTo>
                      <a:lnTo>
                        <a:pt x="498" y="436"/>
                      </a:lnTo>
                      <a:lnTo>
                        <a:pt x="504" y="434"/>
                      </a:lnTo>
                      <a:lnTo>
                        <a:pt x="514" y="436"/>
                      </a:lnTo>
                      <a:lnTo>
                        <a:pt x="514" y="436"/>
                      </a:lnTo>
                      <a:lnTo>
                        <a:pt x="520" y="448"/>
                      </a:lnTo>
                      <a:lnTo>
                        <a:pt x="526" y="464"/>
                      </a:lnTo>
                      <a:lnTo>
                        <a:pt x="528" y="474"/>
                      </a:lnTo>
                      <a:lnTo>
                        <a:pt x="530" y="484"/>
                      </a:lnTo>
                      <a:lnTo>
                        <a:pt x="530" y="492"/>
                      </a:lnTo>
                      <a:lnTo>
                        <a:pt x="526" y="502"/>
                      </a:lnTo>
                      <a:lnTo>
                        <a:pt x="526" y="502"/>
                      </a:lnTo>
                      <a:lnTo>
                        <a:pt x="516" y="504"/>
                      </a:lnTo>
                      <a:lnTo>
                        <a:pt x="506" y="510"/>
                      </a:lnTo>
                      <a:lnTo>
                        <a:pt x="492" y="522"/>
                      </a:lnTo>
                      <a:lnTo>
                        <a:pt x="492" y="522"/>
                      </a:lnTo>
                      <a:lnTo>
                        <a:pt x="478" y="542"/>
                      </a:lnTo>
                      <a:lnTo>
                        <a:pt x="478" y="542"/>
                      </a:lnTo>
                      <a:close/>
                    </a:path>
                  </a:pathLst>
                </a:custGeom>
                <a:solidFill>
                  <a:srgbClr val="EF833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3" name="Freeform 27"/>
              <p:cNvSpPr/>
              <p:nvPr/>
            </p:nvSpPr>
            <p:spPr bwMode="auto">
              <a:xfrm>
                <a:off x="7147" y="3918"/>
                <a:ext cx="2696" cy="1963"/>
              </a:xfrm>
              <a:custGeom>
                <a:avLst/>
                <a:gdLst>
                  <a:gd name="T0" fmla="*/ 494 w 1236"/>
                  <a:gd name="T1" fmla="*/ 798 h 900"/>
                  <a:gd name="T2" fmla="*/ 430 w 1236"/>
                  <a:gd name="T3" fmla="*/ 762 h 900"/>
                  <a:gd name="T4" fmla="*/ 278 w 1236"/>
                  <a:gd name="T5" fmla="*/ 748 h 900"/>
                  <a:gd name="T6" fmla="*/ 176 w 1236"/>
                  <a:gd name="T7" fmla="*/ 704 h 900"/>
                  <a:gd name="T8" fmla="*/ 148 w 1236"/>
                  <a:gd name="T9" fmla="*/ 670 h 900"/>
                  <a:gd name="T10" fmla="*/ 70 w 1236"/>
                  <a:gd name="T11" fmla="*/ 640 h 900"/>
                  <a:gd name="T12" fmla="*/ 24 w 1236"/>
                  <a:gd name="T13" fmla="*/ 596 h 900"/>
                  <a:gd name="T14" fmla="*/ 0 w 1236"/>
                  <a:gd name="T15" fmla="*/ 412 h 900"/>
                  <a:gd name="T16" fmla="*/ 16 w 1236"/>
                  <a:gd name="T17" fmla="*/ 340 h 900"/>
                  <a:gd name="T18" fmla="*/ 26 w 1236"/>
                  <a:gd name="T19" fmla="*/ 328 h 900"/>
                  <a:gd name="T20" fmla="*/ 52 w 1236"/>
                  <a:gd name="T21" fmla="*/ 314 h 900"/>
                  <a:gd name="T22" fmla="*/ 98 w 1236"/>
                  <a:gd name="T23" fmla="*/ 336 h 900"/>
                  <a:gd name="T24" fmla="*/ 150 w 1236"/>
                  <a:gd name="T25" fmla="*/ 336 h 900"/>
                  <a:gd name="T26" fmla="*/ 138 w 1236"/>
                  <a:gd name="T27" fmla="*/ 274 h 900"/>
                  <a:gd name="T28" fmla="*/ 168 w 1236"/>
                  <a:gd name="T29" fmla="*/ 236 h 900"/>
                  <a:gd name="T30" fmla="*/ 186 w 1236"/>
                  <a:gd name="T31" fmla="*/ 192 h 900"/>
                  <a:gd name="T32" fmla="*/ 152 w 1236"/>
                  <a:gd name="T33" fmla="*/ 150 h 900"/>
                  <a:gd name="T34" fmla="*/ 120 w 1236"/>
                  <a:gd name="T35" fmla="*/ 120 h 900"/>
                  <a:gd name="T36" fmla="*/ 118 w 1236"/>
                  <a:gd name="T37" fmla="*/ 92 h 900"/>
                  <a:gd name="T38" fmla="*/ 104 w 1236"/>
                  <a:gd name="T39" fmla="*/ 58 h 900"/>
                  <a:gd name="T40" fmla="*/ 234 w 1236"/>
                  <a:gd name="T41" fmla="*/ 42 h 900"/>
                  <a:gd name="T42" fmla="*/ 340 w 1236"/>
                  <a:gd name="T43" fmla="*/ 4 h 900"/>
                  <a:gd name="T44" fmla="*/ 430 w 1236"/>
                  <a:gd name="T45" fmla="*/ 8 h 900"/>
                  <a:gd name="T46" fmla="*/ 526 w 1236"/>
                  <a:gd name="T47" fmla="*/ 22 h 900"/>
                  <a:gd name="T48" fmla="*/ 654 w 1236"/>
                  <a:gd name="T49" fmla="*/ 114 h 900"/>
                  <a:gd name="T50" fmla="*/ 720 w 1236"/>
                  <a:gd name="T51" fmla="*/ 110 h 900"/>
                  <a:gd name="T52" fmla="*/ 720 w 1236"/>
                  <a:gd name="T53" fmla="*/ 56 h 900"/>
                  <a:gd name="T54" fmla="*/ 792 w 1236"/>
                  <a:gd name="T55" fmla="*/ 72 h 900"/>
                  <a:gd name="T56" fmla="*/ 930 w 1236"/>
                  <a:gd name="T57" fmla="*/ 128 h 900"/>
                  <a:gd name="T58" fmla="*/ 952 w 1236"/>
                  <a:gd name="T59" fmla="*/ 142 h 900"/>
                  <a:gd name="T60" fmla="*/ 1088 w 1236"/>
                  <a:gd name="T61" fmla="*/ 224 h 900"/>
                  <a:gd name="T62" fmla="*/ 1174 w 1236"/>
                  <a:gd name="T63" fmla="*/ 250 h 900"/>
                  <a:gd name="T64" fmla="*/ 1216 w 1236"/>
                  <a:gd name="T65" fmla="*/ 368 h 900"/>
                  <a:gd name="T66" fmla="*/ 1236 w 1236"/>
                  <a:gd name="T67" fmla="*/ 452 h 900"/>
                  <a:gd name="T68" fmla="*/ 1184 w 1236"/>
                  <a:gd name="T69" fmla="*/ 496 h 900"/>
                  <a:gd name="T70" fmla="*/ 1120 w 1236"/>
                  <a:gd name="T71" fmla="*/ 584 h 900"/>
                  <a:gd name="T72" fmla="*/ 1144 w 1236"/>
                  <a:gd name="T73" fmla="*/ 626 h 900"/>
                  <a:gd name="T74" fmla="*/ 1086 w 1236"/>
                  <a:gd name="T75" fmla="*/ 606 h 900"/>
                  <a:gd name="T76" fmla="*/ 1030 w 1236"/>
                  <a:gd name="T77" fmla="*/ 642 h 900"/>
                  <a:gd name="T78" fmla="*/ 1064 w 1236"/>
                  <a:gd name="T79" fmla="*/ 694 h 900"/>
                  <a:gd name="T80" fmla="*/ 1076 w 1236"/>
                  <a:gd name="T81" fmla="*/ 792 h 900"/>
                  <a:gd name="T82" fmla="*/ 1034 w 1236"/>
                  <a:gd name="T83" fmla="*/ 804 h 900"/>
                  <a:gd name="T84" fmla="*/ 996 w 1236"/>
                  <a:gd name="T85" fmla="*/ 806 h 900"/>
                  <a:gd name="T86" fmla="*/ 956 w 1236"/>
                  <a:gd name="T87" fmla="*/ 788 h 900"/>
                  <a:gd name="T88" fmla="*/ 920 w 1236"/>
                  <a:gd name="T89" fmla="*/ 800 h 900"/>
                  <a:gd name="T90" fmla="*/ 878 w 1236"/>
                  <a:gd name="T91" fmla="*/ 780 h 900"/>
                  <a:gd name="T92" fmla="*/ 828 w 1236"/>
                  <a:gd name="T93" fmla="*/ 698 h 900"/>
                  <a:gd name="T94" fmla="*/ 778 w 1236"/>
                  <a:gd name="T95" fmla="*/ 654 h 900"/>
                  <a:gd name="T96" fmla="*/ 700 w 1236"/>
                  <a:gd name="T97" fmla="*/ 662 h 900"/>
                  <a:gd name="T98" fmla="*/ 722 w 1236"/>
                  <a:gd name="T99" fmla="*/ 746 h 900"/>
                  <a:gd name="T100" fmla="*/ 694 w 1236"/>
                  <a:gd name="T101" fmla="*/ 796 h 900"/>
                  <a:gd name="T102" fmla="*/ 664 w 1236"/>
                  <a:gd name="T103" fmla="*/ 862 h 900"/>
                  <a:gd name="T104" fmla="*/ 634 w 1236"/>
                  <a:gd name="T105" fmla="*/ 886 h 900"/>
                  <a:gd name="T106" fmla="*/ 604 w 1236"/>
                  <a:gd name="T107" fmla="*/ 884 h 900"/>
                  <a:gd name="T108" fmla="*/ 568 w 1236"/>
                  <a:gd name="T109" fmla="*/ 880 h 9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236" h="900">
                    <a:moveTo>
                      <a:pt x="552" y="900"/>
                    </a:moveTo>
                    <a:lnTo>
                      <a:pt x="552" y="900"/>
                    </a:lnTo>
                    <a:lnTo>
                      <a:pt x="522" y="874"/>
                    </a:lnTo>
                    <a:lnTo>
                      <a:pt x="522" y="874"/>
                    </a:lnTo>
                    <a:lnTo>
                      <a:pt x="510" y="834"/>
                    </a:lnTo>
                    <a:lnTo>
                      <a:pt x="494" y="798"/>
                    </a:lnTo>
                    <a:lnTo>
                      <a:pt x="494" y="798"/>
                    </a:lnTo>
                    <a:lnTo>
                      <a:pt x="486" y="790"/>
                    </a:lnTo>
                    <a:lnTo>
                      <a:pt x="478" y="782"/>
                    </a:lnTo>
                    <a:lnTo>
                      <a:pt x="460" y="772"/>
                    </a:lnTo>
                    <a:lnTo>
                      <a:pt x="444" y="766"/>
                    </a:lnTo>
                    <a:lnTo>
                      <a:pt x="430" y="762"/>
                    </a:lnTo>
                    <a:lnTo>
                      <a:pt x="430" y="762"/>
                    </a:lnTo>
                    <a:lnTo>
                      <a:pt x="322" y="764"/>
                    </a:lnTo>
                    <a:lnTo>
                      <a:pt x="322" y="764"/>
                    </a:lnTo>
                    <a:lnTo>
                      <a:pt x="310" y="762"/>
                    </a:lnTo>
                    <a:lnTo>
                      <a:pt x="298" y="758"/>
                    </a:lnTo>
                    <a:lnTo>
                      <a:pt x="278" y="748"/>
                    </a:lnTo>
                    <a:lnTo>
                      <a:pt x="262" y="736"/>
                    </a:lnTo>
                    <a:lnTo>
                      <a:pt x="248" y="724"/>
                    </a:lnTo>
                    <a:lnTo>
                      <a:pt x="248" y="724"/>
                    </a:lnTo>
                    <a:lnTo>
                      <a:pt x="220" y="720"/>
                    </a:lnTo>
                    <a:lnTo>
                      <a:pt x="198" y="712"/>
                    </a:lnTo>
                    <a:lnTo>
                      <a:pt x="176" y="704"/>
                    </a:lnTo>
                    <a:lnTo>
                      <a:pt x="158" y="692"/>
                    </a:lnTo>
                    <a:lnTo>
                      <a:pt x="158" y="692"/>
                    </a:lnTo>
                    <a:lnTo>
                      <a:pt x="156" y="686"/>
                    </a:lnTo>
                    <a:lnTo>
                      <a:pt x="154" y="680"/>
                    </a:lnTo>
                    <a:lnTo>
                      <a:pt x="148" y="670"/>
                    </a:lnTo>
                    <a:lnTo>
                      <a:pt x="148" y="670"/>
                    </a:lnTo>
                    <a:lnTo>
                      <a:pt x="138" y="662"/>
                    </a:lnTo>
                    <a:lnTo>
                      <a:pt x="138" y="662"/>
                    </a:lnTo>
                    <a:lnTo>
                      <a:pt x="118" y="658"/>
                    </a:lnTo>
                    <a:lnTo>
                      <a:pt x="100" y="654"/>
                    </a:lnTo>
                    <a:lnTo>
                      <a:pt x="84" y="648"/>
                    </a:lnTo>
                    <a:lnTo>
                      <a:pt x="70" y="640"/>
                    </a:lnTo>
                    <a:lnTo>
                      <a:pt x="70" y="640"/>
                    </a:lnTo>
                    <a:lnTo>
                      <a:pt x="62" y="638"/>
                    </a:lnTo>
                    <a:lnTo>
                      <a:pt x="54" y="634"/>
                    </a:lnTo>
                    <a:lnTo>
                      <a:pt x="42" y="624"/>
                    </a:lnTo>
                    <a:lnTo>
                      <a:pt x="32" y="610"/>
                    </a:lnTo>
                    <a:lnTo>
                      <a:pt x="24" y="596"/>
                    </a:lnTo>
                    <a:lnTo>
                      <a:pt x="18" y="580"/>
                    </a:lnTo>
                    <a:lnTo>
                      <a:pt x="12" y="566"/>
                    </a:lnTo>
                    <a:lnTo>
                      <a:pt x="6" y="542"/>
                    </a:lnTo>
                    <a:lnTo>
                      <a:pt x="6" y="542"/>
                    </a:lnTo>
                    <a:lnTo>
                      <a:pt x="0" y="412"/>
                    </a:lnTo>
                    <a:lnTo>
                      <a:pt x="0" y="412"/>
                    </a:lnTo>
                    <a:lnTo>
                      <a:pt x="14" y="388"/>
                    </a:lnTo>
                    <a:lnTo>
                      <a:pt x="18" y="376"/>
                    </a:lnTo>
                    <a:lnTo>
                      <a:pt x="22" y="366"/>
                    </a:lnTo>
                    <a:lnTo>
                      <a:pt x="22" y="366"/>
                    </a:lnTo>
                    <a:lnTo>
                      <a:pt x="20" y="352"/>
                    </a:lnTo>
                    <a:lnTo>
                      <a:pt x="16" y="340"/>
                    </a:lnTo>
                    <a:lnTo>
                      <a:pt x="12" y="332"/>
                    </a:lnTo>
                    <a:lnTo>
                      <a:pt x="10" y="328"/>
                    </a:lnTo>
                    <a:lnTo>
                      <a:pt x="10" y="328"/>
                    </a:lnTo>
                    <a:lnTo>
                      <a:pt x="22" y="326"/>
                    </a:lnTo>
                    <a:lnTo>
                      <a:pt x="22" y="326"/>
                    </a:lnTo>
                    <a:lnTo>
                      <a:pt x="26" y="328"/>
                    </a:lnTo>
                    <a:lnTo>
                      <a:pt x="32" y="330"/>
                    </a:lnTo>
                    <a:lnTo>
                      <a:pt x="42" y="330"/>
                    </a:lnTo>
                    <a:lnTo>
                      <a:pt x="42" y="330"/>
                    </a:lnTo>
                    <a:lnTo>
                      <a:pt x="50" y="320"/>
                    </a:lnTo>
                    <a:lnTo>
                      <a:pt x="52" y="314"/>
                    </a:lnTo>
                    <a:lnTo>
                      <a:pt x="52" y="314"/>
                    </a:lnTo>
                    <a:lnTo>
                      <a:pt x="60" y="312"/>
                    </a:lnTo>
                    <a:lnTo>
                      <a:pt x="66" y="312"/>
                    </a:lnTo>
                    <a:lnTo>
                      <a:pt x="72" y="316"/>
                    </a:lnTo>
                    <a:lnTo>
                      <a:pt x="78" y="320"/>
                    </a:lnTo>
                    <a:lnTo>
                      <a:pt x="90" y="330"/>
                    </a:lnTo>
                    <a:lnTo>
                      <a:pt x="98" y="336"/>
                    </a:lnTo>
                    <a:lnTo>
                      <a:pt x="108" y="342"/>
                    </a:lnTo>
                    <a:lnTo>
                      <a:pt x="108" y="342"/>
                    </a:lnTo>
                    <a:lnTo>
                      <a:pt x="128" y="342"/>
                    </a:lnTo>
                    <a:lnTo>
                      <a:pt x="140" y="340"/>
                    </a:lnTo>
                    <a:lnTo>
                      <a:pt x="150" y="336"/>
                    </a:lnTo>
                    <a:lnTo>
                      <a:pt x="150" y="336"/>
                    </a:lnTo>
                    <a:lnTo>
                      <a:pt x="158" y="326"/>
                    </a:lnTo>
                    <a:lnTo>
                      <a:pt x="158" y="326"/>
                    </a:lnTo>
                    <a:lnTo>
                      <a:pt x="158" y="300"/>
                    </a:lnTo>
                    <a:lnTo>
                      <a:pt x="158" y="300"/>
                    </a:lnTo>
                    <a:lnTo>
                      <a:pt x="148" y="286"/>
                    </a:lnTo>
                    <a:lnTo>
                      <a:pt x="138" y="274"/>
                    </a:lnTo>
                    <a:lnTo>
                      <a:pt x="136" y="270"/>
                    </a:lnTo>
                    <a:lnTo>
                      <a:pt x="136" y="264"/>
                    </a:lnTo>
                    <a:lnTo>
                      <a:pt x="136" y="258"/>
                    </a:lnTo>
                    <a:lnTo>
                      <a:pt x="140" y="252"/>
                    </a:lnTo>
                    <a:lnTo>
                      <a:pt x="140" y="252"/>
                    </a:lnTo>
                    <a:lnTo>
                      <a:pt x="168" y="236"/>
                    </a:lnTo>
                    <a:lnTo>
                      <a:pt x="168" y="236"/>
                    </a:lnTo>
                    <a:lnTo>
                      <a:pt x="180" y="224"/>
                    </a:lnTo>
                    <a:lnTo>
                      <a:pt x="180" y="224"/>
                    </a:lnTo>
                    <a:lnTo>
                      <a:pt x="184" y="212"/>
                    </a:lnTo>
                    <a:lnTo>
                      <a:pt x="188" y="200"/>
                    </a:lnTo>
                    <a:lnTo>
                      <a:pt x="186" y="192"/>
                    </a:lnTo>
                    <a:lnTo>
                      <a:pt x="184" y="184"/>
                    </a:lnTo>
                    <a:lnTo>
                      <a:pt x="178" y="178"/>
                    </a:lnTo>
                    <a:lnTo>
                      <a:pt x="172" y="174"/>
                    </a:lnTo>
                    <a:lnTo>
                      <a:pt x="160" y="164"/>
                    </a:lnTo>
                    <a:lnTo>
                      <a:pt x="160" y="164"/>
                    </a:lnTo>
                    <a:lnTo>
                      <a:pt x="152" y="150"/>
                    </a:lnTo>
                    <a:lnTo>
                      <a:pt x="142" y="138"/>
                    </a:lnTo>
                    <a:lnTo>
                      <a:pt x="132" y="128"/>
                    </a:lnTo>
                    <a:lnTo>
                      <a:pt x="126" y="126"/>
                    </a:lnTo>
                    <a:lnTo>
                      <a:pt x="122" y="126"/>
                    </a:lnTo>
                    <a:lnTo>
                      <a:pt x="122" y="126"/>
                    </a:lnTo>
                    <a:lnTo>
                      <a:pt x="120" y="120"/>
                    </a:lnTo>
                    <a:lnTo>
                      <a:pt x="116" y="114"/>
                    </a:lnTo>
                    <a:lnTo>
                      <a:pt x="114" y="110"/>
                    </a:lnTo>
                    <a:lnTo>
                      <a:pt x="114" y="104"/>
                    </a:lnTo>
                    <a:lnTo>
                      <a:pt x="114" y="104"/>
                    </a:lnTo>
                    <a:lnTo>
                      <a:pt x="118" y="98"/>
                    </a:lnTo>
                    <a:lnTo>
                      <a:pt x="118" y="92"/>
                    </a:lnTo>
                    <a:lnTo>
                      <a:pt x="118" y="86"/>
                    </a:lnTo>
                    <a:lnTo>
                      <a:pt x="116" y="80"/>
                    </a:lnTo>
                    <a:lnTo>
                      <a:pt x="110" y="70"/>
                    </a:lnTo>
                    <a:lnTo>
                      <a:pt x="104" y="66"/>
                    </a:lnTo>
                    <a:lnTo>
                      <a:pt x="104" y="66"/>
                    </a:lnTo>
                    <a:lnTo>
                      <a:pt x="104" y="58"/>
                    </a:lnTo>
                    <a:lnTo>
                      <a:pt x="104" y="58"/>
                    </a:lnTo>
                    <a:lnTo>
                      <a:pt x="120" y="56"/>
                    </a:lnTo>
                    <a:lnTo>
                      <a:pt x="138" y="52"/>
                    </a:lnTo>
                    <a:lnTo>
                      <a:pt x="176" y="50"/>
                    </a:lnTo>
                    <a:lnTo>
                      <a:pt x="214" y="46"/>
                    </a:lnTo>
                    <a:lnTo>
                      <a:pt x="234" y="42"/>
                    </a:lnTo>
                    <a:lnTo>
                      <a:pt x="252" y="38"/>
                    </a:lnTo>
                    <a:lnTo>
                      <a:pt x="252" y="38"/>
                    </a:lnTo>
                    <a:lnTo>
                      <a:pt x="280" y="24"/>
                    </a:lnTo>
                    <a:lnTo>
                      <a:pt x="310" y="12"/>
                    </a:lnTo>
                    <a:lnTo>
                      <a:pt x="324" y="6"/>
                    </a:lnTo>
                    <a:lnTo>
                      <a:pt x="340" y="4"/>
                    </a:lnTo>
                    <a:lnTo>
                      <a:pt x="358" y="0"/>
                    </a:lnTo>
                    <a:lnTo>
                      <a:pt x="378" y="0"/>
                    </a:lnTo>
                    <a:lnTo>
                      <a:pt x="378" y="0"/>
                    </a:lnTo>
                    <a:lnTo>
                      <a:pt x="400" y="10"/>
                    </a:lnTo>
                    <a:lnTo>
                      <a:pt x="400" y="10"/>
                    </a:lnTo>
                    <a:lnTo>
                      <a:pt x="430" y="8"/>
                    </a:lnTo>
                    <a:lnTo>
                      <a:pt x="462" y="10"/>
                    </a:lnTo>
                    <a:lnTo>
                      <a:pt x="478" y="10"/>
                    </a:lnTo>
                    <a:lnTo>
                      <a:pt x="494" y="12"/>
                    </a:lnTo>
                    <a:lnTo>
                      <a:pt x="510" y="16"/>
                    </a:lnTo>
                    <a:lnTo>
                      <a:pt x="526" y="22"/>
                    </a:lnTo>
                    <a:lnTo>
                      <a:pt x="526" y="22"/>
                    </a:lnTo>
                    <a:lnTo>
                      <a:pt x="604" y="72"/>
                    </a:lnTo>
                    <a:lnTo>
                      <a:pt x="604" y="72"/>
                    </a:lnTo>
                    <a:lnTo>
                      <a:pt x="612" y="84"/>
                    </a:lnTo>
                    <a:lnTo>
                      <a:pt x="612" y="84"/>
                    </a:lnTo>
                    <a:lnTo>
                      <a:pt x="638" y="104"/>
                    </a:lnTo>
                    <a:lnTo>
                      <a:pt x="654" y="114"/>
                    </a:lnTo>
                    <a:lnTo>
                      <a:pt x="676" y="122"/>
                    </a:lnTo>
                    <a:lnTo>
                      <a:pt x="676" y="122"/>
                    </a:lnTo>
                    <a:lnTo>
                      <a:pt x="706" y="122"/>
                    </a:lnTo>
                    <a:lnTo>
                      <a:pt x="706" y="122"/>
                    </a:lnTo>
                    <a:lnTo>
                      <a:pt x="720" y="110"/>
                    </a:lnTo>
                    <a:lnTo>
                      <a:pt x="720" y="110"/>
                    </a:lnTo>
                    <a:lnTo>
                      <a:pt x="722" y="94"/>
                    </a:lnTo>
                    <a:lnTo>
                      <a:pt x="720" y="80"/>
                    </a:lnTo>
                    <a:lnTo>
                      <a:pt x="718" y="68"/>
                    </a:lnTo>
                    <a:lnTo>
                      <a:pt x="716" y="58"/>
                    </a:lnTo>
                    <a:lnTo>
                      <a:pt x="716" y="58"/>
                    </a:lnTo>
                    <a:lnTo>
                      <a:pt x="720" y="56"/>
                    </a:lnTo>
                    <a:lnTo>
                      <a:pt x="724" y="54"/>
                    </a:lnTo>
                    <a:lnTo>
                      <a:pt x="736" y="52"/>
                    </a:lnTo>
                    <a:lnTo>
                      <a:pt x="762" y="52"/>
                    </a:lnTo>
                    <a:lnTo>
                      <a:pt x="762" y="52"/>
                    </a:lnTo>
                    <a:lnTo>
                      <a:pt x="792" y="72"/>
                    </a:lnTo>
                    <a:lnTo>
                      <a:pt x="792" y="72"/>
                    </a:lnTo>
                    <a:lnTo>
                      <a:pt x="822" y="80"/>
                    </a:lnTo>
                    <a:lnTo>
                      <a:pt x="858" y="84"/>
                    </a:lnTo>
                    <a:lnTo>
                      <a:pt x="858" y="84"/>
                    </a:lnTo>
                    <a:lnTo>
                      <a:pt x="898" y="104"/>
                    </a:lnTo>
                    <a:lnTo>
                      <a:pt x="898" y="104"/>
                    </a:lnTo>
                    <a:lnTo>
                      <a:pt x="930" y="128"/>
                    </a:lnTo>
                    <a:lnTo>
                      <a:pt x="930" y="128"/>
                    </a:lnTo>
                    <a:lnTo>
                      <a:pt x="930" y="132"/>
                    </a:lnTo>
                    <a:lnTo>
                      <a:pt x="930" y="132"/>
                    </a:lnTo>
                    <a:lnTo>
                      <a:pt x="940" y="140"/>
                    </a:lnTo>
                    <a:lnTo>
                      <a:pt x="940" y="140"/>
                    </a:lnTo>
                    <a:lnTo>
                      <a:pt x="952" y="142"/>
                    </a:lnTo>
                    <a:lnTo>
                      <a:pt x="964" y="140"/>
                    </a:lnTo>
                    <a:lnTo>
                      <a:pt x="992" y="136"/>
                    </a:lnTo>
                    <a:lnTo>
                      <a:pt x="992" y="136"/>
                    </a:lnTo>
                    <a:lnTo>
                      <a:pt x="1032" y="184"/>
                    </a:lnTo>
                    <a:lnTo>
                      <a:pt x="1032" y="184"/>
                    </a:lnTo>
                    <a:lnTo>
                      <a:pt x="1088" y="224"/>
                    </a:lnTo>
                    <a:lnTo>
                      <a:pt x="1088" y="224"/>
                    </a:lnTo>
                    <a:lnTo>
                      <a:pt x="1116" y="238"/>
                    </a:lnTo>
                    <a:lnTo>
                      <a:pt x="1116" y="238"/>
                    </a:lnTo>
                    <a:lnTo>
                      <a:pt x="1166" y="238"/>
                    </a:lnTo>
                    <a:lnTo>
                      <a:pt x="1166" y="238"/>
                    </a:lnTo>
                    <a:lnTo>
                      <a:pt x="1174" y="250"/>
                    </a:lnTo>
                    <a:lnTo>
                      <a:pt x="1182" y="272"/>
                    </a:lnTo>
                    <a:lnTo>
                      <a:pt x="1188" y="294"/>
                    </a:lnTo>
                    <a:lnTo>
                      <a:pt x="1194" y="316"/>
                    </a:lnTo>
                    <a:lnTo>
                      <a:pt x="1194" y="316"/>
                    </a:lnTo>
                    <a:lnTo>
                      <a:pt x="1216" y="368"/>
                    </a:lnTo>
                    <a:lnTo>
                      <a:pt x="1216" y="368"/>
                    </a:lnTo>
                    <a:lnTo>
                      <a:pt x="1220" y="412"/>
                    </a:lnTo>
                    <a:lnTo>
                      <a:pt x="1220" y="412"/>
                    </a:lnTo>
                    <a:lnTo>
                      <a:pt x="1228" y="422"/>
                    </a:lnTo>
                    <a:lnTo>
                      <a:pt x="1234" y="436"/>
                    </a:lnTo>
                    <a:lnTo>
                      <a:pt x="1236" y="444"/>
                    </a:lnTo>
                    <a:lnTo>
                      <a:pt x="1236" y="452"/>
                    </a:lnTo>
                    <a:lnTo>
                      <a:pt x="1232" y="458"/>
                    </a:lnTo>
                    <a:lnTo>
                      <a:pt x="1226" y="466"/>
                    </a:lnTo>
                    <a:lnTo>
                      <a:pt x="1226" y="466"/>
                    </a:lnTo>
                    <a:lnTo>
                      <a:pt x="1200" y="482"/>
                    </a:lnTo>
                    <a:lnTo>
                      <a:pt x="1192" y="488"/>
                    </a:lnTo>
                    <a:lnTo>
                      <a:pt x="1184" y="496"/>
                    </a:lnTo>
                    <a:lnTo>
                      <a:pt x="1172" y="514"/>
                    </a:lnTo>
                    <a:lnTo>
                      <a:pt x="1156" y="542"/>
                    </a:lnTo>
                    <a:lnTo>
                      <a:pt x="1156" y="542"/>
                    </a:lnTo>
                    <a:lnTo>
                      <a:pt x="1120" y="568"/>
                    </a:lnTo>
                    <a:lnTo>
                      <a:pt x="1120" y="568"/>
                    </a:lnTo>
                    <a:lnTo>
                      <a:pt x="1120" y="584"/>
                    </a:lnTo>
                    <a:lnTo>
                      <a:pt x="1120" y="584"/>
                    </a:lnTo>
                    <a:lnTo>
                      <a:pt x="1154" y="614"/>
                    </a:lnTo>
                    <a:lnTo>
                      <a:pt x="1154" y="614"/>
                    </a:lnTo>
                    <a:lnTo>
                      <a:pt x="1152" y="620"/>
                    </a:lnTo>
                    <a:lnTo>
                      <a:pt x="1148" y="624"/>
                    </a:lnTo>
                    <a:lnTo>
                      <a:pt x="1144" y="626"/>
                    </a:lnTo>
                    <a:lnTo>
                      <a:pt x="1138" y="628"/>
                    </a:lnTo>
                    <a:lnTo>
                      <a:pt x="1128" y="628"/>
                    </a:lnTo>
                    <a:lnTo>
                      <a:pt x="1120" y="628"/>
                    </a:lnTo>
                    <a:lnTo>
                      <a:pt x="1120" y="628"/>
                    </a:lnTo>
                    <a:lnTo>
                      <a:pt x="1086" y="606"/>
                    </a:lnTo>
                    <a:lnTo>
                      <a:pt x="1086" y="606"/>
                    </a:lnTo>
                    <a:lnTo>
                      <a:pt x="1052" y="604"/>
                    </a:lnTo>
                    <a:lnTo>
                      <a:pt x="1038" y="606"/>
                    </a:lnTo>
                    <a:lnTo>
                      <a:pt x="1030" y="608"/>
                    </a:lnTo>
                    <a:lnTo>
                      <a:pt x="1030" y="608"/>
                    </a:lnTo>
                    <a:lnTo>
                      <a:pt x="1030" y="632"/>
                    </a:lnTo>
                    <a:lnTo>
                      <a:pt x="1030" y="642"/>
                    </a:lnTo>
                    <a:lnTo>
                      <a:pt x="1032" y="652"/>
                    </a:lnTo>
                    <a:lnTo>
                      <a:pt x="1036" y="662"/>
                    </a:lnTo>
                    <a:lnTo>
                      <a:pt x="1042" y="672"/>
                    </a:lnTo>
                    <a:lnTo>
                      <a:pt x="1052" y="682"/>
                    </a:lnTo>
                    <a:lnTo>
                      <a:pt x="1064" y="694"/>
                    </a:lnTo>
                    <a:lnTo>
                      <a:pt x="1064" y="694"/>
                    </a:lnTo>
                    <a:lnTo>
                      <a:pt x="1064" y="730"/>
                    </a:lnTo>
                    <a:lnTo>
                      <a:pt x="1064" y="730"/>
                    </a:lnTo>
                    <a:lnTo>
                      <a:pt x="1080" y="780"/>
                    </a:lnTo>
                    <a:lnTo>
                      <a:pt x="1080" y="780"/>
                    </a:lnTo>
                    <a:lnTo>
                      <a:pt x="1078" y="788"/>
                    </a:lnTo>
                    <a:lnTo>
                      <a:pt x="1076" y="792"/>
                    </a:lnTo>
                    <a:lnTo>
                      <a:pt x="1074" y="796"/>
                    </a:lnTo>
                    <a:lnTo>
                      <a:pt x="1068" y="798"/>
                    </a:lnTo>
                    <a:lnTo>
                      <a:pt x="1058" y="800"/>
                    </a:lnTo>
                    <a:lnTo>
                      <a:pt x="1046" y="800"/>
                    </a:lnTo>
                    <a:lnTo>
                      <a:pt x="1046" y="800"/>
                    </a:lnTo>
                    <a:lnTo>
                      <a:pt x="1034" y="804"/>
                    </a:lnTo>
                    <a:lnTo>
                      <a:pt x="1028" y="808"/>
                    </a:lnTo>
                    <a:lnTo>
                      <a:pt x="1014" y="818"/>
                    </a:lnTo>
                    <a:lnTo>
                      <a:pt x="1014" y="818"/>
                    </a:lnTo>
                    <a:lnTo>
                      <a:pt x="1004" y="818"/>
                    </a:lnTo>
                    <a:lnTo>
                      <a:pt x="1004" y="818"/>
                    </a:lnTo>
                    <a:lnTo>
                      <a:pt x="996" y="806"/>
                    </a:lnTo>
                    <a:lnTo>
                      <a:pt x="996" y="806"/>
                    </a:lnTo>
                    <a:lnTo>
                      <a:pt x="968" y="804"/>
                    </a:lnTo>
                    <a:lnTo>
                      <a:pt x="968" y="804"/>
                    </a:lnTo>
                    <a:lnTo>
                      <a:pt x="968" y="798"/>
                    </a:lnTo>
                    <a:lnTo>
                      <a:pt x="964" y="794"/>
                    </a:lnTo>
                    <a:lnTo>
                      <a:pt x="956" y="788"/>
                    </a:lnTo>
                    <a:lnTo>
                      <a:pt x="956" y="788"/>
                    </a:lnTo>
                    <a:lnTo>
                      <a:pt x="936" y="786"/>
                    </a:lnTo>
                    <a:lnTo>
                      <a:pt x="936" y="786"/>
                    </a:lnTo>
                    <a:lnTo>
                      <a:pt x="934" y="792"/>
                    </a:lnTo>
                    <a:lnTo>
                      <a:pt x="926" y="796"/>
                    </a:lnTo>
                    <a:lnTo>
                      <a:pt x="920" y="800"/>
                    </a:lnTo>
                    <a:lnTo>
                      <a:pt x="914" y="800"/>
                    </a:lnTo>
                    <a:lnTo>
                      <a:pt x="914" y="800"/>
                    </a:lnTo>
                    <a:lnTo>
                      <a:pt x="908" y="786"/>
                    </a:lnTo>
                    <a:lnTo>
                      <a:pt x="908" y="786"/>
                    </a:lnTo>
                    <a:lnTo>
                      <a:pt x="878" y="780"/>
                    </a:lnTo>
                    <a:lnTo>
                      <a:pt x="878" y="780"/>
                    </a:lnTo>
                    <a:lnTo>
                      <a:pt x="836" y="732"/>
                    </a:lnTo>
                    <a:lnTo>
                      <a:pt x="836" y="732"/>
                    </a:lnTo>
                    <a:lnTo>
                      <a:pt x="830" y="722"/>
                    </a:lnTo>
                    <a:lnTo>
                      <a:pt x="830" y="722"/>
                    </a:lnTo>
                    <a:lnTo>
                      <a:pt x="830" y="710"/>
                    </a:lnTo>
                    <a:lnTo>
                      <a:pt x="828" y="698"/>
                    </a:lnTo>
                    <a:lnTo>
                      <a:pt x="824" y="690"/>
                    </a:lnTo>
                    <a:lnTo>
                      <a:pt x="820" y="682"/>
                    </a:lnTo>
                    <a:lnTo>
                      <a:pt x="808" y="670"/>
                    </a:lnTo>
                    <a:lnTo>
                      <a:pt x="796" y="658"/>
                    </a:lnTo>
                    <a:lnTo>
                      <a:pt x="796" y="658"/>
                    </a:lnTo>
                    <a:lnTo>
                      <a:pt x="778" y="654"/>
                    </a:lnTo>
                    <a:lnTo>
                      <a:pt x="758" y="652"/>
                    </a:lnTo>
                    <a:lnTo>
                      <a:pt x="724" y="654"/>
                    </a:lnTo>
                    <a:lnTo>
                      <a:pt x="724" y="654"/>
                    </a:lnTo>
                    <a:lnTo>
                      <a:pt x="706" y="656"/>
                    </a:lnTo>
                    <a:lnTo>
                      <a:pt x="702" y="660"/>
                    </a:lnTo>
                    <a:lnTo>
                      <a:pt x="700" y="662"/>
                    </a:lnTo>
                    <a:lnTo>
                      <a:pt x="698" y="674"/>
                    </a:lnTo>
                    <a:lnTo>
                      <a:pt x="698" y="694"/>
                    </a:lnTo>
                    <a:lnTo>
                      <a:pt x="698" y="694"/>
                    </a:lnTo>
                    <a:lnTo>
                      <a:pt x="722" y="726"/>
                    </a:lnTo>
                    <a:lnTo>
                      <a:pt x="722" y="726"/>
                    </a:lnTo>
                    <a:lnTo>
                      <a:pt x="722" y="746"/>
                    </a:lnTo>
                    <a:lnTo>
                      <a:pt x="722" y="746"/>
                    </a:lnTo>
                    <a:lnTo>
                      <a:pt x="712" y="758"/>
                    </a:lnTo>
                    <a:lnTo>
                      <a:pt x="700" y="772"/>
                    </a:lnTo>
                    <a:lnTo>
                      <a:pt x="696" y="778"/>
                    </a:lnTo>
                    <a:lnTo>
                      <a:pt x="694" y="786"/>
                    </a:lnTo>
                    <a:lnTo>
                      <a:pt x="694" y="796"/>
                    </a:lnTo>
                    <a:lnTo>
                      <a:pt x="698" y="804"/>
                    </a:lnTo>
                    <a:lnTo>
                      <a:pt x="698" y="804"/>
                    </a:lnTo>
                    <a:lnTo>
                      <a:pt x="698" y="810"/>
                    </a:lnTo>
                    <a:lnTo>
                      <a:pt x="694" y="818"/>
                    </a:lnTo>
                    <a:lnTo>
                      <a:pt x="684" y="834"/>
                    </a:lnTo>
                    <a:lnTo>
                      <a:pt x="664" y="862"/>
                    </a:lnTo>
                    <a:lnTo>
                      <a:pt x="664" y="862"/>
                    </a:lnTo>
                    <a:lnTo>
                      <a:pt x="658" y="870"/>
                    </a:lnTo>
                    <a:lnTo>
                      <a:pt x="652" y="878"/>
                    </a:lnTo>
                    <a:lnTo>
                      <a:pt x="644" y="882"/>
                    </a:lnTo>
                    <a:lnTo>
                      <a:pt x="634" y="886"/>
                    </a:lnTo>
                    <a:lnTo>
                      <a:pt x="634" y="886"/>
                    </a:lnTo>
                    <a:lnTo>
                      <a:pt x="624" y="898"/>
                    </a:lnTo>
                    <a:lnTo>
                      <a:pt x="624" y="898"/>
                    </a:lnTo>
                    <a:lnTo>
                      <a:pt x="618" y="896"/>
                    </a:lnTo>
                    <a:lnTo>
                      <a:pt x="612" y="896"/>
                    </a:lnTo>
                    <a:lnTo>
                      <a:pt x="608" y="890"/>
                    </a:lnTo>
                    <a:lnTo>
                      <a:pt x="604" y="884"/>
                    </a:lnTo>
                    <a:lnTo>
                      <a:pt x="604" y="880"/>
                    </a:lnTo>
                    <a:lnTo>
                      <a:pt x="604" y="880"/>
                    </a:lnTo>
                    <a:lnTo>
                      <a:pt x="598" y="878"/>
                    </a:lnTo>
                    <a:lnTo>
                      <a:pt x="594" y="876"/>
                    </a:lnTo>
                    <a:lnTo>
                      <a:pt x="582" y="876"/>
                    </a:lnTo>
                    <a:lnTo>
                      <a:pt x="568" y="880"/>
                    </a:lnTo>
                    <a:lnTo>
                      <a:pt x="568" y="880"/>
                    </a:lnTo>
                    <a:lnTo>
                      <a:pt x="560" y="892"/>
                    </a:lnTo>
                    <a:lnTo>
                      <a:pt x="556" y="896"/>
                    </a:lnTo>
                    <a:lnTo>
                      <a:pt x="552" y="900"/>
                    </a:lnTo>
                    <a:lnTo>
                      <a:pt x="552" y="90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4" name="组合 43"/>
              <p:cNvGrpSpPr/>
              <p:nvPr/>
            </p:nvGrpSpPr>
            <p:grpSpPr>
              <a:xfrm>
                <a:off x="10450" y="310"/>
                <a:ext cx="4768" cy="5575"/>
                <a:chOff x="6635623" y="1029245"/>
                <a:chExt cx="3027919" cy="3540423"/>
              </a:xfrm>
            </p:grpSpPr>
            <p:sp>
              <p:nvSpPr>
                <p:cNvPr id="80" name="Freeform 34"/>
                <p:cNvSpPr/>
                <p:nvPr/>
              </p:nvSpPr>
              <p:spPr bwMode="auto">
                <a:xfrm>
                  <a:off x="7788060" y="3048782"/>
                  <a:ext cx="321353" cy="365677"/>
                </a:xfrm>
                <a:custGeom>
                  <a:avLst/>
                  <a:gdLst>
                    <a:gd name="T0" fmla="*/ 196 w 232"/>
                    <a:gd name="T1" fmla="*/ 264 h 264"/>
                    <a:gd name="T2" fmla="*/ 170 w 232"/>
                    <a:gd name="T3" fmla="*/ 248 h 264"/>
                    <a:gd name="T4" fmla="*/ 158 w 232"/>
                    <a:gd name="T5" fmla="*/ 238 h 264"/>
                    <a:gd name="T6" fmla="*/ 148 w 232"/>
                    <a:gd name="T7" fmla="*/ 218 h 264"/>
                    <a:gd name="T8" fmla="*/ 144 w 232"/>
                    <a:gd name="T9" fmla="*/ 186 h 264"/>
                    <a:gd name="T10" fmla="*/ 140 w 232"/>
                    <a:gd name="T11" fmla="*/ 178 h 264"/>
                    <a:gd name="T12" fmla="*/ 136 w 232"/>
                    <a:gd name="T13" fmla="*/ 166 h 264"/>
                    <a:gd name="T14" fmla="*/ 116 w 232"/>
                    <a:gd name="T15" fmla="*/ 148 h 264"/>
                    <a:gd name="T16" fmla="*/ 100 w 232"/>
                    <a:gd name="T17" fmla="*/ 140 h 264"/>
                    <a:gd name="T18" fmla="*/ 82 w 232"/>
                    <a:gd name="T19" fmla="*/ 140 h 264"/>
                    <a:gd name="T20" fmla="*/ 62 w 232"/>
                    <a:gd name="T21" fmla="*/ 144 h 264"/>
                    <a:gd name="T22" fmla="*/ 50 w 232"/>
                    <a:gd name="T23" fmla="*/ 158 h 264"/>
                    <a:gd name="T24" fmla="*/ 0 w 232"/>
                    <a:gd name="T25" fmla="*/ 160 h 264"/>
                    <a:gd name="T26" fmla="*/ 0 w 232"/>
                    <a:gd name="T27" fmla="*/ 146 h 264"/>
                    <a:gd name="T28" fmla="*/ 2 w 232"/>
                    <a:gd name="T29" fmla="*/ 130 h 264"/>
                    <a:gd name="T30" fmla="*/ 10 w 232"/>
                    <a:gd name="T31" fmla="*/ 124 h 264"/>
                    <a:gd name="T32" fmla="*/ 18 w 232"/>
                    <a:gd name="T33" fmla="*/ 122 h 264"/>
                    <a:gd name="T34" fmla="*/ 40 w 232"/>
                    <a:gd name="T35" fmla="*/ 104 h 264"/>
                    <a:gd name="T36" fmla="*/ 44 w 232"/>
                    <a:gd name="T37" fmla="*/ 88 h 264"/>
                    <a:gd name="T38" fmla="*/ 42 w 232"/>
                    <a:gd name="T39" fmla="*/ 76 h 264"/>
                    <a:gd name="T40" fmla="*/ 34 w 232"/>
                    <a:gd name="T41" fmla="*/ 60 h 264"/>
                    <a:gd name="T42" fmla="*/ 34 w 232"/>
                    <a:gd name="T43" fmla="*/ 56 h 264"/>
                    <a:gd name="T44" fmla="*/ 70 w 232"/>
                    <a:gd name="T45" fmla="*/ 32 h 264"/>
                    <a:gd name="T46" fmla="*/ 82 w 232"/>
                    <a:gd name="T47" fmla="*/ 22 h 264"/>
                    <a:gd name="T48" fmla="*/ 86 w 232"/>
                    <a:gd name="T49" fmla="*/ 6 h 264"/>
                    <a:gd name="T50" fmla="*/ 100 w 232"/>
                    <a:gd name="T51" fmla="*/ 0 h 264"/>
                    <a:gd name="T52" fmla="*/ 118 w 232"/>
                    <a:gd name="T53" fmla="*/ 16 h 264"/>
                    <a:gd name="T54" fmla="*/ 154 w 232"/>
                    <a:gd name="T55" fmla="*/ 20 h 264"/>
                    <a:gd name="T56" fmla="*/ 150 w 232"/>
                    <a:gd name="T57" fmla="*/ 32 h 264"/>
                    <a:gd name="T58" fmla="*/ 150 w 232"/>
                    <a:gd name="T59" fmla="*/ 74 h 264"/>
                    <a:gd name="T60" fmla="*/ 156 w 232"/>
                    <a:gd name="T61" fmla="*/ 94 h 264"/>
                    <a:gd name="T62" fmla="*/ 174 w 232"/>
                    <a:gd name="T63" fmla="*/ 96 h 264"/>
                    <a:gd name="T64" fmla="*/ 186 w 232"/>
                    <a:gd name="T65" fmla="*/ 104 h 264"/>
                    <a:gd name="T66" fmla="*/ 184 w 232"/>
                    <a:gd name="T67" fmla="*/ 124 h 264"/>
                    <a:gd name="T68" fmla="*/ 186 w 232"/>
                    <a:gd name="T69" fmla="*/ 140 h 264"/>
                    <a:gd name="T70" fmla="*/ 194 w 232"/>
                    <a:gd name="T71" fmla="*/ 154 h 264"/>
                    <a:gd name="T72" fmla="*/ 212 w 232"/>
                    <a:gd name="T73" fmla="*/ 170 h 264"/>
                    <a:gd name="T74" fmla="*/ 232 w 232"/>
                    <a:gd name="T75" fmla="*/ 196 h 264"/>
                    <a:gd name="T76" fmla="*/ 208 w 232"/>
                    <a:gd name="T77" fmla="*/ 208 h 264"/>
                    <a:gd name="T78" fmla="*/ 194 w 232"/>
                    <a:gd name="T79" fmla="*/ 224 h 264"/>
                    <a:gd name="T80" fmla="*/ 196 w 232"/>
                    <a:gd name="T81" fmla="*/ 264 h 2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232" h="264">
                      <a:moveTo>
                        <a:pt x="196" y="264"/>
                      </a:moveTo>
                      <a:lnTo>
                        <a:pt x="196" y="264"/>
                      </a:lnTo>
                      <a:lnTo>
                        <a:pt x="182" y="256"/>
                      </a:lnTo>
                      <a:lnTo>
                        <a:pt x="170" y="248"/>
                      </a:lnTo>
                      <a:lnTo>
                        <a:pt x="158" y="238"/>
                      </a:lnTo>
                      <a:lnTo>
                        <a:pt x="158" y="238"/>
                      </a:lnTo>
                      <a:lnTo>
                        <a:pt x="152" y="228"/>
                      </a:lnTo>
                      <a:lnTo>
                        <a:pt x="148" y="218"/>
                      </a:lnTo>
                      <a:lnTo>
                        <a:pt x="146" y="202"/>
                      </a:lnTo>
                      <a:lnTo>
                        <a:pt x="144" y="186"/>
                      </a:lnTo>
                      <a:lnTo>
                        <a:pt x="142" y="182"/>
                      </a:lnTo>
                      <a:lnTo>
                        <a:pt x="140" y="178"/>
                      </a:lnTo>
                      <a:lnTo>
                        <a:pt x="140" y="178"/>
                      </a:lnTo>
                      <a:lnTo>
                        <a:pt x="136" y="166"/>
                      </a:lnTo>
                      <a:lnTo>
                        <a:pt x="136" y="166"/>
                      </a:lnTo>
                      <a:lnTo>
                        <a:pt x="116" y="148"/>
                      </a:lnTo>
                      <a:lnTo>
                        <a:pt x="108" y="144"/>
                      </a:lnTo>
                      <a:lnTo>
                        <a:pt x="100" y="140"/>
                      </a:lnTo>
                      <a:lnTo>
                        <a:pt x="92" y="138"/>
                      </a:lnTo>
                      <a:lnTo>
                        <a:pt x="82" y="140"/>
                      </a:lnTo>
                      <a:lnTo>
                        <a:pt x="62" y="144"/>
                      </a:lnTo>
                      <a:lnTo>
                        <a:pt x="62" y="144"/>
                      </a:lnTo>
                      <a:lnTo>
                        <a:pt x="56" y="152"/>
                      </a:lnTo>
                      <a:lnTo>
                        <a:pt x="50" y="158"/>
                      </a:lnTo>
                      <a:lnTo>
                        <a:pt x="50" y="158"/>
                      </a:lnTo>
                      <a:lnTo>
                        <a:pt x="0" y="160"/>
                      </a:lnTo>
                      <a:lnTo>
                        <a:pt x="0" y="160"/>
                      </a:lnTo>
                      <a:lnTo>
                        <a:pt x="0" y="146"/>
                      </a:lnTo>
                      <a:lnTo>
                        <a:pt x="2" y="134"/>
                      </a:lnTo>
                      <a:lnTo>
                        <a:pt x="2" y="130"/>
                      </a:lnTo>
                      <a:lnTo>
                        <a:pt x="6" y="126"/>
                      </a:lnTo>
                      <a:lnTo>
                        <a:pt x="10" y="124"/>
                      </a:lnTo>
                      <a:lnTo>
                        <a:pt x="18" y="122"/>
                      </a:lnTo>
                      <a:lnTo>
                        <a:pt x="18" y="122"/>
                      </a:lnTo>
                      <a:lnTo>
                        <a:pt x="40" y="104"/>
                      </a:lnTo>
                      <a:lnTo>
                        <a:pt x="40" y="104"/>
                      </a:lnTo>
                      <a:lnTo>
                        <a:pt x="42" y="96"/>
                      </a:lnTo>
                      <a:lnTo>
                        <a:pt x="44" y="88"/>
                      </a:lnTo>
                      <a:lnTo>
                        <a:pt x="44" y="82"/>
                      </a:lnTo>
                      <a:lnTo>
                        <a:pt x="42" y="76"/>
                      </a:lnTo>
                      <a:lnTo>
                        <a:pt x="36" y="66"/>
                      </a:lnTo>
                      <a:lnTo>
                        <a:pt x="34" y="60"/>
                      </a:lnTo>
                      <a:lnTo>
                        <a:pt x="34" y="56"/>
                      </a:lnTo>
                      <a:lnTo>
                        <a:pt x="34" y="56"/>
                      </a:lnTo>
                      <a:lnTo>
                        <a:pt x="58" y="42"/>
                      </a:lnTo>
                      <a:lnTo>
                        <a:pt x="70" y="32"/>
                      </a:lnTo>
                      <a:lnTo>
                        <a:pt x="82" y="22"/>
                      </a:lnTo>
                      <a:lnTo>
                        <a:pt x="82" y="22"/>
                      </a:lnTo>
                      <a:lnTo>
                        <a:pt x="84" y="12"/>
                      </a:lnTo>
                      <a:lnTo>
                        <a:pt x="86" y="6"/>
                      </a:lnTo>
                      <a:lnTo>
                        <a:pt x="90" y="2"/>
                      </a:lnTo>
                      <a:lnTo>
                        <a:pt x="100" y="0"/>
                      </a:lnTo>
                      <a:lnTo>
                        <a:pt x="100" y="0"/>
                      </a:lnTo>
                      <a:lnTo>
                        <a:pt x="118" y="16"/>
                      </a:lnTo>
                      <a:lnTo>
                        <a:pt x="118" y="16"/>
                      </a:lnTo>
                      <a:lnTo>
                        <a:pt x="154" y="20"/>
                      </a:lnTo>
                      <a:lnTo>
                        <a:pt x="154" y="20"/>
                      </a:lnTo>
                      <a:lnTo>
                        <a:pt x="150" y="32"/>
                      </a:lnTo>
                      <a:lnTo>
                        <a:pt x="148" y="52"/>
                      </a:lnTo>
                      <a:lnTo>
                        <a:pt x="150" y="74"/>
                      </a:lnTo>
                      <a:lnTo>
                        <a:pt x="152" y="84"/>
                      </a:lnTo>
                      <a:lnTo>
                        <a:pt x="156" y="94"/>
                      </a:lnTo>
                      <a:lnTo>
                        <a:pt x="156" y="94"/>
                      </a:lnTo>
                      <a:lnTo>
                        <a:pt x="174" y="96"/>
                      </a:lnTo>
                      <a:lnTo>
                        <a:pt x="174" y="96"/>
                      </a:lnTo>
                      <a:lnTo>
                        <a:pt x="186" y="104"/>
                      </a:lnTo>
                      <a:lnTo>
                        <a:pt x="186" y="104"/>
                      </a:lnTo>
                      <a:lnTo>
                        <a:pt x="184" y="124"/>
                      </a:lnTo>
                      <a:lnTo>
                        <a:pt x="184" y="132"/>
                      </a:lnTo>
                      <a:lnTo>
                        <a:pt x="186" y="140"/>
                      </a:lnTo>
                      <a:lnTo>
                        <a:pt x="188" y="146"/>
                      </a:lnTo>
                      <a:lnTo>
                        <a:pt x="194" y="154"/>
                      </a:lnTo>
                      <a:lnTo>
                        <a:pt x="200" y="162"/>
                      </a:lnTo>
                      <a:lnTo>
                        <a:pt x="212" y="170"/>
                      </a:lnTo>
                      <a:lnTo>
                        <a:pt x="212" y="170"/>
                      </a:lnTo>
                      <a:lnTo>
                        <a:pt x="232" y="196"/>
                      </a:lnTo>
                      <a:lnTo>
                        <a:pt x="232" y="196"/>
                      </a:lnTo>
                      <a:lnTo>
                        <a:pt x="208" y="208"/>
                      </a:lnTo>
                      <a:lnTo>
                        <a:pt x="200" y="214"/>
                      </a:lnTo>
                      <a:lnTo>
                        <a:pt x="194" y="224"/>
                      </a:lnTo>
                      <a:lnTo>
                        <a:pt x="194" y="224"/>
                      </a:lnTo>
                      <a:lnTo>
                        <a:pt x="196" y="264"/>
                      </a:lnTo>
                      <a:lnTo>
                        <a:pt x="196" y="264"/>
                      </a:lnTo>
                      <a:close/>
                    </a:path>
                  </a:pathLst>
                </a:custGeom>
                <a:solidFill>
                  <a:srgbClr val="5FA7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81" name="组合 80"/>
                <p:cNvGrpSpPr/>
                <p:nvPr/>
              </p:nvGrpSpPr>
              <p:grpSpPr>
                <a:xfrm>
                  <a:off x="6635623" y="1029245"/>
                  <a:ext cx="3027919" cy="3540423"/>
                  <a:chOff x="6635623" y="1029245"/>
                  <a:chExt cx="3027919" cy="3540423"/>
                </a:xfrm>
              </p:grpSpPr>
              <p:sp>
                <p:nvSpPr>
                  <p:cNvPr id="82" name="Freeform 26"/>
                  <p:cNvSpPr/>
                  <p:nvPr/>
                </p:nvSpPr>
                <p:spPr bwMode="auto">
                  <a:xfrm>
                    <a:off x="6635623" y="3339662"/>
                    <a:ext cx="678719" cy="1230006"/>
                  </a:xfrm>
                  <a:custGeom>
                    <a:avLst/>
                    <a:gdLst>
                      <a:gd name="T0" fmla="*/ 320 w 490"/>
                      <a:gd name="T1" fmla="*/ 878 h 888"/>
                      <a:gd name="T2" fmla="*/ 252 w 490"/>
                      <a:gd name="T3" fmla="*/ 834 h 888"/>
                      <a:gd name="T4" fmla="*/ 196 w 490"/>
                      <a:gd name="T5" fmla="*/ 838 h 888"/>
                      <a:gd name="T6" fmla="*/ 170 w 490"/>
                      <a:gd name="T7" fmla="*/ 842 h 888"/>
                      <a:gd name="T8" fmla="*/ 136 w 490"/>
                      <a:gd name="T9" fmla="*/ 824 h 888"/>
                      <a:gd name="T10" fmla="*/ 106 w 490"/>
                      <a:gd name="T11" fmla="*/ 804 h 888"/>
                      <a:gd name="T12" fmla="*/ 56 w 490"/>
                      <a:gd name="T13" fmla="*/ 800 h 888"/>
                      <a:gd name="T14" fmla="*/ 12 w 490"/>
                      <a:gd name="T15" fmla="*/ 776 h 888"/>
                      <a:gd name="T16" fmla="*/ 20 w 490"/>
                      <a:gd name="T17" fmla="*/ 744 h 888"/>
                      <a:gd name="T18" fmla="*/ 8 w 490"/>
                      <a:gd name="T19" fmla="*/ 726 h 888"/>
                      <a:gd name="T20" fmla="*/ 0 w 490"/>
                      <a:gd name="T21" fmla="*/ 706 h 888"/>
                      <a:gd name="T22" fmla="*/ 62 w 490"/>
                      <a:gd name="T23" fmla="*/ 696 h 888"/>
                      <a:gd name="T24" fmla="*/ 66 w 490"/>
                      <a:gd name="T25" fmla="*/ 648 h 888"/>
                      <a:gd name="T26" fmla="*/ 52 w 490"/>
                      <a:gd name="T27" fmla="*/ 602 h 888"/>
                      <a:gd name="T28" fmla="*/ 56 w 490"/>
                      <a:gd name="T29" fmla="*/ 536 h 888"/>
                      <a:gd name="T30" fmla="*/ 104 w 490"/>
                      <a:gd name="T31" fmla="*/ 530 h 888"/>
                      <a:gd name="T32" fmla="*/ 168 w 490"/>
                      <a:gd name="T33" fmla="*/ 548 h 888"/>
                      <a:gd name="T34" fmla="*/ 172 w 490"/>
                      <a:gd name="T35" fmla="*/ 504 h 888"/>
                      <a:gd name="T36" fmla="*/ 190 w 490"/>
                      <a:gd name="T37" fmla="*/ 494 h 888"/>
                      <a:gd name="T38" fmla="*/ 214 w 490"/>
                      <a:gd name="T39" fmla="*/ 500 h 888"/>
                      <a:gd name="T40" fmla="*/ 248 w 490"/>
                      <a:gd name="T41" fmla="*/ 478 h 888"/>
                      <a:gd name="T42" fmla="*/ 246 w 490"/>
                      <a:gd name="T43" fmla="*/ 416 h 888"/>
                      <a:gd name="T44" fmla="*/ 256 w 490"/>
                      <a:gd name="T45" fmla="*/ 384 h 888"/>
                      <a:gd name="T46" fmla="*/ 240 w 490"/>
                      <a:gd name="T47" fmla="*/ 362 h 888"/>
                      <a:gd name="T48" fmla="*/ 196 w 490"/>
                      <a:gd name="T49" fmla="*/ 334 h 888"/>
                      <a:gd name="T50" fmla="*/ 152 w 490"/>
                      <a:gd name="T51" fmla="*/ 318 h 888"/>
                      <a:gd name="T52" fmla="*/ 126 w 490"/>
                      <a:gd name="T53" fmla="*/ 296 h 888"/>
                      <a:gd name="T54" fmla="*/ 130 w 490"/>
                      <a:gd name="T55" fmla="*/ 244 h 888"/>
                      <a:gd name="T56" fmla="*/ 148 w 490"/>
                      <a:gd name="T57" fmla="*/ 222 h 888"/>
                      <a:gd name="T58" fmla="*/ 184 w 490"/>
                      <a:gd name="T59" fmla="*/ 226 h 888"/>
                      <a:gd name="T60" fmla="*/ 270 w 490"/>
                      <a:gd name="T61" fmla="*/ 220 h 888"/>
                      <a:gd name="T62" fmla="*/ 278 w 490"/>
                      <a:gd name="T63" fmla="*/ 162 h 888"/>
                      <a:gd name="T64" fmla="*/ 280 w 490"/>
                      <a:gd name="T65" fmla="*/ 130 h 888"/>
                      <a:gd name="T66" fmla="*/ 304 w 490"/>
                      <a:gd name="T67" fmla="*/ 104 h 888"/>
                      <a:gd name="T68" fmla="*/ 364 w 490"/>
                      <a:gd name="T69" fmla="*/ 38 h 888"/>
                      <a:gd name="T70" fmla="*/ 404 w 490"/>
                      <a:gd name="T71" fmla="*/ 28 h 888"/>
                      <a:gd name="T72" fmla="*/ 416 w 490"/>
                      <a:gd name="T73" fmla="*/ 22 h 888"/>
                      <a:gd name="T74" fmla="*/ 440 w 490"/>
                      <a:gd name="T75" fmla="*/ 2 h 888"/>
                      <a:gd name="T76" fmla="*/ 462 w 490"/>
                      <a:gd name="T77" fmla="*/ 20 h 888"/>
                      <a:gd name="T78" fmla="*/ 452 w 490"/>
                      <a:gd name="T79" fmla="*/ 52 h 888"/>
                      <a:gd name="T80" fmla="*/ 438 w 490"/>
                      <a:gd name="T81" fmla="*/ 108 h 888"/>
                      <a:gd name="T82" fmla="*/ 422 w 490"/>
                      <a:gd name="T83" fmla="*/ 138 h 888"/>
                      <a:gd name="T84" fmla="*/ 430 w 490"/>
                      <a:gd name="T85" fmla="*/ 228 h 888"/>
                      <a:gd name="T86" fmla="*/ 408 w 490"/>
                      <a:gd name="T87" fmla="*/ 284 h 888"/>
                      <a:gd name="T88" fmla="*/ 398 w 490"/>
                      <a:gd name="T89" fmla="*/ 384 h 888"/>
                      <a:gd name="T90" fmla="*/ 418 w 490"/>
                      <a:gd name="T91" fmla="*/ 454 h 888"/>
                      <a:gd name="T92" fmla="*/ 412 w 490"/>
                      <a:gd name="T93" fmla="*/ 526 h 888"/>
                      <a:gd name="T94" fmla="*/ 428 w 490"/>
                      <a:gd name="T95" fmla="*/ 556 h 888"/>
                      <a:gd name="T96" fmla="*/ 432 w 490"/>
                      <a:gd name="T97" fmla="*/ 600 h 888"/>
                      <a:gd name="T98" fmla="*/ 476 w 490"/>
                      <a:gd name="T99" fmla="*/ 690 h 888"/>
                      <a:gd name="T100" fmla="*/ 462 w 490"/>
                      <a:gd name="T101" fmla="*/ 726 h 888"/>
                      <a:gd name="T102" fmla="*/ 362 w 490"/>
                      <a:gd name="T103" fmla="*/ 728 h 888"/>
                      <a:gd name="T104" fmla="*/ 354 w 490"/>
                      <a:gd name="T105" fmla="*/ 744 h 888"/>
                      <a:gd name="T106" fmla="*/ 398 w 490"/>
                      <a:gd name="T107" fmla="*/ 792 h 888"/>
                      <a:gd name="T108" fmla="*/ 350 w 490"/>
                      <a:gd name="T109" fmla="*/ 828 h 888"/>
                      <a:gd name="T110" fmla="*/ 344 w 490"/>
                      <a:gd name="T111" fmla="*/ 888 h 8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</a:cxnLst>
                    <a:rect l="0" t="0" r="r" b="b"/>
                    <a:pathLst>
                      <a:path w="490" h="888">
                        <a:moveTo>
                          <a:pt x="344" y="888"/>
                        </a:moveTo>
                        <a:lnTo>
                          <a:pt x="344" y="888"/>
                        </a:lnTo>
                        <a:lnTo>
                          <a:pt x="330" y="884"/>
                        </a:lnTo>
                        <a:lnTo>
                          <a:pt x="320" y="878"/>
                        </a:lnTo>
                        <a:lnTo>
                          <a:pt x="304" y="866"/>
                        </a:lnTo>
                        <a:lnTo>
                          <a:pt x="278" y="842"/>
                        </a:lnTo>
                        <a:lnTo>
                          <a:pt x="278" y="842"/>
                        </a:lnTo>
                        <a:lnTo>
                          <a:pt x="252" y="834"/>
                        </a:lnTo>
                        <a:lnTo>
                          <a:pt x="252" y="834"/>
                        </a:lnTo>
                        <a:lnTo>
                          <a:pt x="232" y="834"/>
                        </a:lnTo>
                        <a:lnTo>
                          <a:pt x="214" y="834"/>
                        </a:lnTo>
                        <a:lnTo>
                          <a:pt x="196" y="838"/>
                        </a:lnTo>
                        <a:lnTo>
                          <a:pt x="188" y="840"/>
                        </a:lnTo>
                        <a:lnTo>
                          <a:pt x="180" y="844"/>
                        </a:lnTo>
                        <a:lnTo>
                          <a:pt x="180" y="844"/>
                        </a:lnTo>
                        <a:lnTo>
                          <a:pt x="170" y="842"/>
                        </a:lnTo>
                        <a:lnTo>
                          <a:pt x="160" y="836"/>
                        </a:lnTo>
                        <a:lnTo>
                          <a:pt x="146" y="826"/>
                        </a:lnTo>
                        <a:lnTo>
                          <a:pt x="146" y="826"/>
                        </a:lnTo>
                        <a:lnTo>
                          <a:pt x="136" y="824"/>
                        </a:lnTo>
                        <a:lnTo>
                          <a:pt x="128" y="822"/>
                        </a:lnTo>
                        <a:lnTo>
                          <a:pt x="120" y="818"/>
                        </a:lnTo>
                        <a:lnTo>
                          <a:pt x="114" y="814"/>
                        </a:lnTo>
                        <a:lnTo>
                          <a:pt x="106" y="804"/>
                        </a:lnTo>
                        <a:lnTo>
                          <a:pt x="102" y="802"/>
                        </a:lnTo>
                        <a:lnTo>
                          <a:pt x="98" y="800"/>
                        </a:lnTo>
                        <a:lnTo>
                          <a:pt x="98" y="800"/>
                        </a:lnTo>
                        <a:lnTo>
                          <a:pt x="56" y="800"/>
                        </a:lnTo>
                        <a:lnTo>
                          <a:pt x="56" y="800"/>
                        </a:lnTo>
                        <a:lnTo>
                          <a:pt x="12" y="784"/>
                        </a:lnTo>
                        <a:lnTo>
                          <a:pt x="12" y="784"/>
                        </a:lnTo>
                        <a:lnTo>
                          <a:pt x="12" y="776"/>
                        </a:lnTo>
                        <a:lnTo>
                          <a:pt x="14" y="770"/>
                        </a:lnTo>
                        <a:lnTo>
                          <a:pt x="20" y="758"/>
                        </a:lnTo>
                        <a:lnTo>
                          <a:pt x="20" y="758"/>
                        </a:lnTo>
                        <a:lnTo>
                          <a:pt x="20" y="744"/>
                        </a:lnTo>
                        <a:lnTo>
                          <a:pt x="18" y="734"/>
                        </a:lnTo>
                        <a:lnTo>
                          <a:pt x="14" y="728"/>
                        </a:lnTo>
                        <a:lnTo>
                          <a:pt x="8" y="726"/>
                        </a:lnTo>
                        <a:lnTo>
                          <a:pt x="8" y="726"/>
                        </a:lnTo>
                        <a:lnTo>
                          <a:pt x="2" y="718"/>
                        </a:lnTo>
                        <a:lnTo>
                          <a:pt x="0" y="714"/>
                        </a:lnTo>
                        <a:lnTo>
                          <a:pt x="0" y="708"/>
                        </a:lnTo>
                        <a:lnTo>
                          <a:pt x="0" y="706"/>
                        </a:lnTo>
                        <a:lnTo>
                          <a:pt x="0" y="706"/>
                        </a:lnTo>
                        <a:lnTo>
                          <a:pt x="58" y="704"/>
                        </a:lnTo>
                        <a:lnTo>
                          <a:pt x="58" y="704"/>
                        </a:lnTo>
                        <a:lnTo>
                          <a:pt x="62" y="696"/>
                        </a:lnTo>
                        <a:lnTo>
                          <a:pt x="66" y="686"/>
                        </a:lnTo>
                        <a:lnTo>
                          <a:pt x="66" y="676"/>
                        </a:lnTo>
                        <a:lnTo>
                          <a:pt x="68" y="666"/>
                        </a:lnTo>
                        <a:lnTo>
                          <a:pt x="66" y="648"/>
                        </a:lnTo>
                        <a:lnTo>
                          <a:pt x="64" y="632"/>
                        </a:lnTo>
                        <a:lnTo>
                          <a:pt x="64" y="632"/>
                        </a:lnTo>
                        <a:lnTo>
                          <a:pt x="52" y="602"/>
                        </a:lnTo>
                        <a:lnTo>
                          <a:pt x="52" y="602"/>
                        </a:lnTo>
                        <a:lnTo>
                          <a:pt x="46" y="564"/>
                        </a:lnTo>
                        <a:lnTo>
                          <a:pt x="46" y="550"/>
                        </a:lnTo>
                        <a:lnTo>
                          <a:pt x="50" y="542"/>
                        </a:lnTo>
                        <a:lnTo>
                          <a:pt x="56" y="536"/>
                        </a:lnTo>
                        <a:lnTo>
                          <a:pt x="68" y="532"/>
                        </a:lnTo>
                        <a:lnTo>
                          <a:pt x="84" y="530"/>
                        </a:lnTo>
                        <a:lnTo>
                          <a:pt x="104" y="530"/>
                        </a:lnTo>
                        <a:lnTo>
                          <a:pt x="104" y="530"/>
                        </a:lnTo>
                        <a:lnTo>
                          <a:pt x="150" y="552"/>
                        </a:lnTo>
                        <a:lnTo>
                          <a:pt x="150" y="552"/>
                        </a:lnTo>
                        <a:lnTo>
                          <a:pt x="162" y="550"/>
                        </a:lnTo>
                        <a:lnTo>
                          <a:pt x="168" y="548"/>
                        </a:lnTo>
                        <a:lnTo>
                          <a:pt x="172" y="546"/>
                        </a:lnTo>
                        <a:lnTo>
                          <a:pt x="172" y="546"/>
                        </a:lnTo>
                        <a:lnTo>
                          <a:pt x="172" y="504"/>
                        </a:lnTo>
                        <a:lnTo>
                          <a:pt x="172" y="504"/>
                        </a:lnTo>
                        <a:lnTo>
                          <a:pt x="174" y="500"/>
                        </a:lnTo>
                        <a:lnTo>
                          <a:pt x="178" y="496"/>
                        </a:lnTo>
                        <a:lnTo>
                          <a:pt x="182" y="494"/>
                        </a:lnTo>
                        <a:lnTo>
                          <a:pt x="190" y="494"/>
                        </a:lnTo>
                        <a:lnTo>
                          <a:pt x="204" y="494"/>
                        </a:lnTo>
                        <a:lnTo>
                          <a:pt x="210" y="496"/>
                        </a:lnTo>
                        <a:lnTo>
                          <a:pt x="214" y="500"/>
                        </a:lnTo>
                        <a:lnTo>
                          <a:pt x="214" y="500"/>
                        </a:lnTo>
                        <a:lnTo>
                          <a:pt x="242" y="500"/>
                        </a:lnTo>
                        <a:lnTo>
                          <a:pt x="242" y="500"/>
                        </a:lnTo>
                        <a:lnTo>
                          <a:pt x="246" y="490"/>
                        </a:lnTo>
                        <a:lnTo>
                          <a:pt x="248" y="478"/>
                        </a:lnTo>
                        <a:lnTo>
                          <a:pt x="250" y="454"/>
                        </a:lnTo>
                        <a:lnTo>
                          <a:pt x="250" y="432"/>
                        </a:lnTo>
                        <a:lnTo>
                          <a:pt x="248" y="424"/>
                        </a:lnTo>
                        <a:lnTo>
                          <a:pt x="246" y="416"/>
                        </a:lnTo>
                        <a:lnTo>
                          <a:pt x="246" y="416"/>
                        </a:lnTo>
                        <a:lnTo>
                          <a:pt x="248" y="404"/>
                        </a:lnTo>
                        <a:lnTo>
                          <a:pt x="250" y="396"/>
                        </a:lnTo>
                        <a:lnTo>
                          <a:pt x="256" y="384"/>
                        </a:lnTo>
                        <a:lnTo>
                          <a:pt x="256" y="384"/>
                        </a:lnTo>
                        <a:lnTo>
                          <a:pt x="256" y="364"/>
                        </a:lnTo>
                        <a:lnTo>
                          <a:pt x="256" y="364"/>
                        </a:lnTo>
                        <a:lnTo>
                          <a:pt x="240" y="362"/>
                        </a:lnTo>
                        <a:lnTo>
                          <a:pt x="240" y="362"/>
                        </a:lnTo>
                        <a:lnTo>
                          <a:pt x="224" y="352"/>
                        </a:lnTo>
                        <a:lnTo>
                          <a:pt x="210" y="342"/>
                        </a:lnTo>
                        <a:lnTo>
                          <a:pt x="196" y="334"/>
                        </a:lnTo>
                        <a:lnTo>
                          <a:pt x="188" y="328"/>
                        </a:lnTo>
                        <a:lnTo>
                          <a:pt x="188" y="328"/>
                        </a:lnTo>
                        <a:lnTo>
                          <a:pt x="170" y="324"/>
                        </a:lnTo>
                        <a:lnTo>
                          <a:pt x="152" y="318"/>
                        </a:lnTo>
                        <a:lnTo>
                          <a:pt x="136" y="312"/>
                        </a:lnTo>
                        <a:lnTo>
                          <a:pt x="126" y="306"/>
                        </a:lnTo>
                        <a:lnTo>
                          <a:pt x="126" y="306"/>
                        </a:lnTo>
                        <a:lnTo>
                          <a:pt x="126" y="296"/>
                        </a:lnTo>
                        <a:lnTo>
                          <a:pt x="128" y="290"/>
                        </a:lnTo>
                        <a:lnTo>
                          <a:pt x="136" y="280"/>
                        </a:lnTo>
                        <a:lnTo>
                          <a:pt x="136" y="280"/>
                        </a:lnTo>
                        <a:lnTo>
                          <a:pt x="130" y="244"/>
                        </a:lnTo>
                        <a:lnTo>
                          <a:pt x="130" y="244"/>
                        </a:lnTo>
                        <a:lnTo>
                          <a:pt x="134" y="242"/>
                        </a:lnTo>
                        <a:lnTo>
                          <a:pt x="140" y="236"/>
                        </a:lnTo>
                        <a:lnTo>
                          <a:pt x="148" y="222"/>
                        </a:lnTo>
                        <a:lnTo>
                          <a:pt x="148" y="222"/>
                        </a:lnTo>
                        <a:lnTo>
                          <a:pt x="162" y="222"/>
                        </a:lnTo>
                        <a:lnTo>
                          <a:pt x="172" y="222"/>
                        </a:lnTo>
                        <a:lnTo>
                          <a:pt x="184" y="226"/>
                        </a:lnTo>
                        <a:lnTo>
                          <a:pt x="184" y="226"/>
                        </a:lnTo>
                        <a:lnTo>
                          <a:pt x="264" y="230"/>
                        </a:lnTo>
                        <a:lnTo>
                          <a:pt x="264" y="230"/>
                        </a:lnTo>
                        <a:lnTo>
                          <a:pt x="270" y="220"/>
                        </a:lnTo>
                        <a:lnTo>
                          <a:pt x="276" y="210"/>
                        </a:lnTo>
                        <a:lnTo>
                          <a:pt x="278" y="198"/>
                        </a:lnTo>
                        <a:lnTo>
                          <a:pt x="280" y="186"/>
                        </a:lnTo>
                        <a:lnTo>
                          <a:pt x="278" y="162"/>
                        </a:lnTo>
                        <a:lnTo>
                          <a:pt x="278" y="144"/>
                        </a:lnTo>
                        <a:lnTo>
                          <a:pt x="278" y="144"/>
                        </a:lnTo>
                        <a:lnTo>
                          <a:pt x="278" y="136"/>
                        </a:lnTo>
                        <a:lnTo>
                          <a:pt x="280" y="130"/>
                        </a:lnTo>
                        <a:lnTo>
                          <a:pt x="282" y="124"/>
                        </a:lnTo>
                        <a:lnTo>
                          <a:pt x="286" y="120"/>
                        </a:lnTo>
                        <a:lnTo>
                          <a:pt x="294" y="114"/>
                        </a:lnTo>
                        <a:lnTo>
                          <a:pt x="304" y="104"/>
                        </a:lnTo>
                        <a:lnTo>
                          <a:pt x="304" y="104"/>
                        </a:lnTo>
                        <a:lnTo>
                          <a:pt x="334" y="60"/>
                        </a:lnTo>
                        <a:lnTo>
                          <a:pt x="334" y="60"/>
                        </a:lnTo>
                        <a:lnTo>
                          <a:pt x="364" y="38"/>
                        </a:lnTo>
                        <a:lnTo>
                          <a:pt x="364" y="38"/>
                        </a:lnTo>
                        <a:lnTo>
                          <a:pt x="382" y="12"/>
                        </a:lnTo>
                        <a:lnTo>
                          <a:pt x="382" y="12"/>
                        </a:lnTo>
                        <a:lnTo>
                          <a:pt x="404" y="28"/>
                        </a:lnTo>
                        <a:lnTo>
                          <a:pt x="404" y="28"/>
                        </a:lnTo>
                        <a:lnTo>
                          <a:pt x="410" y="28"/>
                        </a:lnTo>
                        <a:lnTo>
                          <a:pt x="410" y="28"/>
                        </a:lnTo>
                        <a:lnTo>
                          <a:pt x="416" y="22"/>
                        </a:lnTo>
                        <a:lnTo>
                          <a:pt x="422" y="16"/>
                        </a:lnTo>
                        <a:lnTo>
                          <a:pt x="430" y="0"/>
                        </a:lnTo>
                        <a:lnTo>
                          <a:pt x="430" y="0"/>
                        </a:lnTo>
                        <a:lnTo>
                          <a:pt x="440" y="2"/>
                        </a:lnTo>
                        <a:lnTo>
                          <a:pt x="450" y="4"/>
                        </a:lnTo>
                        <a:lnTo>
                          <a:pt x="456" y="8"/>
                        </a:lnTo>
                        <a:lnTo>
                          <a:pt x="460" y="12"/>
                        </a:lnTo>
                        <a:lnTo>
                          <a:pt x="462" y="20"/>
                        </a:lnTo>
                        <a:lnTo>
                          <a:pt x="464" y="28"/>
                        </a:lnTo>
                        <a:lnTo>
                          <a:pt x="464" y="28"/>
                        </a:lnTo>
                        <a:lnTo>
                          <a:pt x="452" y="52"/>
                        </a:lnTo>
                        <a:lnTo>
                          <a:pt x="452" y="52"/>
                        </a:lnTo>
                        <a:lnTo>
                          <a:pt x="450" y="72"/>
                        </a:lnTo>
                        <a:lnTo>
                          <a:pt x="446" y="90"/>
                        </a:lnTo>
                        <a:lnTo>
                          <a:pt x="444" y="100"/>
                        </a:lnTo>
                        <a:lnTo>
                          <a:pt x="438" y="108"/>
                        </a:lnTo>
                        <a:lnTo>
                          <a:pt x="432" y="118"/>
                        </a:lnTo>
                        <a:lnTo>
                          <a:pt x="424" y="126"/>
                        </a:lnTo>
                        <a:lnTo>
                          <a:pt x="424" y="126"/>
                        </a:lnTo>
                        <a:lnTo>
                          <a:pt x="422" y="138"/>
                        </a:lnTo>
                        <a:lnTo>
                          <a:pt x="420" y="150"/>
                        </a:lnTo>
                        <a:lnTo>
                          <a:pt x="422" y="174"/>
                        </a:lnTo>
                        <a:lnTo>
                          <a:pt x="430" y="228"/>
                        </a:lnTo>
                        <a:lnTo>
                          <a:pt x="430" y="228"/>
                        </a:lnTo>
                        <a:lnTo>
                          <a:pt x="430" y="238"/>
                        </a:lnTo>
                        <a:lnTo>
                          <a:pt x="428" y="246"/>
                        </a:lnTo>
                        <a:lnTo>
                          <a:pt x="420" y="266"/>
                        </a:lnTo>
                        <a:lnTo>
                          <a:pt x="408" y="284"/>
                        </a:lnTo>
                        <a:lnTo>
                          <a:pt x="398" y="300"/>
                        </a:lnTo>
                        <a:lnTo>
                          <a:pt x="398" y="300"/>
                        </a:lnTo>
                        <a:lnTo>
                          <a:pt x="398" y="384"/>
                        </a:lnTo>
                        <a:lnTo>
                          <a:pt x="398" y="384"/>
                        </a:lnTo>
                        <a:lnTo>
                          <a:pt x="412" y="416"/>
                        </a:lnTo>
                        <a:lnTo>
                          <a:pt x="416" y="434"/>
                        </a:lnTo>
                        <a:lnTo>
                          <a:pt x="418" y="454"/>
                        </a:lnTo>
                        <a:lnTo>
                          <a:pt x="418" y="454"/>
                        </a:lnTo>
                        <a:lnTo>
                          <a:pt x="414" y="472"/>
                        </a:lnTo>
                        <a:lnTo>
                          <a:pt x="410" y="492"/>
                        </a:lnTo>
                        <a:lnTo>
                          <a:pt x="410" y="514"/>
                        </a:lnTo>
                        <a:lnTo>
                          <a:pt x="412" y="526"/>
                        </a:lnTo>
                        <a:lnTo>
                          <a:pt x="414" y="538"/>
                        </a:lnTo>
                        <a:lnTo>
                          <a:pt x="414" y="538"/>
                        </a:lnTo>
                        <a:lnTo>
                          <a:pt x="422" y="548"/>
                        </a:lnTo>
                        <a:lnTo>
                          <a:pt x="428" y="556"/>
                        </a:lnTo>
                        <a:lnTo>
                          <a:pt x="434" y="568"/>
                        </a:lnTo>
                        <a:lnTo>
                          <a:pt x="434" y="568"/>
                        </a:lnTo>
                        <a:lnTo>
                          <a:pt x="432" y="600"/>
                        </a:lnTo>
                        <a:lnTo>
                          <a:pt x="432" y="600"/>
                        </a:lnTo>
                        <a:lnTo>
                          <a:pt x="456" y="660"/>
                        </a:lnTo>
                        <a:lnTo>
                          <a:pt x="456" y="660"/>
                        </a:lnTo>
                        <a:lnTo>
                          <a:pt x="466" y="674"/>
                        </a:lnTo>
                        <a:lnTo>
                          <a:pt x="476" y="690"/>
                        </a:lnTo>
                        <a:lnTo>
                          <a:pt x="484" y="710"/>
                        </a:lnTo>
                        <a:lnTo>
                          <a:pt x="490" y="732"/>
                        </a:lnTo>
                        <a:lnTo>
                          <a:pt x="490" y="732"/>
                        </a:lnTo>
                        <a:lnTo>
                          <a:pt x="462" y="726"/>
                        </a:lnTo>
                        <a:lnTo>
                          <a:pt x="462" y="726"/>
                        </a:lnTo>
                        <a:lnTo>
                          <a:pt x="404" y="726"/>
                        </a:lnTo>
                        <a:lnTo>
                          <a:pt x="372" y="728"/>
                        </a:lnTo>
                        <a:lnTo>
                          <a:pt x="362" y="728"/>
                        </a:lnTo>
                        <a:lnTo>
                          <a:pt x="356" y="732"/>
                        </a:lnTo>
                        <a:lnTo>
                          <a:pt x="356" y="732"/>
                        </a:lnTo>
                        <a:lnTo>
                          <a:pt x="354" y="744"/>
                        </a:lnTo>
                        <a:lnTo>
                          <a:pt x="354" y="744"/>
                        </a:lnTo>
                        <a:lnTo>
                          <a:pt x="394" y="776"/>
                        </a:lnTo>
                        <a:lnTo>
                          <a:pt x="394" y="776"/>
                        </a:lnTo>
                        <a:lnTo>
                          <a:pt x="398" y="792"/>
                        </a:lnTo>
                        <a:lnTo>
                          <a:pt x="398" y="792"/>
                        </a:lnTo>
                        <a:lnTo>
                          <a:pt x="382" y="798"/>
                        </a:lnTo>
                        <a:lnTo>
                          <a:pt x="370" y="806"/>
                        </a:lnTo>
                        <a:lnTo>
                          <a:pt x="360" y="816"/>
                        </a:lnTo>
                        <a:lnTo>
                          <a:pt x="350" y="828"/>
                        </a:lnTo>
                        <a:lnTo>
                          <a:pt x="350" y="828"/>
                        </a:lnTo>
                        <a:lnTo>
                          <a:pt x="350" y="888"/>
                        </a:lnTo>
                        <a:lnTo>
                          <a:pt x="350" y="888"/>
                        </a:lnTo>
                        <a:lnTo>
                          <a:pt x="344" y="888"/>
                        </a:lnTo>
                        <a:lnTo>
                          <a:pt x="344" y="888"/>
                        </a:lnTo>
                        <a:close/>
                      </a:path>
                    </a:pathLst>
                  </a:custGeom>
                  <a:solidFill>
                    <a:srgbClr val="5FA7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3" name="Freeform 28"/>
                  <p:cNvSpPr/>
                  <p:nvPr/>
                </p:nvSpPr>
                <p:spPr bwMode="auto">
                  <a:xfrm>
                    <a:off x="7203531" y="3151282"/>
                    <a:ext cx="470948" cy="947437"/>
                  </a:xfrm>
                  <a:custGeom>
                    <a:avLst/>
                    <a:gdLst>
                      <a:gd name="T0" fmla="*/ 24 w 340"/>
                      <a:gd name="T1" fmla="*/ 676 h 684"/>
                      <a:gd name="T2" fmla="*/ 10 w 340"/>
                      <a:gd name="T3" fmla="*/ 654 h 684"/>
                      <a:gd name="T4" fmla="*/ 10 w 340"/>
                      <a:gd name="T5" fmla="*/ 624 h 684"/>
                      <a:gd name="T6" fmla="*/ 18 w 340"/>
                      <a:gd name="T7" fmla="*/ 560 h 684"/>
                      <a:gd name="T8" fmla="*/ 0 w 340"/>
                      <a:gd name="T9" fmla="*/ 514 h 684"/>
                      <a:gd name="T10" fmla="*/ 8 w 340"/>
                      <a:gd name="T11" fmla="*/ 426 h 684"/>
                      <a:gd name="T12" fmla="*/ 30 w 340"/>
                      <a:gd name="T13" fmla="*/ 386 h 684"/>
                      <a:gd name="T14" fmla="*/ 24 w 340"/>
                      <a:gd name="T15" fmla="*/ 326 h 684"/>
                      <a:gd name="T16" fmla="*/ 22 w 340"/>
                      <a:gd name="T17" fmla="*/ 282 h 684"/>
                      <a:gd name="T18" fmla="*/ 44 w 340"/>
                      <a:gd name="T19" fmla="*/ 248 h 684"/>
                      <a:gd name="T20" fmla="*/ 50 w 340"/>
                      <a:gd name="T21" fmla="*/ 218 h 684"/>
                      <a:gd name="T22" fmla="*/ 64 w 340"/>
                      <a:gd name="T23" fmla="*/ 170 h 684"/>
                      <a:gd name="T24" fmla="*/ 70 w 340"/>
                      <a:gd name="T25" fmla="*/ 150 h 684"/>
                      <a:gd name="T26" fmla="*/ 94 w 340"/>
                      <a:gd name="T27" fmla="*/ 122 h 684"/>
                      <a:gd name="T28" fmla="*/ 128 w 340"/>
                      <a:gd name="T29" fmla="*/ 82 h 684"/>
                      <a:gd name="T30" fmla="*/ 152 w 340"/>
                      <a:gd name="T31" fmla="*/ 58 h 684"/>
                      <a:gd name="T32" fmla="*/ 170 w 340"/>
                      <a:gd name="T33" fmla="*/ 40 h 684"/>
                      <a:gd name="T34" fmla="*/ 224 w 340"/>
                      <a:gd name="T35" fmla="*/ 40 h 684"/>
                      <a:gd name="T36" fmla="*/ 238 w 340"/>
                      <a:gd name="T37" fmla="*/ 32 h 684"/>
                      <a:gd name="T38" fmla="*/ 270 w 340"/>
                      <a:gd name="T39" fmla="*/ 20 h 684"/>
                      <a:gd name="T40" fmla="*/ 290 w 340"/>
                      <a:gd name="T41" fmla="*/ 0 h 684"/>
                      <a:gd name="T42" fmla="*/ 308 w 340"/>
                      <a:gd name="T43" fmla="*/ 12 h 684"/>
                      <a:gd name="T44" fmla="*/ 290 w 340"/>
                      <a:gd name="T45" fmla="*/ 34 h 684"/>
                      <a:gd name="T46" fmla="*/ 276 w 340"/>
                      <a:gd name="T47" fmla="*/ 54 h 684"/>
                      <a:gd name="T48" fmla="*/ 286 w 340"/>
                      <a:gd name="T49" fmla="*/ 64 h 684"/>
                      <a:gd name="T50" fmla="*/ 310 w 340"/>
                      <a:gd name="T51" fmla="*/ 82 h 684"/>
                      <a:gd name="T52" fmla="*/ 340 w 340"/>
                      <a:gd name="T53" fmla="*/ 124 h 684"/>
                      <a:gd name="T54" fmla="*/ 328 w 340"/>
                      <a:gd name="T55" fmla="*/ 158 h 684"/>
                      <a:gd name="T56" fmla="*/ 290 w 340"/>
                      <a:gd name="T57" fmla="*/ 186 h 684"/>
                      <a:gd name="T58" fmla="*/ 268 w 340"/>
                      <a:gd name="T59" fmla="*/ 228 h 684"/>
                      <a:gd name="T60" fmla="*/ 274 w 340"/>
                      <a:gd name="T61" fmla="*/ 256 h 684"/>
                      <a:gd name="T62" fmla="*/ 300 w 340"/>
                      <a:gd name="T63" fmla="*/ 278 h 684"/>
                      <a:gd name="T64" fmla="*/ 320 w 340"/>
                      <a:gd name="T65" fmla="*/ 312 h 684"/>
                      <a:gd name="T66" fmla="*/ 328 w 340"/>
                      <a:gd name="T67" fmla="*/ 344 h 684"/>
                      <a:gd name="T68" fmla="*/ 316 w 340"/>
                      <a:gd name="T69" fmla="*/ 384 h 684"/>
                      <a:gd name="T70" fmla="*/ 298 w 340"/>
                      <a:gd name="T71" fmla="*/ 412 h 684"/>
                      <a:gd name="T72" fmla="*/ 276 w 340"/>
                      <a:gd name="T73" fmla="*/ 436 h 684"/>
                      <a:gd name="T74" fmla="*/ 298 w 340"/>
                      <a:gd name="T75" fmla="*/ 474 h 684"/>
                      <a:gd name="T76" fmla="*/ 302 w 340"/>
                      <a:gd name="T77" fmla="*/ 506 h 684"/>
                      <a:gd name="T78" fmla="*/ 296 w 340"/>
                      <a:gd name="T79" fmla="*/ 544 h 684"/>
                      <a:gd name="T80" fmla="*/ 236 w 340"/>
                      <a:gd name="T81" fmla="*/ 602 h 684"/>
                      <a:gd name="T82" fmla="*/ 164 w 340"/>
                      <a:gd name="T83" fmla="*/ 620 h 684"/>
                      <a:gd name="T84" fmla="*/ 112 w 340"/>
                      <a:gd name="T85" fmla="*/ 644 h 684"/>
                      <a:gd name="T86" fmla="*/ 66 w 340"/>
                      <a:gd name="T87" fmla="*/ 664 h 684"/>
                      <a:gd name="T88" fmla="*/ 48 w 340"/>
                      <a:gd name="T89" fmla="*/ 678 h 6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340" h="684">
                        <a:moveTo>
                          <a:pt x="32" y="684"/>
                        </a:moveTo>
                        <a:lnTo>
                          <a:pt x="32" y="684"/>
                        </a:lnTo>
                        <a:lnTo>
                          <a:pt x="24" y="676"/>
                        </a:lnTo>
                        <a:lnTo>
                          <a:pt x="16" y="668"/>
                        </a:lnTo>
                        <a:lnTo>
                          <a:pt x="12" y="662"/>
                        </a:lnTo>
                        <a:lnTo>
                          <a:pt x="10" y="654"/>
                        </a:lnTo>
                        <a:lnTo>
                          <a:pt x="10" y="638"/>
                        </a:lnTo>
                        <a:lnTo>
                          <a:pt x="10" y="624"/>
                        </a:lnTo>
                        <a:lnTo>
                          <a:pt x="10" y="624"/>
                        </a:lnTo>
                        <a:lnTo>
                          <a:pt x="20" y="594"/>
                        </a:lnTo>
                        <a:lnTo>
                          <a:pt x="20" y="594"/>
                        </a:lnTo>
                        <a:lnTo>
                          <a:pt x="18" y="560"/>
                        </a:lnTo>
                        <a:lnTo>
                          <a:pt x="18" y="560"/>
                        </a:lnTo>
                        <a:lnTo>
                          <a:pt x="0" y="514"/>
                        </a:lnTo>
                        <a:lnTo>
                          <a:pt x="0" y="514"/>
                        </a:lnTo>
                        <a:lnTo>
                          <a:pt x="0" y="440"/>
                        </a:lnTo>
                        <a:lnTo>
                          <a:pt x="0" y="440"/>
                        </a:lnTo>
                        <a:lnTo>
                          <a:pt x="8" y="426"/>
                        </a:lnTo>
                        <a:lnTo>
                          <a:pt x="16" y="412"/>
                        </a:lnTo>
                        <a:lnTo>
                          <a:pt x="30" y="386"/>
                        </a:lnTo>
                        <a:lnTo>
                          <a:pt x="30" y="386"/>
                        </a:lnTo>
                        <a:lnTo>
                          <a:pt x="30" y="358"/>
                        </a:lnTo>
                        <a:lnTo>
                          <a:pt x="30" y="358"/>
                        </a:lnTo>
                        <a:lnTo>
                          <a:pt x="24" y="326"/>
                        </a:lnTo>
                        <a:lnTo>
                          <a:pt x="22" y="310"/>
                        </a:lnTo>
                        <a:lnTo>
                          <a:pt x="20" y="296"/>
                        </a:lnTo>
                        <a:lnTo>
                          <a:pt x="22" y="282"/>
                        </a:lnTo>
                        <a:lnTo>
                          <a:pt x="24" y="270"/>
                        </a:lnTo>
                        <a:lnTo>
                          <a:pt x="32" y="258"/>
                        </a:lnTo>
                        <a:lnTo>
                          <a:pt x="44" y="248"/>
                        </a:lnTo>
                        <a:lnTo>
                          <a:pt x="44" y="248"/>
                        </a:lnTo>
                        <a:lnTo>
                          <a:pt x="48" y="232"/>
                        </a:lnTo>
                        <a:lnTo>
                          <a:pt x="50" y="218"/>
                        </a:lnTo>
                        <a:lnTo>
                          <a:pt x="52" y="192"/>
                        </a:lnTo>
                        <a:lnTo>
                          <a:pt x="52" y="192"/>
                        </a:lnTo>
                        <a:lnTo>
                          <a:pt x="64" y="170"/>
                        </a:lnTo>
                        <a:lnTo>
                          <a:pt x="64" y="170"/>
                        </a:lnTo>
                        <a:lnTo>
                          <a:pt x="66" y="158"/>
                        </a:lnTo>
                        <a:lnTo>
                          <a:pt x="70" y="150"/>
                        </a:lnTo>
                        <a:lnTo>
                          <a:pt x="74" y="142"/>
                        </a:lnTo>
                        <a:lnTo>
                          <a:pt x="80" y="134"/>
                        </a:lnTo>
                        <a:lnTo>
                          <a:pt x="94" y="122"/>
                        </a:lnTo>
                        <a:lnTo>
                          <a:pt x="110" y="110"/>
                        </a:lnTo>
                        <a:lnTo>
                          <a:pt x="110" y="110"/>
                        </a:lnTo>
                        <a:lnTo>
                          <a:pt x="128" y="82"/>
                        </a:lnTo>
                        <a:lnTo>
                          <a:pt x="140" y="68"/>
                        </a:lnTo>
                        <a:lnTo>
                          <a:pt x="146" y="62"/>
                        </a:lnTo>
                        <a:lnTo>
                          <a:pt x="152" y="58"/>
                        </a:lnTo>
                        <a:lnTo>
                          <a:pt x="152" y="58"/>
                        </a:lnTo>
                        <a:lnTo>
                          <a:pt x="170" y="40"/>
                        </a:lnTo>
                        <a:lnTo>
                          <a:pt x="170" y="40"/>
                        </a:lnTo>
                        <a:lnTo>
                          <a:pt x="204" y="42"/>
                        </a:lnTo>
                        <a:lnTo>
                          <a:pt x="214" y="42"/>
                        </a:lnTo>
                        <a:lnTo>
                          <a:pt x="224" y="40"/>
                        </a:lnTo>
                        <a:lnTo>
                          <a:pt x="232" y="38"/>
                        </a:lnTo>
                        <a:lnTo>
                          <a:pt x="238" y="32"/>
                        </a:lnTo>
                        <a:lnTo>
                          <a:pt x="238" y="32"/>
                        </a:lnTo>
                        <a:lnTo>
                          <a:pt x="250" y="30"/>
                        </a:lnTo>
                        <a:lnTo>
                          <a:pt x="260" y="26"/>
                        </a:lnTo>
                        <a:lnTo>
                          <a:pt x="270" y="20"/>
                        </a:lnTo>
                        <a:lnTo>
                          <a:pt x="282" y="10"/>
                        </a:lnTo>
                        <a:lnTo>
                          <a:pt x="282" y="10"/>
                        </a:lnTo>
                        <a:lnTo>
                          <a:pt x="290" y="0"/>
                        </a:lnTo>
                        <a:lnTo>
                          <a:pt x="290" y="0"/>
                        </a:lnTo>
                        <a:lnTo>
                          <a:pt x="308" y="12"/>
                        </a:lnTo>
                        <a:lnTo>
                          <a:pt x="308" y="12"/>
                        </a:lnTo>
                        <a:lnTo>
                          <a:pt x="306" y="18"/>
                        </a:lnTo>
                        <a:lnTo>
                          <a:pt x="302" y="24"/>
                        </a:lnTo>
                        <a:lnTo>
                          <a:pt x="290" y="34"/>
                        </a:lnTo>
                        <a:lnTo>
                          <a:pt x="284" y="40"/>
                        </a:lnTo>
                        <a:lnTo>
                          <a:pt x="280" y="46"/>
                        </a:lnTo>
                        <a:lnTo>
                          <a:pt x="276" y="54"/>
                        </a:lnTo>
                        <a:lnTo>
                          <a:pt x="278" y="62"/>
                        </a:lnTo>
                        <a:lnTo>
                          <a:pt x="278" y="62"/>
                        </a:lnTo>
                        <a:lnTo>
                          <a:pt x="286" y="64"/>
                        </a:lnTo>
                        <a:lnTo>
                          <a:pt x="296" y="68"/>
                        </a:lnTo>
                        <a:lnTo>
                          <a:pt x="302" y="74"/>
                        </a:lnTo>
                        <a:lnTo>
                          <a:pt x="310" y="82"/>
                        </a:lnTo>
                        <a:lnTo>
                          <a:pt x="324" y="100"/>
                        </a:lnTo>
                        <a:lnTo>
                          <a:pt x="340" y="124"/>
                        </a:lnTo>
                        <a:lnTo>
                          <a:pt x="340" y="124"/>
                        </a:lnTo>
                        <a:lnTo>
                          <a:pt x="340" y="142"/>
                        </a:lnTo>
                        <a:lnTo>
                          <a:pt x="340" y="142"/>
                        </a:lnTo>
                        <a:lnTo>
                          <a:pt x="328" y="158"/>
                        </a:lnTo>
                        <a:lnTo>
                          <a:pt x="318" y="168"/>
                        </a:lnTo>
                        <a:lnTo>
                          <a:pt x="290" y="186"/>
                        </a:lnTo>
                        <a:lnTo>
                          <a:pt x="290" y="186"/>
                        </a:lnTo>
                        <a:lnTo>
                          <a:pt x="280" y="202"/>
                        </a:lnTo>
                        <a:lnTo>
                          <a:pt x="272" y="218"/>
                        </a:lnTo>
                        <a:lnTo>
                          <a:pt x="268" y="228"/>
                        </a:lnTo>
                        <a:lnTo>
                          <a:pt x="268" y="238"/>
                        </a:lnTo>
                        <a:lnTo>
                          <a:pt x="268" y="248"/>
                        </a:lnTo>
                        <a:lnTo>
                          <a:pt x="274" y="256"/>
                        </a:lnTo>
                        <a:lnTo>
                          <a:pt x="274" y="256"/>
                        </a:lnTo>
                        <a:lnTo>
                          <a:pt x="300" y="278"/>
                        </a:lnTo>
                        <a:lnTo>
                          <a:pt x="300" y="278"/>
                        </a:lnTo>
                        <a:lnTo>
                          <a:pt x="308" y="290"/>
                        </a:lnTo>
                        <a:lnTo>
                          <a:pt x="316" y="302"/>
                        </a:lnTo>
                        <a:lnTo>
                          <a:pt x="320" y="312"/>
                        </a:lnTo>
                        <a:lnTo>
                          <a:pt x="324" y="320"/>
                        </a:lnTo>
                        <a:lnTo>
                          <a:pt x="326" y="332"/>
                        </a:lnTo>
                        <a:lnTo>
                          <a:pt x="328" y="344"/>
                        </a:lnTo>
                        <a:lnTo>
                          <a:pt x="328" y="344"/>
                        </a:lnTo>
                        <a:lnTo>
                          <a:pt x="322" y="364"/>
                        </a:lnTo>
                        <a:lnTo>
                          <a:pt x="316" y="384"/>
                        </a:lnTo>
                        <a:lnTo>
                          <a:pt x="316" y="384"/>
                        </a:lnTo>
                        <a:lnTo>
                          <a:pt x="308" y="398"/>
                        </a:lnTo>
                        <a:lnTo>
                          <a:pt x="298" y="412"/>
                        </a:lnTo>
                        <a:lnTo>
                          <a:pt x="286" y="426"/>
                        </a:lnTo>
                        <a:lnTo>
                          <a:pt x="276" y="436"/>
                        </a:lnTo>
                        <a:lnTo>
                          <a:pt x="276" y="436"/>
                        </a:lnTo>
                        <a:lnTo>
                          <a:pt x="274" y="448"/>
                        </a:lnTo>
                        <a:lnTo>
                          <a:pt x="274" y="448"/>
                        </a:lnTo>
                        <a:lnTo>
                          <a:pt x="298" y="474"/>
                        </a:lnTo>
                        <a:lnTo>
                          <a:pt x="298" y="474"/>
                        </a:lnTo>
                        <a:lnTo>
                          <a:pt x="302" y="488"/>
                        </a:lnTo>
                        <a:lnTo>
                          <a:pt x="302" y="506"/>
                        </a:lnTo>
                        <a:lnTo>
                          <a:pt x="300" y="524"/>
                        </a:lnTo>
                        <a:lnTo>
                          <a:pt x="296" y="544"/>
                        </a:lnTo>
                        <a:lnTo>
                          <a:pt x="296" y="544"/>
                        </a:lnTo>
                        <a:lnTo>
                          <a:pt x="282" y="560"/>
                        </a:lnTo>
                        <a:lnTo>
                          <a:pt x="268" y="574"/>
                        </a:lnTo>
                        <a:lnTo>
                          <a:pt x="236" y="602"/>
                        </a:lnTo>
                        <a:lnTo>
                          <a:pt x="236" y="602"/>
                        </a:lnTo>
                        <a:lnTo>
                          <a:pt x="164" y="620"/>
                        </a:lnTo>
                        <a:lnTo>
                          <a:pt x="164" y="620"/>
                        </a:lnTo>
                        <a:lnTo>
                          <a:pt x="146" y="632"/>
                        </a:lnTo>
                        <a:lnTo>
                          <a:pt x="128" y="640"/>
                        </a:lnTo>
                        <a:lnTo>
                          <a:pt x="112" y="644"/>
                        </a:lnTo>
                        <a:lnTo>
                          <a:pt x="92" y="648"/>
                        </a:lnTo>
                        <a:lnTo>
                          <a:pt x="92" y="648"/>
                        </a:lnTo>
                        <a:lnTo>
                          <a:pt x="66" y="664"/>
                        </a:lnTo>
                        <a:lnTo>
                          <a:pt x="66" y="664"/>
                        </a:lnTo>
                        <a:lnTo>
                          <a:pt x="56" y="672"/>
                        </a:lnTo>
                        <a:lnTo>
                          <a:pt x="48" y="678"/>
                        </a:lnTo>
                        <a:lnTo>
                          <a:pt x="32" y="684"/>
                        </a:lnTo>
                        <a:lnTo>
                          <a:pt x="32" y="684"/>
                        </a:lnTo>
                        <a:close/>
                      </a:path>
                    </a:pathLst>
                  </a:custGeom>
                  <a:solidFill>
                    <a:srgbClr val="5FA7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4" name="Freeform 29"/>
                  <p:cNvSpPr/>
                  <p:nvPr/>
                </p:nvSpPr>
                <p:spPr bwMode="auto">
                  <a:xfrm>
                    <a:off x="7821304" y="3486487"/>
                    <a:ext cx="886491" cy="592841"/>
                  </a:xfrm>
                  <a:custGeom>
                    <a:avLst/>
                    <a:gdLst>
                      <a:gd name="T0" fmla="*/ 42 w 640"/>
                      <a:gd name="T1" fmla="*/ 410 h 428"/>
                      <a:gd name="T2" fmla="*/ 0 w 640"/>
                      <a:gd name="T3" fmla="*/ 372 h 428"/>
                      <a:gd name="T4" fmla="*/ 26 w 640"/>
                      <a:gd name="T5" fmla="*/ 338 h 428"/>
                      <a:gd name="T6" fmla="*/ 38 w 640"/>
                      <a:gd name="T7" fmla="*/ 322 h 428"/>
                      <a:gd name="T8" fmla="*/ 26 w 640"/>
                      <a:gd name="T9" fmla="*/ 244 h 428"/>
                      <a:gd name="T10" fmla="*/ 12 w 640"/>
                      <a:gd name="T11" fmla="*/ 208 h 428"/>
                      <a:gd name="T12" fmla="*/ 20 w 640"/>
                      <a:gd name="T13" fmla="*/ 174 h 428"/>
                      <a:gd name="T14" fmla="*/ 42 w 640"/>
                      <a:gd name="T15" fmla="*/ 144 h 428"/>
                      <a:gd name="T16" fmla="*/ 76 w 640"/>
                      <a:gd name="T17" fmla="*/ 106 h 428"/>
                      <a:gd name="T18" fmla="*/ 104 w 640"/>
                      <a:gd name="T19" fmla="*/ 80 h 428"/>
                      <a:gd name="T20" fmla="*/ 150 w 640"/>
                      <a:gd name="T21" fmla="*/ 52 h 428"/>
                      <a:gd name="T22" fmla="*/ 210 w 640"/>
                      <a:gd name="T23" fmla="*/ 38 h 428"/>
                      <a:gd name="T24" fmla="*/ 236 w 640"/>
                      <a:gd name="T25" fmla="*/ 38 h 428"/>
                      <a:gd name="T26" fmla="*/ 268 w 640"/>
                      <a:gd name="T27" fmla="*/ 16 h 428"/>
                      <a:gd name="T28" fmla="*/ 294 w 640"/>
                      <a:gd name="T29" fmla="*/ 12 h 428"/>
                      <a:gd name="T30" fmla="*/ 308 w 640"/>
                      <a:gd name="T31" fmla="*/ 36 h 428"/>
                      <a:gd name="T32" fmla="*/ 308 w 640"/>
                      <a:gd name="T33" fmla="*/ 80 h 428"/>
                      <a:gd name="T34" fmla="*/ 360 w 640"/>
                      <a:gd name="T35" fmla="*/ 108 h 428"/>
                      <a:gd name="T36" fmla="*/ 384 w 640"/>
                      <a:gd name="T37" fmla="*/ 110 h 428"/>
                      <a:gd name="T38" fmla="*/ 432 w 640"/>
                      <a:gd name="T39" fmla="*/ 38 h 428"/>
                      <a:gd name="T40" fmla="*/ 452 w 640"/>
                      <a:gd name="T41" fmla="*/ 24 h 428"/>
                      <a:gd name="T42" fmla="*/ 492 w 640"/>
                      <a:gd name="T43" fmla="*/ 16 h 428"/>
                      <a:gd name="T44" fmla="*/ 536 w 640"/>
                      <a:gd name="T45" fmla="*/ 34 h 428"/>
                      <a:gd name="T46" fmla="*/ 640 w 640"/>
                      <a:gd name="T47" fmla="*/ 36 h 428"/>
                      <a:gd name="T48" fmla="*/ 636 w 640"/>
                      <a:gd name="T49" fmla="*/ 46 h 428"/>
                      <a:gd name="T50" fmla="*/ 632 w 640"/>
                      <a:gd name="T51" fmla="*/ 76 h 428"/>
                      <a:gd name="T52" fmla="*/ 570 w 640"/>
                      <a:gd name="T53" fmla="*/ 96 h 428"/>
                      <a:gd name="T54" fmla="*/ 514 w 640"/>
                      <a:gd name="T55" fmla="*/ 136 h 428"/>
                      <a:gd name="T56" fmla="*/ 500 w 640"/>
                      <a:gd name="T57" fmla="*/ 160 h 428"/>
                      <a:gd name="T58" fmla="*/ 472 w 640"/>
                      <a:gd name="T59" fmla="*/ 178 h 428"/>
                      <a:gd name="T60" fmla="*/ 446 w 640"/>
                      <a:gd name="T61" fmla="*/ 188 h 428"/>
                      <a:gd name="T62" fmla="*/ 438 w 640"/>
                      <a:gd name="T63" fmla="*/ 228 h 428"/>
                      <a:gd name="T64" fmla="*/ 418 w 640"/>
                      <a:gd name="T65" fmla="*/ 252 h 428"/>
                      <a:gd name="T66" fmla="*/ 400 w 640"/>
                      <a:gd name="T67" fmla="*/ 276 h 428"/>
                      <a:gd name="T68" fmla="*/ 390 w 640"/>
                      <a:gd name="T69" fmla="*/ 324 h 428"/>
                      <a:gd name="T70" fmla="*/ 374 w 640"/>
                      <a:gd name="T71" fmla="*/ 326 h 428"/>
                      <a:gd name="T72" fmla="*/ 350 w 640"/>
                      <a:gd name="T73" fmla="*/ 342 h 428"/>
                      <a:gd name="T74" fmla="*/ 338 w 640"/>
                      <a:gd name="T75" fmla="*/ 366 h 428"/>
                      <a:gd name="T76" fmla="*/ 322 w 640"/>
                      <a:gd name="T77" fmla="*/ 400 h 428"/>
                      <a:gd name="T78" fmla="*/ 314 w 640"/>
                      <a:gd name="T79" fmla="*/ 400 h 428"/>
                      <a:gd name="T80" fmla="*/ 304 w 640"/>
                      <a:gd name="T81" fmla="*/ 392 h 428"/>
                      <a:gd name="T82" fmla="*/ 274 w 640"/>
                      <a:gd name="T83" fmla="*/ 404 h 428"/>
                      <a:gd name="T84" fmla="*/ 250 w 640"/>
                      <a:gd name="T85" fmla="*/ 422 h 428"/>
                      <a:gd name="T86" fmla="*/ 214 w 640"/>
                      <a:gd name="T87" fmla="*/ 416 h 428"/>
                      <a:gd name="T88" fmla="*/ 208 w 640"/>
                      <a:gd name="T89" fmla="*/ 404 h 428"/>
                      <a:gd name="T90" fmla="*/ 142 w 640"/>
                      <a:gd name="T91" fmla="*/ 362 h 428"/>
                      <a:gd name="T92" fmla="*/ 138 w 640"/>
                      <a:gd name="T93" fmla="*/ 380 h 428"/>
                      <a:gd name="T94" fmla="*/ 126 w 640"/>
                      <a:gd name="T95" fmla="*/ 406 h 428"/>
                      <a:gd name="T96" fmla="*/ 108 w 640"/>
                      <a:gd name="T97" fmla="*/ 418 h 428"/>
                      <a:gd name="T98" fmla="*/ 86 w 640"/>
                      <a:gd name="T99" fmla="*/ 422 h 4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640" h="428">
                        <a:moveTo>
                          <a:pt x="70" y="428"/>
                        </a:moveTo>
                        <a:lnTo>
                          <a:pt x="70" y="428"/>
                        </a:lnTo>
                        <a:lnTo>
                          <a:pt x="42" y="410"/>
                        </a:lnTo>
                        <a:lnTo>
                          <a:pt x="42" y="410"/>
                        </a:lnTo>
                        <a:lnTo>
                          <a:pt x="0" y="372"/>
                        </a:lnTo>
                        <a:lnTo>
                          <a:pt x="0" y="372"/>
                        </a:lnTo>
                        <a:lnTo>
                          <a:pt x="10" y="352"/>
                        </a:lnTo>
                        <a:lnTo>
                          <a:pt x="10" y="352"/>
                        </a:lnTo>
                        <a:lnTo>
                          <a:pt x="26" y="338"/>
                        </a:lnTo>
                        <a:lnTo>
                          <a:pt x="32" y="330"/>
                        </a:lnTo>
                        <a:lnTo>
                          <a:pt x="38" y="322"/>
                        </a:lnTo>
                        <a:lnTo>
                          <a:pt x="38" y="322"/>
                        </a:lnTo>
                        <a:lnTo>
                          <a:pt x="38" y="288"/>
                        </a:lnTo>
                        <a:lnTo>
                          <a:pt x="38" y="288"/>
                        </a:lnTo>
                        <a:lnTo>
                          <a:pt x="26" y="244"/>
                        </a:lnTo>
                        <a:lnTo>
                          <a:pt x="18" y="220"/>
                        </a:lnTo>
                        <a:lnTo>
                          <a:pt x="12" y="208"/>
                        </a:lnTo>
                        <a:lnTo>
                          <a:pt x="12" y="208"/>
                        </a:lnTo>
                        <a:lnTo>
                          <a:pt x="12" y="186"/>
                        </a:lnTo>
                        <a:lnTo>
                          <a:pt x="14" y="180"/>
                        </a:lnTo>
                        <a:lnTo>
                          <a:pt x="20" y="174"/>
                        </a:lnTo>
                        <a:lnTo>
                          <a:pt x="20" y="174"/>
                        </a:lnTo>
                        <a:lnTo>
                          <a:pt x="30" y="156"/>
                        </a:lnTo>
                        <a:lnTo>
                          <a:pt x="42" y="144"/>
                        </a:lnTo>
                        <a:lnTo>
                          <a:pt x="68" y="118"/>
                        </a:lnTo>
                        <a:lnTo>
                          <a:pt x="68" y="118"/>
                        </a:lnTo>
                        <a:lnTo>
                          <a:pt x="76" y="106"/>
                        </a:lnTo>
                        <a:lnTo>
                          <a:pt x="84" y="96"/>
                        </a:lnTo>
                        <a:lnTo>
                          <a:pt x="92" y="88"/>
                        </a:lnTo>
                        <a:lnTo>
                          <a:pt x="104" y="80"/>
                        </a:lnTo>
                        <a:lnTo>
                          <a:pt x="126" y="66"/>
                        </a:lnTo>
                        <a:lnTo>
                          <a:pt x="150" y="52"/>
                        </a:lnTo>
                        <a:lnTo>
                          <a:pt x="150" y="52"/>
                        </a:lnTo>
                        <a:lnTo>
                          <a:pt x="202" y="0"/>
                        </a:lnTo>
                        <a:lnTo>
                          <a:pt x="202" y="0"/>
                        </a:lnTo>
                        <a:lnTo>
                          <a:pt x="210" y="38"/>
                        </a:lnTo>
                        <a:lnTo>
                          <a:pt x="210" y="38"/>
                        </a:lnTo>
                        <a:lnTo>
                          <a:pt x="236" y="38"/>
                        </a:lnTo>
                        <a:lnTo>
                          <a:pt x="236" y="38"/>
                        </a:lnTo>
                        <a:lnTo>
                          <a:pt x="248" y="16"/>
                        </a:lnTo>
                        <a:lnTo>
                          <a:pt x="248" y="16"/>
                        </a:lnTo>
                        <a:lnTo>
                          <a:pt x="268" y="16"/>
                        </a:lnTo>
                        <a:lnTo>
                          <a:pt x="282" y="16"/>
                        </a:lnTo>
                        <a:lnTo>
                          <a:pt x="294" y="12"/>
                        </a:lnTo>
                        <a:lnTo>
                          <a:pt x="294" y="12"/>
                        </a:lnTo>
                        <a:lnTo>
                          <a:pt x="294" y="16"/>
                        </a:lnTo>
                        <a:lnTo>
                          <a:pt x="298" y="22"/>
                        </a:lnTo>
                        <a:lnTo>
                          <a:pt x="308" y="36"/>
                        </a:lnTo>
                        <a:lnTo>
                          <a:pt x="308" y="36"/>
                        </a:lnTo>
                        <a:lnTo>
                          <a:pt x="308" y="80"/>
                        </a:lnTo>
                        <a:lnTo>
                          <a:pt x="308" y="80"/>
                        </a:lnTo>
                        <a:lnTo>
                          <a:pt x="322" y="90"/>
                        </a:lnTo>
                        <a:lnTo>
                          <a:pt x="340" y="100"/>
                        </a:lnTo>
                        <a:lnTo>
                          <a:pt x="360" y="108"/>
                        </a:lnTo>
                        <a:lnTo>
                          <a:pt x="372" y="110"/>
                        </a:lnTo>
                        <a:lnTo>
                          <a:pt x="384" y="110"/>
                        </a:lnTo>
                        <a:lnTo>
                          <a:pt x="384" y="110"/>
                        </a:lnTo>
                        <a:lnTo>
                          <a:pt x="424" y="48"/>
                        </a:lnTo>
                        <a:lnTo>
                          <a:pt x="424" y="48"/>
                        </a:lnTo>
                        <a:lnTo>
                          <a:pt x="432" y="38"/>
                        </a:lnTo>
                        <a:lnTo>
                          <a:pt x="440" y="30"/>
                        </a:lnTo>
                        <a:lnTo>
                          <a:pt x="440" y="30"/>
                        </a:lnTo>
                        <a:lnTo>
                          <a:pt x="452" y="24"/>
                        </a:lnTo>
                        <a:lnTo>
                          <a:pt x="462" y="18"/>
                        </a:lnTo>
                        <a:lnTo>
                          <a:pt x="476" y="16"/>
                        </a:lnTo>
                        <a:lnTo>
                          <a:pt x="492" y="16"/>
                        </a:lnTo>
                        <a:lnTo>
                          <a:pt x="492" y="16"/>
                        </a:lnTo>
                        <a:lnTo>
                          <a:pt x="536" y="34"/>
                        </a:lnTo>
                        <a:lnTo>
                          <a:pt x="536" y="34"/>
                        </a:lnTo>
                        <a:lnTo>
                          <a:pt x="632" y="32"/>
                        </a:lnTo>
                        <a:lnTo>
                          <a:pt x="632" y="32"/>
                        </a:lnTo>
                        <a:lnTo>
                          <a:pt x="640" y="36"/>
                        </a:lnTo>
                        <a:lnTo>
                          <a:pt x="640" y="36"/>
                        </a:lnTo>
                        <a:lnTo>
                          <a:pt x="636" y="40"/>
                        </a:lnTo>
                        <a:lnTo>
                          <a:pt x="636" y="46"/>
                        </a:lnTo>
                        <a:lnTo>
                          <a:pt x="636" y="46"/>
                        </a:lnTo>
                        <a:lnTo>
                          <a:pt x="632" y="76"/>
                        </a:lnTo>
                        <a:lnTo>
                          <a:pt x="632" y="76"/>
                        </a:lnTo>
                        <a:lnTo>
                          <a:pt x="598" y="80"/>
                        </a:lnTo>
                        <a:lnTo>
                          <a:pt x="598" y="80"/>
                        </a:lnTo>
                        <a:lnTo>
                          <a:pt x="570" y="96"/>
                        </a:lnTo>
                        <a:lnTo>
                          <a:pt x="540" y="114"/>
                        </a:lnTo>
                        <a:lnTo>
                          <a:pt x="526" y="124"/>
                        </a:lnTo>
                        <a:lnTo>
                          <a:pt x="514" y="136"/>
                        </a:lnTo>
                        <a:lnTo>
                          <a:pt x="506" y="148"/>
                        </a:lnTo>
                        <a:lnTo>
                          <a:pt x="500" y="160"/>
                        </a:lnTo>
                        <a:lnTo>
                          <a:pt x="500" y="160"/>
                        </a:lnTo>
                        <a:lnTo>
                          <a:pt x="478" y="170"/>
                        </a:lnTo>
                        <a:lnTo>
                          <a:pt x="478" y="170"/>
                        </a:lnTo>
                        <a:lnTo>
                          <a:pt x="472" y="178"/>
                        </a:lnTo>
                        <a:lnTo>
                          <a:pt x="464" y="182"/>
                        </a:lnTo>
                        <a:lnTo>
                          <a:pt x="446" y="188"/>
                        </a:lnTo>
                        <a:lnTo>
                          <a:pt x="446" y="188"/>
                        </a:lnTo>
                        <a:lnTo>
                          <a:pt x="440" y="194"/>
                        </a:lnTo>
                        <a:lnTo>
                          <a:pt x="440" y="194"/>
                        </a:lnTo>
                        <a:lnTo>
                          <a:pt x="438" y="228"/>
                        </a:lnTo>
                        <a:lnTo>
                          <a:pt x="438" y="228"/>
                        </a:lnTo>
                        <a:lnTo>
                          <a:pt x="430" y="240"/>
                        </a:lnTo>
                        <a:lnTo>
                          <a:pt x="418" y="252"/>
                        </a:lnTo>
                        <a:lnTo>
                          <a:pt x="408" y="264"/>
                        </a:lnTo>
                        <a:lnTo>
                          <a:pt x="400" y="276"/>
                        </a:lnTo>
                        <a:lnTo>
                          <a:pt x="400" y="276"/>
                        </a:lnTo>
                        <a:lnTo>
                          <a:pt x="400" y="298"/>
                        </a:lnTo>
                        <a:lnTo>
                          <a:pt x="396" y="312"/>
                        </a:lnTo>
                        <a:lnTo>
                          <a:pt x="390" y="324"/>
                        </a:lnTo>
                        <a:lnTo>
                          <a:pt x="390" y="324"/>
                        </a:lnTo>
                        <a:lnTo>
                          <a:pt x="382" y="324"/>
                        </a:lnTo>
                        <a:lnTo>
                          <a:pt x="374" y="326"/>
                        </a:lnTo>
                        <a:lnTo>
                          <a:pt x="366" y="328"/>
                        </a:lnTo>
                        <a:lnTo>
                          <a:pt x="360" y="332"/>
                        </a:lnTo>
                        <a:lnTo>
                          <a:pt x="350" y="342"/>
                        </a:lnTo>
                        <a:lnTo>
                          <a:pt x="342" y="352"/>
                        </a:lnTo>
                        <a:lnTo>
                          <a:pt x="342" y="352"/>
                        </a:lnTo>
                        <a:lnTo>
                          <a:pt x="338" y="366"/>
                        </a:lnTo>
                        <a:lnTo>
                          <a:pt x="334" y="380"/>
                        </a:lnTo>
                        <a:lnTo>
                          <a:pt x="326" y="394"/>
                        </a:lnTo>
                        <a:lnTo>
                          <a:pt x="322" y="400"/>
                        </a:lnTo>
                        <a:lnTo>
                          <a:pt x="314" y="404"/>
                        </a:lnTo>
                        <a:lnTo>
                          <a:pt x="314" y="404"/>
                        </a:lnTo>
                        <a:lnTo>
                          <a:pt x="314" y="400"/>
                        </a:lnTo>
                        <a:lnTo>
                          <a:pt x="314" y="400"/>
                        </a:lnTo>
                        <a:lnTo>
                          <a:pt x="304" y="392"/>
                        </a:lnTo>
                        <a:lnTo>
                          <a:pt x="304" y="392"/>
                        </a:lnTo>
                        <a:lnTo>
                          <a:pt x="286" y="390"/>
                        </a:lnTo>
                        <a:lnTo>
                          <a:pt x="286" y="390"/>
                        </a:lnTo>
                        <a:lnTo>
                          <a:pt x="274" y="404"/>
                        </a:lnTo>
                        <a:lnTo>
                          <a:pt x="262" y="420"/>
                        </a:lnTo>
                        <a:lnTo>
                          <a:pt x="262" y="420"/>
                        </a:lnTo>
                        <a:lnTo>
                          <a:pt x="250" y="422"/>
                        </a:lnTo>
                        <a:lnTo>
                          <a:pt x="236" y="422"/>
                        </a:lnTo>
                        <a:lnTo>
                          <a:pt x="222" y="420"/>
                        </a:lnTo>
                        <a:lnTo>
                          <a:pt x="214" y="416"/>
                        </a:lnTo>
                        <a:lnTo>
                          <a:pt x="214" y="416"/>
                        </a:lnTo>
                        <a:lnTo>
                          <a:pt x="208" y="404"/>
                        </a:lnTo>
                        <a:lnTo>
                          <a:pt x="208" y="404"/>
                        </a:lnTo>
                        <a:lnTo>
                          <a:pt x="168" y="364"/>
                        </a:lnTo>
                        <a:lnTo>
                          <a:pt x="168" y="364"/>
                        </a:lnTo>
                        <a:lnTo>
                          <a:pt x="142" y="362"/>
                        </a:lnTo>
                        <a:lnTo>
                          <a:pt x="142" y="362"/>
                        </a:lnTo>
                        <a:lnTo>
                          <a:pt x="140" y="370"/>
                        </a:lnTo>
                        <a:lnTo>
                          <a:pt x="138" y="380"/>
                        </a:lnTo>
                        <a:lnTo>
                          <a:pt x="136" y="404"/>
                        </a:lnTo>
                        <a:lnTo>
                          <a:pt x="136" y="404"/>
                        </a:lnTo>
                        <a:lnTo>
                          <a:pt x="126" y="406"/>
                        </a:lnTo>
                        <a:lnTo>
                          <a:pt x="118" y="410"/>
                        </a:lnTo>
                        <a:lnTo>
                          <a:pt x="112" y="414"/>
                        </a:lnTo>
                        <a:lnTo>
                          <a:pt x="108" y="418"/>
                        </a:lnTo>
                        <a:lnTo>
                          <a:pt x="108" y="418"/>
                        </a:lnTo>
                        <a:lnTo>
                          <a:pt x="96" y="420"/>
                        </a:lnTo>
                        <a:lnTo>
                          <a:pt x="86" y="422"/>
                        </a:lnTo>
                        <a:lnTo>
                          <a:pt x="70" y="428"/>
                        </a:lnTo>
                        <a:lnTo>
                          <a:pt x="70" y="428"/>
                        </a:lnTo>
                        <a:close/>
                      </a:path>
                    </a:pathLst>
                  </a:custGeom>
                  <a:solidFill>
                    <a:srgbClr val="5FA7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5" name="Freeform 31"/>
                  <p:cNvSpPr/>
                  <p:nvPr/>
                </p:nvSpPr>
                <p:spPr bwMode="auto">
                  <a:xfrm>
                    <a:off x="7580289" y="2782835"/>
                    <a:ext cx="742436" cy="1063789"/>
                  </a:xfrm>
                  <a:custGeom>
                    <a:avLst/>
                    <a:gdLst>
                      <a:gd name="T0" fmla="*/ 108 w 536"/>
                      <a:gd name="T1" fmla="*/ 754 h 768"/>
                      <a:gd name="T2" fmla="*/ 22 w 536"/>
                      <a:gd name="T3" fmla="*/ 720 h 768"/>
                      <a:gd name="T4" fmla="*/ 52 w 536"/>
                      <a:gd name="T5" fmla="*/ 664 h 768"/>
                      <a:gd name="T6" fmla="*/ 58 w 536"/>
                      <a:gd name="T7" fmla="*/ 572 h 768"/>
                      <a:gd name="T8" fmla="*/ 6 w 536"/>
                      <a:gd name="T9" fmla="*/ 508 h 768"/>
                      <a:gd name="T10" fmla="*/ 32 w 536"/>
                      <a:gd name="T11" fmla="*/ 458 h 768"/>
                      <a:gd name="T12" fmla="*/ 78 w 536"/>
                      <a:gd name="T13" fmla="*/ 412 h 768"/>
                      <a:gd name="T14" fmla="*/ 40 w 536"/>
                      <a:gd name="T15" fmla="*/ 334 h 768"/>
                      <a:gd name="T16" fmla="*/ 18 w 536"/>
                      <a:gd name="T17" fmla="*/ 316 h 768"/>
                      <a:gd name="T18" fmla="*/ 46 w 536"/>
                      <a:gd name="T19" fmla="*/ 282 h 768"/>
                      <a:gd name="T20" fmla="*/ 24 w 536"/>
                      <a:gd name="T21" fmla="*/ 236 h 768"/>
                      <a:gd name="T22" fmla="*/ 0 w 536"/>
                      <a:gd name="T23" fmla="*/ 164 h 768"/>
                      <a:gd name="T24" fmla="*/ 28 w 536"/>
                      <a:gd name="T25" fmla="*/ 142 h 768"/>
                      <a:gd name="T26" fmla="*/ 44 w 536"/>
                      <a:gd name="T27" fmla="*/ 84 h 768"/>
                      <a:gd name="T28" fmla="*/ 70 w 536"/>
                      <a:gd name="T29" fmla="*/ 88 h 768"/>
                      <a:gd name="T30" fmla="*/ 72 w 536"/>
                      <a:gd name="T31" fmla="*/ 118 h 768"/>
                      <a:gd name="T32" fmla="*/ 82 w 536"/>
                      <a:gd name="T33" fmla="*/ 150 h 768"/>
                      <a:gd name="T34" fmla="*/ 124 w 536"/>
                      <a:gd name="T35" fmla="*/ 154 h 768"/>
                      <a:gd name="T36" fmla="*/ 136 w 536"/>
                      <a:gd name="T37" fmla="*/ 134 h 768"/>
                      <a:gd name="T38" fmla="*/ 180 w 536"/>
                      <a:gd name="T39" fmla="*/ 106 h 768"/>
                      <a:gd name="T40" fmla="*/ 252 w 536"/>
                      <a:gd name="T41" fmla="*/ 92 h 768"/>
                      <a:gd name="T42" fmla="*/ 266 w 536"/>
                      <a:gd name="T43" fmla="*/ 22 h 768"/>
                      <a:gd name="T44" fmla="*/ 310 w 536"/>
                      <a:gd name="T45" fmla="*/ 0 h 768"/>
                      <a:gd name="T46" fmla="*/ 332 w 536"/>
                      <a:gd name="T47" fmla="*/ 40 h 768"/>
                      <a:gd name="T48" fmla="*/ 378 w 536"/>
                      <a:gd name="T49" fmla="*/ 128 h 768"/>
                      <a:gd name="T50" fmla="*/ 424 w 536"/>
                      <a:gd name="T51" fmla="*/ 138 h 768"/>
                      <a:gd name="T52" fmla="*/ 444 w 536"/>
                      <a:gd name="T53" fmla="*/ 152 h 768"/>
                      <a:gd name="T54" fmla="*/ 430 w 536"/>
                      <a:gd name="T55" fmla="*/ 188 h 768"/>
                      <a:gd name="T56" fmla="*/ 448 w 536"/>
                      <a:gd name="T57" fmla="*/ 210 h 768"/>
                      <a:gd name="T58" fmla="*/ 520 w 536"/>
                      <a:gd name="T59" fmla="*/ 250 h 768"/>
                      <a:gd name="T60" fmla="*/ 488 w 536"/>
                      <a:gd name="T61" fmla="*/ 330 h 768"/>
                      <a:gd name="T62" fmla="*/ 450 w 536"/>
                      <a:gd name="T63" fmla="*/ 370 h 768"/>
                      <a:gd name="T64" fmla="*/ 398 w 536"/>
                      <a:gd name="T65" fmla="*/ 384 h 768"/>
                      <a:gd name="T66" fmla="*/ 350 w 536"/>
                      <a:gd name="T67" fmla="*/ 340 h 768"/>
                      <a:gd name="T68" fmla="*/ 344 w 536"/>
                      <a:gd name="T69" fmla="*/ 288 h 768"/>
                      <a:gd name="T70" fmla="*/ 310 w 536"/>
                      <a:gd name="T71" fmla="*/ 252 h 768"/>
                      <a:gd name="T72" fmla="*/ 294 w 536"/>
                      <a:gd name="T73" fmla="*/ 200 h 768"/>
                      <a:gd name="T74" fmla="*/ 258 w 536"/>
                      <a:gd name="T75" fmla="*/ 184 h 768"/>
                      <a:gd name="T76" fmla="*/ 226 w 536"/>
                      <a:gd name="T77" fmla="*/ 190 h 768"/>
                      <a:gd name="T78" fmla="*/ 194 w 536"/>
                      <a:gd name="T79" fmla="*/ 228 h 768"/>
                      <a:gd name="T80" fmla="*/ 178 w 536"/>
                      <a:gd name="T81" fmla="*/ 266 h 768"/>
                      <a:gd name="T82" fmla="*/ 172 w 536"/>
                      <a:gd name="T83" fmla="*/ 298 h 768"/>
                      <a:gd name="T84" fmla="*/ 142 w 536"/>
                      <a:gd name="T85" fmla="*/ 314 h 768"/>
                      <a:gd name="T86" fmla="*/ 142 w 536"/>
                      <a:gd name="T87" fmla="*/ 360 h 768"/>
                      <a:gd name="T88" fmla="*/ 222 w 536"/>
                      <a:gd name="T89" fmla="*/ 346 h 768"/>
                      <a:gd name="T90" fmla="*/ 252 w 536"/>
                      <a:gd name="T91" fmla="*/ 342 h 768"/>
                      <a:gd name="T92" fmla="*/ 274 w 536"/>
                      <a:gd name="T93" fmla="*/ 360 h 768"/>
                      <a:gd name="T94" fmla="*/ 300 w 536"/>
                      <a:gd name="T95" fmla="*/ 436 h 768"/>
                      <a:gd name="T96" fmla="*/ 352 w 536"/>
                      <a:gd name="T97" fmla="*/ 468 h 768"/>
                      <a:gd name="T98" fmla="*/ 354 w 536"/>
                      <a:gd name="T99" fmla="*/ 512 h 768"/>
                      <a:gd name="T100" fmla="*/ 328 w 536"/>
                      <a:gd name="T101" fmla="*/ 540 h 768"/>
                      <a:gd name="T102" fmla="*/ 266 w 536"/>
                      <a:gd name="T103" fmla="*/ 582 h 768"/>
                      <a:gd name="T104" fmla="*/ 202 w 536"/>
                      <a:gd name="T105" fmla="*/ 650 h 768"/>
                      <a:gd name="T106" fmla="*/ 180 w 536"/>
                      <a:gd name="T107" fmla="*/ 730 h 7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536" h="768">
                        <a:moveTo>
                          <a:pt x="192" y="768"/>
                        </a:moveTo>
                        <a:lnTo>
                          <a:pt x="192" y="768"/>
                        </a:lnTo>
                        <a:lnTo>
                          <a:pt x="178" y="754"/>
                        </a:lnTo>
                        <a:lnTo>
                          <a:pt x="178" y="754"/>
                        </a:lnTo>
                        <a:lnTo>
                          <a:pt x="108" y="754"/>
                        </a:lnTo>
                        <a:lnTo>
                          <a:pt x="108" y="754"/>
                        </a:lnTo>
                        <a:lnTo>
                          <a:pt x="44" y="740"/>
                        </a:lnTo>
                        <a:lnTo>
                          <a:pt x="44" y="740"/>
                        </a:lnTo>
                        <a:lnTo>
                          <a:pt x="32" y="730"/>
                        </a:lnTo>
                        <a:lnTo>
                          <a:pt x="22" y="720"/>
                        </a:lnTo>
                        <a:lnTo>
                          <a:pt x="16" y="712"/>
                        </a:lnTo>
                        <a:lnTo>
                          <a:pt x="14" y="708"/>
                        </a:lnTo>
                        <a:lnTo>
                          <a:pt x="14" y="708"/>
                        </a:lnTo>
                        <a:lnTo>
                          <a:pt x="52" y="664"/>
                        </a:lnTo>
                        <a:lnTo>
                          <a:pt x="52" y="664"/>
                        </a:lnTo>
                        <a:lnTo>
                          <a:pt x="62" y="630"/>
                        </a:lnTo>
                        <a:lnTo>
                          <a:pt x="62" y="630"/>
                        </a:lnTo>
                        <a:lnTo>
                          <a:pt x="66" y="608"/>
                        </a:lnTo>
                        <a:lnTo>
                          <a:pt x="64" y="588"/>
                        </a:lnTo>
                        <a:lnTo>
                          <a:pt x="58" y="572"/>
                        </a:lnTo>
                        <a:lnTo>
                          <a:pt x="50" y="558"/>
                        </a:lnTo>
                        <a:lnTo>
                          <a:pt x="42" y="544"/>
                        </a:lnTo>
                        <a:lnTo>
                          <a:pt x="30" y="532"/>
                        </a:lnTo>
                        <a:lnTo>
                          <a:pt x="6" y="508"/>
                        </a:lnTo>
                        <a:lnTo>
                          <a:pt x="6" y="508"/>
                        </a:lnTo>
                        <a:lnTo>
                          <a:pt x="6" y="494"/>
                        </a:lnTo>
                        <a:lnTo>
                          <a:pt x="10" y="482"/>
                        </a:lnTo>
                        <a:lnTo>
                          <a:pt x="16" y="474"/>
                        </a:lnTo>
                        <a:lnTo>
                          <a:pt x="22" y="464"/>
                        </a:lnTo>
                        <a:lnTo>
                          <a:pt x="32" y="458"/>
                        </a:lnTo>
                        <a:lnTo>
                          <a:pt x="40" y="450"/>
                        </a:lnTo>
                        <a:lnTo>
                          <a:pt x="62" y="438"/>
                        </a:lnTo>
                        <a:lnTo>
                          <a:pt x="62" y="438"/>
                        </a:lnTo>
                        <a:lnTo>
                          <a:pt x="78" y="412"/>
                        </a:lnTo>
                        <a:lnTo>
                          <a:pt x="78" y="412"/>
                        </a:lnTo>
                        <a:lnTo>
                          <a:pt x="78" y="382"/>
                        </a:lnTo>
                        <a:lnTo>
                          <a:pt x="78" y="382"/>
                        </a:lnTo>
                        <a:lnTo>
                          <a:pt x="64" y="362"/>
                        </a:lnTo>
                        <a:lnTo>
                          <a:pt x="52" y="346"/>
                        </a:lnTo>
                        <a:lnTo>
                          <a:pt x="40" y="334"/>
                        </a:lnTo>
                        <a:lnTo>
                          <a:pt x="26" y="322"/>
                        </a:lnTo>
                        <a:lnTo>
                          <a:pt x="26" y="322"/>
                        </a:lnTo>
                        <a:lnTo>
                          <a:pt x="18" y="320"/>
                        </a:lnTo>
                        <a:lnTo>
                          <a:pt x="18" y="320"/>
                        </a:lnTo>
                        <a:lnTo>
                          <a:pt x="18" y="316"/>
                        </a:lnTo>
                        <a:lnTo>
                          <a:pt x="18" y="316"/>
                        </a:lnTo>
                        <a:lnTo>
                          <a:pt x="38" y="300"/>
                        </a:lnTo>
                        <a:lnTo>
                          <a:pt x="38" y="300"/>
                        </a:lnTo>
                        <a:lnTo>
                          <a:pt x="44" y="288"/>
                        </a:lnTo>
                        <a:lnTo>
                          <a:pt x="46" y="282"/>
                        </a:lnTo>
                        <a:lnTo>
                          <a:pt x="48" y="276"/>
                        </a:lnTo>
                        <a:lnTo>
                          <a:pt x="48" y="276"/>
                        </a:lnTo>
                        <a:lnTo>
                          <a:pt x="24" y="256"/>
                        </a:lnTo>
                        <a:lnTo>
                          <a:pt x="24" y="256"/>
                        </a:lnTo>
                        <a:lnTo>
                          <a:pt x="24" y="236"/>
                        </a:lnTo>
                        <a:lnTo>
                          <a:pt x="24" y="236"/>
                        </a:lnTo>
                        <a:lnTo>
                          <a:pt x="10" y="220"/>
                        </a:lnTo>
                        <a:lnTo>
                          <a:pt x="0" y="208"/>
                        </a:lnTo>
                        <a:lnTo>
                          <a:pt x="0" y="208"/>
                        </a:lnTo>
                        <a:lnTo>
                          <a:pt x="0" y="164"/>
                        </a:lnTo>
                        <a:lnTo>
                          <a:pt x="0" y="164"/>
                        </a:lnTo>
                        <a:lnTo>
                          <a:pt x="16" y="146"/>
                        </a:lnTo>
                        <a:lnTo>
                          <a:pt x="16" y="146"/>
                        </a:lnTo>
                        <a:lnTo>
                          <a:pt x="22" y="144"/>
                        </a:lnTo>
                        <a:lnTo>
                          <a:pt x="28" y="142"/>
                        </a:lnTo>
                        <a:lnTo>
                          <a:pt x="34" y="140"/>
                        </a:lnTo>
                        <a:lnTo>
                          <a:pt x="34" y="140"/>
                        </a:lnTo>
                        <a:lnTo>
                          <a:pt x="34" y="94"/>
                        </a:lnTo>
                        <a:lnTo>
                          <a:pt x="34" y="94"/>
                        </a:lnTo>
                        <a:lnTo>
                          <a:pt x="44" y="84"/>
                        </a:lnTo>
                        <a:lnTo>
                          <a:pt x="50" y="80"/>
                        </a:lnTo>
                        <a:lnTo>
                          <a:pt x="58" y="78"/>
                        </a:lnTo>
                        <a:lnTo>
                          <a:pt x="58" y="78"/>
                        </a:lnTo>
                        <a:lnTo>
                          <a:pt x="64" y="82"/>
                        </a:lnTo>
                        <a:lnTo>
                          <a:pt x="70" y="88"/>
                        </a:lnTo>
                        <a:lnTo>
                          <a:pt x="76" y="98"/>
                        </a:lnTo>
                        <a:lnTo>
                          <a:pt x="78" y="104"/>
                        </a:lnTo>
                        <a:lnTo>
                          <a:pt x="80" y="112"/>
                        </a:lnTo>
                        <a:lnTo>
                          <a:pt x="80" y="112"/>
                        </a:lnTo>
                        <a:lnTo>
                          <a:pt x="72" y="118"/>
                        </a:lnTo>
                        <a:lnTo>
                          <a:pt x="68" y="124"/>
                        </a:lnTo>
                        <a:lnTo>
                          <a:pt x="68" y="130"/>
                        </a:lnTo>
                        <a:lnTo>
                          <a:pt x="70" y="136"/>
                        </a:lnTo>
                        <a:lnTo>
                          <a:pt x="76" y="142"/>
                        </a:lnTo>
                        <a:lnTo>
                          <a:pt x="82" y="150"/>
                        </a:lnTo>
                        <a:lnTo>
                          <a:pt x="98" y="164"/>
                        </a:lnTo>
                        <a:lnTo>
                          <a:pt x="98" y="164"/>
                        </a:lnTo>
                        <a:lnTo>
                          <a:pt x="108" y="164"/>
                        </a:lnTo>
                        <a:lnTo>
                          <a:pt x="108" y="164"/>
                        </a:lnTo>
                        <a:lnTo>
                          <a:pt x="124" y="154"/>
                        </a:lnTo>
                        <a:lnTo>
                          <a:pt x="124" y="154"/>
                        </a:lnTo>
                        <a:lnTo>
                          <a:pt x="124" y="148"/>
                        </a:lnTo>
                        <a:lnTo>
                          <a:pt x="128" y="142"/>
                        </a:lnTo>
                        <a:lnTo>
                          <a:pt x="132" y="138"/>
                        </a:lnTo>
                        <a:lnTo>
                          <a:pt x="136" y="134"/>
                        </a:lnTo>
                        <a:lnTo>
                          <a:pt x="148" y="126"/>
                        </a:lnTo>
                        <a:lnTo>
                          <a:pt x="162" y="120"/>
                        </a:lnTo>
                        <a:lnTo>
                          <a:pt x="162" y="120"/>
                        </a:lnTo>
                        <a:lnTo>
                          <a:pt x="170" y="110"/>
                        </a:lnTo>
                        <a:lnTo>
                          <a:pt x="180" y="106"/>
                        </a:lnTo>
                        <a:lnTo>
                          <a:pt x="190" y="104"/>
                        </a:lnTo>
                        <a:lnTo>
                          <a:pt x="202" y="102"/>
                        </a:lnTo>
                        <a:lnTo>
                          <a:pt x="228" y="100"/>
                        </a:lnTo>
                        <a:lnTo>
                          <a:pt x="240" y="98"/>
                        </a:lnTo>
                        <a:lnTo>
                          <a:pt x="252" y="92"/>
                        </a:lnTo>
                        <a:lnTo>
                          <a:pt x="252" y="92"/>
                        </a:lnTo>
                        <a:lnTo>
                          <a:pt x="250" y="40"/>
                        </a:lnTo>
                        <a:lnTo>
                          <a:pt x="250" y="40"/>
                        </a:lnTo>
                        <a:lnTo>
                          <a:pt x="258" y="30"/>
                        </a:lnTo>
                        <a:lnTo>
                          <a:pt x="266" y="22"/>
                        </a:lnTo>
                        <a:lnTo>
                          <a:pt x="288" y="8"/>
                        </a:lnTo>
                        <a:lnTo>
                          <a:pt x="288" y="8"/>
                        </a:lnTo>
                        <a:lnTo>
                          <a:pt x="296" y="2"/>
                        </a:lnTo>
                        <a:lnTo>
                          <a:pt x="304" y="0"/>
                        </a:lnTo>
                        <a:lnTo>
                          <a:pt x="310" y="0"/>
                        </a:lnTo>
                        <a:lnTo>
                          <a:pt x="314" y="4"/>
                        </a:lnTo>
                        <a:lnTo>
                          <a:pt x="318" y="10"/>
                        </a:lnTo>
                        <a:lnTo>
                          <a:pt x="322" y="18"/>
                        </a:lnTo>
                        <a:lnTo>
                          <a:pt x="332" y="40"/>
                        </a:lnTo>
                        <a:lnTo>
                          <a:pt x="332" y="40"/>
                        </a:lnTo>
                        <a:lnTo>
                          <a:pt x="370" y="100"/>
                        </a:lnTo>
                        <a:lnTo>
                          <a:pt x="370" y="100"/>
                        </a:lnTo>
                        <a:lnTo>
                          <a:pt x="372" y="112"/>
                        </a:lnTo>
                        <a:lnTo>
                          <a:pt x="374" y="122"/>
                        </a:lnTo>
                        <a:lnTo>
                          <a:pt x="378" y="128"/>
                        </a:lnTo>
                        <a:lnTo>
                          <a:pt x="382" y="132"/>
                        </a:lnTo>
                        <a:lnTo>
                          <a:pt x="388" y="136"/>
                        </a:lnTo>
                        <a:lnTo>
                          <a:pt x="398" y="140"/>
                        </a:lnTo>
                        <a:lnTo>
                          <a:pt x="398" y="140"/>
                        </a:lnTo>
                        <a:lnTo>
                          <a:pt x="424" y="138"/>
                        </a:lnTo>
                        <a:lnTo>
                          <a:pt x="442" y="138"/>
                        </a:lnTo>
                        <a:lnTo>
                          <a:pt x="458" y="140"/>
                        </a:lnTo>
                        <a:lnTo>
                          <a:pt x="458" y="140"/>
                        </a:lnTo>
                        <a:lnTo>
                          <a:pt x="450" y="146"/>
                        </a:lnTo>
                        <a:lnTo>
                          <a:pt x="444" y="152"/>
                        </a:lnTo>
                        <a:lnTo>
                          <a:pt x="436" y="158"/>
                        </a:lnTo>
                        <a:lnTo>
                          <a:pt x="430" y="166"/>
                        </a:lnTo>
                        <a:lnTo>
                          <a:pt x="430" y="166"/>
                        </a:lnTo>
                        <a:lnTo>
                          <a:pt x="430" y="178"/>
                        </a:lnTo>
                        <a:lnTo>
                          <a:pt x="430" y="188"/>
                        </a:lnTo>
                        <a:lnTo>
                          <a:pt x="432" y="192"/>
                        </a:lnTo>
                        <a:lnTo>
                          <a:pt x="436" y="198"/>
                        </a:lnTo>
                        <a:lnTo>
                          <a:pt x="440" y="204"/>
                        </a:lnTo>
                        <a:lnTo>
                          <a:pt x="448" y="210"/>
                        </a:lnTo>
                        <a:lnTo>
                          <a:pt x="448" y="210"/>
                        </a:lnTo>
                        <a:lnTo>
                          <a:pt x="458" y="212"/>
                        </a:lnTo>
                        <a:lnTo>
                          <a:pt x="466" y="216"/>
                        </a:lnTo>
                        <a:lnTo>
                          <a:pt x="482" y="226"/>
                        </a:lnTo>
                        <a:lnTo>
                          <a:pt x="500" y="238"/>
                        </a:lnTo>
                        <a:lnTo>
                          <a:pt x="520" y="250"/>
                        </a:lnTo>
                        <a:lnTo>
                          <a:pt x="520" y="250"/>
                        </a:lnTo>
                        <a:lnTo>
                          <a:pt x="536" y="264"/>
                        </a:lnTo>
                        <a:lnTo>
                          <a:pt x="536" y="264"/>
                        </a:lnTo>
                        <a:lnTo>
                          <a:pt x="488" y="330"/>
                        </a:lnTo>
                        <a:lnTo>
                          <a:pt x="488" y="330"/>
                        </a:lnTo>
                        <a:lnTo>
                          <a:pt x="486" y="336"/>
                        </a:lnTo>
                        <a:lnTo>
                          <a:pt x="482" y="344"/>
                        </a:lnTo>
                        <a:lnTo>
                          <a:pt x="476" y="352"/>
                        </a:lnTo>
                        <a:lnTo>
                          <a:pt x="468" y="358"/>
                        </a:lnTo>
                        <a:lnTo>
                          <a:pt x="450" y="370"/>
                        </a:lnTo>
                        <a:lnTo>
                          <a:pt x="436" y="376"/>
                        </a:lnTo>
                        <a:lnTo>
                          <a:pt x="436" y="376"/>
                        </a:lnTo>
                        <a:lnTo>
                          <a:pt x="416" y="380"/>
                        </a:lnTo>
                        <a:lnTo>
                          <a:pt x="398" y="384"/>
                        </a:lnTo>
                        <a:lnTo>
                          <a:pt x="398" y="384"/>
                        </a:lnTo>
                        <a:lnTo>
                          <a:pt x="382" y="372"/>
                        </a:lnTo>
                        <a:lnTo>
                          <a:pt x="370" y="360"/>
                        </a:lnTo>
                        <a:lnTo>
                          <a:pt x="360" y="348"/>
                        </a:lnTo>
                        <a:lnTo>
                          <a:pt x="350" y="340"/>
                        </a:lnTo>
                        <a:lnTo>
                          <a:pt x="350" y="340"/>
                        </a:lnTo>
                        <a:lnTo>
                          <a:pt x="346" y="332"/>
                        </a:lnTo>
                        <a:lnTo>
                          <a:pt x="346" y="324"/>
                        </a:lnTo>
                        <a:lnTo>
                          <a:pt x="346" y="308"/>
                        </a:lnTo>
                        <a:lnTo>
                          <a:pt x="344" y="294"/>
                        </a:lnTo>
                        <a:lnTo>
                          <a:pt x="344" y="288"/>
                        </a:lnTo>
                        <a:lnTo>
                          <a:pt x="342" y="284"/>
                        </a:lnTo>
                        <a:lnTo>
                          <a:pt x="342" y="284"/>
                        </a:lnTo>
                        <a:lnTo>
                          <a:pt x="310" y="272"/>
                        </a:lnTo>
                        <a:lnTo>
                          <a:pt x="310" y="272"/>
                        </a:lnTo>
                        <a:lnTo>
                          <a:pt x="310" y="252"/>
                        </a:lnTo>
                        <a:lnTo>
                          <a:pt x="312" y="232"/>
                        </a:lnTo>
                        <a:lnTo>
                          <a:pt x="314" y="214"/>
                        </a:lnTo>
                        <a:lnTo>
                          <a:pt x="314" y="202"/>
                        </a:lnTo>
                        <a:lnTo>
                          <a:pt x="314" y="202"/>
                        </a:lnTo>
                        <a:lnTo>
                          <a:pt x="294" y="200"/>
                        </a:lnTo>
                        <a:lnTo>
                          <a:pt x="278" y="198"/>
                        </a:lnTo>
                        <a:lnTo>
                          <a:pt x="270" y="196"/>
                        </a:lnTo>
                        <a:lnTo>
                          <a:pt x="264" y="192"/>
                        </a:lnTo>
                        <a:lnTo>
                          <a:pt x="260" y="188"/>
                        </a:lnTo>
                        <a:lnTo>
                          <a:pt x="258" y="184"/>
                        </a:lnTo>
                        <a:lnTo>
                          <a:pt x="258" y="184"/>
                        </a:lnTo>
                        <a:lnTo>
                          <a:pt x="238" y="184"/>
                        </a:lnTo>
                        <a:lnTo>
                          <a:pt x="232" y="184"/>
                        </a:lnTo>
                        <a:lnTo>
                          <a:pt x="228" y="186"/>
                        </a:lnTo>
                        <a:lnTo>
                          <a:pt x="226" y="190"/>
                        </a:lnTo>
                        <a:lnTo>
                          <a:pt x="224" y="196"/>
                        </a:lnTo>
                        <a:lnTo>
                          <a:pt x="220" y="214"/>
                        </a:lnTo>
                        <a:lnTo>
                          <a:pt x="220" y="214"/>
                        </a:lnTo>
                        <a:lnTo>
                          <a:pt x="206" y="220"/>
                        </a:lnTo>
                        <a:lnTo>
                          <a:pt x="194" y="228"/>
                        </a:lnTo>
                        <a:lnTo>
                          <a:pt x="172" y="244"/>
                        </a:lnTo>
                        <a:lnTo>
                          <a:pt x="172" y="244"/>
                        </a:lnTo>
                        <a:lnTo>
                          <a:pt x="172" y="250"/>
                        </a:lnTo>
                        <a:lnTo>
                          <a:pt x="174" y="258"/>
                        </a:lnTo>
                        <a:lnTo>
                          <a:pt x="178" y="266"/>
                        </a:lnTo>
                        <a:lnTo>
                          <a:pt x="184" y="278"/>
                        </a:lnTo>
                        <a:lnTo>
                          <a:pt x="184" y="278"/>
                        </a:lnTo>
                        <a:lnTo>
                          <a:pt x="182" y="286"/>
                        </a:lnTo>
                        <a:lnTo>
                          <a:pt x="176" y="292"/>
                        </a:lnTo>
                        <a:lnTo>
                          <a:pt x="172" y="298"/>
                        </a:lnTo>
                        <a:lnTo>
                          <a:pt x="164" y="300"/>
                        </a:lnTo>
                        <a:lnTo>
                          <a:pt x="152" y="306"/>
                        </a:lnTo>
                        <a:lnTo>
                          <a:pt x="146" y="310"/>
                        </a:lnTo>
                        <a:lnTo>
                          <a:pt x="142" y="314"/>
                        </a:lnTo>
                        <a:lnTo>
                          <a:pt x="142" y="314"/>
                        </a:lnTo>
                        <a:lnTo>
                          <a:pt x="142" y="326"/>
                        </a:lnTo>
                        <a:lnTo>
                          <a:pt x="140" y="338"/>
                        </a:lnTo>
                        <a:lnTo>
                          <a:pt x="138" y="350"/>
                        </a:lnTo>
                        <a:lnTo>
                          <a:pt x="140" y="356"/>
                        </a:lnTo>
                        <a:lnTo>
                          <a:pt x="142" y="360"/>
                        </a:lnTo>
                        <a:lnTo>
                          <a:pt x="142" y="360"/>
                        </a:lnTo>
                        <a:lnTo>
                          <a:pt x="206" y="360"/>
                        </a:lnTo>
                        <a:lnTo>
                          <a:pt x="206" y="360"/>
                        </a:lnTo>
                        <a:lnTo>
                          <a:pt x="214" y="352"/>
                        </a:lnTo>
                        <a:lnTo>
                          <a:pt x="222" y="346"/>
                        </a:lnTo>
                        <a:lnTo>
                          <a:pt x="228" y="342"/>
                        </a:lnTo>
                        <a:lnTo>
                          <a:pt x="234" y="342"/>
                        </a:lnTo>
                        <a:lnTo>
                          <a:pt x="242" y="340"/>
                        </a:lnTo>
                        <a:lnTo>
                          <a:pt x="252" y="342"/>
                        </a:lnTo>
                        <a:lnTo>
                          <a:pt x="252" y="342"/>
                        </a:lnTo>
                        <a:lnTo>
                          <a:pt x="256" y="348"/>
                        </a:lnTo>
                        <a:lnTo>
                          <a:pt x="260" y="350"/>
                        </a:lnTo>
                        <a:lnTo>
                          <a:pt x="266" y="356"/>
                        </a:lnTo>
                        <a:lnTo>
                          <a:pt x="274" y="360"/>
                        </a:lnTo>
                        <a:lnTo>
                          <a:pt x="274" y="360"/>
                        </a:lnTo>
                        <a:lnTo>
                          <a:pt x="282" y="378"/>
                        </a:lnTo>
                        <a:lnTo>
                          <a:pt x="282" y="378"/>
                        </a:lnTo>
                        <a:lnTo>
                          <a:pt x="290" y="422"/>
                        </a:lnTo>
                        <a:lnTo>
                          <a:pt x="290" y="422"/>
                        </a:lnTo>
                        <a:lnTo>
                          <a:pt x="300" y="436"/>
                        </a:lnTo>
                        <a:lnTo>
                          <a:pt x="314" y="448"/>
                        </a:lnTo>
                        <a:lnTo>
                          <a:pt x="330" y="460"/>
                        </a:lnTo>
                        <a:lnTo>
                          <a:pt x="340" y="464"/>
                        </a:lnTo>
                        <a:lnTo>
                          <a:pt x="352" y="468"/>
                        </a:lnTo>
                        <a:lnTo>
                          <a:pt x="352" y="468"/>
                        </a:lnTo>
                        <a:lnTo>
                          <a:pt x="372" y="502"/>
                        </a:lnTo>
                        <a:lnTo>
                          <a:pt x="372" y="502"/>
                        </a:lnTo>
                        <a:lnTo>
                          <a:pt x="368" y="502"/>
                        </a:lnTo>
                        <a:lnTo>
                          <a:pt x="362" y="504"/>
                        </a:lnTo>
                        <a:lnTo>
                          <a:pt x="354" y="512"/>
                        </a:lnTo>
                        <a:lnTo>
                          <a:pt x="346" y="520"/>
                        </a:lnTo>
                        <a:lnTo>
                          <a:pt x="340" y="526"/>
                        </a:lnTo>
                        <a:lnTo>
                          <a:pt x="340" y="526"/>
                        </a:lnTo>
                        <a:lnTo>
                          <a:pt x="336" y="534"/>
                        </a:lnTo>
                        <a:lnTo>
                          <a:pt x="328" y="540"/>
                        </a:lnTo>
                        <a:lnTo>
                          <a:pt x="312" y="554"/>
                        </a:lnTo>
                        <a:lnTo>
                          <a:pt x="296" y="564"/>
                        </a:lnTo>
                        <a:lnTo>
                          <a:pt x="280" y="570"/>
                        </a:lnTo>
                        <a:lnTo>
                          <a:pt x="280" y="570"/>
                        </a:lnTo>
                        <a:lnTo>
                          <a:pt x="266" y="582"/>
                        </a:lnTo>
                        <a:lnTo>
                          <a:pt x="254" y="592"/>
                        </a:lnTo>
                        <a:lnTo>
                          <a:pt x="244" y="606"/>
                        </a:lnTo>
                        <a:lnTo>
                          <a:pt x="234" y="620"/>
                        </a:lnTo>
                        <a:lnTo>
                          <a:pt x="234" y="620"/>
                        </a:lnTo>
                        <a:lnTo>
                          <a:pt x="202" y="650"/>
                        </a:lnTo>
                        <a:lnTo>
                          <a:pt x="190" y="662"/>
                        </a:lnTo>
                        <a:lnTo>
                          <a:pt x="182" y="676"/>
                        </a:lnTo>
                        <a:lnTo>
                          <a:pt x="176" y="690"/>
                        </a:lnTo>
                        <a:lnTo>
                          <a:pt x="176" y="708"/>
                        </a:lnTo>
                        <a:lnTo>
                          <a:pt x="180" y="730"/>
                        </a:lnTo>
                        <a:lnTo>
                          <a:pt x="190" y="756"/>
                        </a:lnTo>
                        <a:lnTo>
                          <a:pt x="190" y="756"/>
                        </a:lnTo>
                        <a:lnTo>
                          <a:pt x="192" y="768"/>
                        </a:lnTo>
                        <a:lnTo>
                          <a:pt x="192" y="768"/>
                        </a:lnTo>
                        <a:close/>
                      </a:path>
                    </a:pathLst>
                  </a:custGeom>
                  <a:solidFill>
                    <a:srgbClr val="5FA7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6" name="Freeform 35"/>
                  <p:cNvSpPr/>
                  <p:nvPr/>
                </p:nvSpPr>
                <p:spPr bwMode="auto">
                  <a:xfrm>
                    <a:off x="8189752" y="2561212"/>
                    <a:ext cx="814463" cy="767368"/>
                  </a:xfrm>
                  <a:custGeom>
                    <a:avLst/>
                    <a:gdLst>
                      <a:gd name="T0" fmla="*/ 234 w 588"/>
                      <a:gd name="T1" fmla="*/ 550 h 554"/>
                      <a:gd name="T2" fmla="*/ 248 w 588"/>
                      <a:gd name="T3" fmla="*/ 530 h 554"/>
                      <a:gd name="T4" fmla="*/ 264 w 588"/>
                      <a:gd name="T5" fmla="*/ 516 h 554"/>
                      <a:gd name="T6" fmla="*/ 274 w 588"/>
                      <a:gd name="T7" fmla="*/ 480 h 554"/>
                      <a:gd name="T8" fmla="*/ 252 w 588"/>
                      <a:gd name="T9" fmla="*/ 468 h 554"/>
                      <a:gd name="T10" fmla="*/ 252 w 588"/>
                      <a:gd name="T11" fmla="*/ 438 h 554"/>
                      <a:gd name="T12" fmla="*/ 280 w 588"/>
                      <a:gd name="T13" fmla="*/ 404 h 554"/>
                      <a:gd name="T14" fmla="*/ 288 w 588"/>
                      <a:gd name="T15" fmla="*/ 388 h 554"/>
                      <a:gd name="T16" fmla="*/ 290 w 588"/>
                      <a:gd name="T17" fmla="*/ 342 h 554"/>
                      <a:gd name="T18" fmla="*/ 252 w 588"/>
                      <a:gd name="T19" fmla="*/ 300 h 554"/>
                      <a:gd name="T20" fmla="*/ 200 w 588"/>
                      <a:gd name="T21" fmla="*/ 304 h 554"/>
                      <a:gd name="T22" fmla="*/ 174 w 588"/>
                      <a:gd name="T23" fmla="*/ 330 h 554"/>
                      <a:gd name="T24" fmla="*/ 130 w 588"/>
                      <a:gd name="T25" fmla="*/ 390 h 554"/>
                      <a:gd name="T26" fmla="*/ 110 w 588"/>
                      <a:gd name="T27" fmla="*/ 416 h 554"/>
                      <a:gd name="T28" fmla="*/ 36 w 588"/>
                      <a:gd name="T29" fmla="*/ 364 h 554"/>
                      <a:gd name="T30" fmla="*/ 12 w 588"/>
                      <a:gd name="T31" fmla="*/ 358 h 554"/>
                      <a:gd name="T32" fmla="*/ 0 w 588"/>
                      <a:gd name="T33" fmla="*/ 348 h 554"/>
                      <a:gd name="T34" fmla="*/ 4 w 588"/>
                      <a:gd name="T35" fmla="*/ 324 h 554"/>
                      <a:gd name="T36" fmla="*/ 18 w 588"/>
                      <a:gd name="T37" fmla="*/ 320 h 554"/>
                      <a:gd name="T38" fmla="*/ 40 w 588"/>
                      <a:gd name="T39" fmla="*/ 292 h 554"/>
                      <a:gd name="T40" fmla="*/ 34 w 588"/>
                      <a:gd name="T41" fmla="*/ 238 h 554"/>
                      <a:gd name="T42" fmla="*/ 28 w 588"/>
                      <a:gd name="T43" fmla="*/ 228 h 554"/>
                      <a:gd name="T44" fmla="*/ 20 w 588"/>
                      <a:gd name="T45" fmla="*/ 186 h 554"/>
                      <a:gd name="T46" fmla="*/ 26 w 588"/>
                      <a:gd name="T47" fmla="*/ 172 h 554"/>
                      <a:gd name="T48" fmla="*/ 44 w 588"/>
                      <a:gd name="T49" fmla="*/ 190 h 554"/>
                      <a:gd name="T50" fmla="*/ 58 w 588"/>
                      <a:gd name="T51" fmla="*/ 210 h 554"/>
                      <a:gd name="T52" fmla="*/ 80 w 588"/>
                      <a:gd name="T53" fmla="*/ 224 h 554"/>
                      <a:gd name="T54" fmla="*/ 100 w 588"/>
                      <a:gd name="T55" fmla="*/ 222 h 554"/>
                      <a:gd name="T56" fmla="*/ 142 w 588"/>
                      <a:gd name="T57" fmla="*/ 186 h 554"/>
                      <a:gd name="T58" fmla="*/ 216 w 588"/>
                      <a:gd name="T59" fmla="*/ 128 h 554"/>
                      <a:gd name="T60" fmla="*/ 232 w 588"/>
                      <a:gd name="T61" fmla="*/ 104 h 554"/>
                      <a:gd name="T62" fmla="*/ 262 w 588"/>
                      <a:gd name="T63" fmla="*/ 76 h 554"/>
                      <a:gd name="T64" fmla="*/ 292 w 588"/>
                      <a:gd name="T65" fmla="*/ 74 h 554"/>
                      <a:gd name="T66" fmla="*/ 312 w 588"/>
                      <a:gd name="T67" fmla="*/ 84 h 554"/>
                      <a:gd name="T68" fmla="*/ 348 w 588"/>
                      <a:gd name="T69" fmla="*/ 66 h 554"/>
                      <a:gd name="T70" fmla="*/ 348 w 588"/>
                      <a:gd name="T71" fmla="*/ 16 h 554"/>
                      <a:gd name="T72" fmla="*/ 362 w 588"/>
                      <a:gd name="T73" fmla="*/ 2 h 554"/>
                      <a:gd name="T74" fmla="*/ 396 w 588"/>
                      <a:gd name="T75" fmla="*/ 32 h 554"/>
                      <a:gd name="T76" fmla="*/ 418 w 588"/>
                      <a:gd name="T77" fmla="*/ 46 h 554"/>
                      <a:gd name="T78" fmla="*/ 436 w 588"/>
                      <a:gd name="T79" fmla="*/ 44 h 554"/>
                      <a:gd name="T80" fmla="*/ 440 w 588"/>
                      <a:gd name="T81" fmla="*/ 28 h 554"/>
                      <a:gd name="T82" fmla="*/ 458 w 588"/>
                      <a:gd name="T83" fmla="*/ 24 h 554"/>
                      <a:gd name="T84" fmla="*/ 460 w 588"/>
                      <a:gd name="T85" fmla="*/ 62 h 554"/>
                      <a:gd name="T86" fmla="*/ 498 w 588"/>
                      <a:gd name="T87" fmla="*/ 110 h 554"/>
                      <a:gd name="T88" fmla="*/ 516 w 588"/>
                      <a:gd name="T89" fmla="*/ 178 h 554"/>
                      <a:gd name="T90" fmla="*/ 530 w 588"/>
                      <a:gd name="T91" fmla="*/ 196 h 554"/>
                      <a:gd name="T92" fmla="*/ 588 w 588"/>
                      <a:gd name="T93" fmla="*/ 236 h 554"/>
                      <a:gd name="T94" fmla="*/ 580 w 588"/>
                      <a:gd name="T95" fmla="*/ 250 h 554"/>
                      <a:gd name="T96" fmla="*/ 520 w 588"/>
                      <a:gd name="T97" fmla="*/ 292 h 554"/>
                      <a:gd name="T98" fmla="*/ 502 w 588"/>
                      <a:gd name="T99" fmla="*/ 310 h 554"/>
                      <a:gd name="T100" fmla="*/ 472 w 588"/>
                      <a:gd name="T101" fmla="*/ 346 h 554"/>
                      <a:gd name="T102" fmla="*/ 466 w 588"/>
                      <a:gd name="T103" fmla="*/ 374 h 554"/>
                      <a:gd name="T104" fmla="*/ 448 w 588"/>
                      <a:gd name="T105" fmla="*/ 390 h 554"/>
                      <a:gd name="T106" fmla="*/ 412 w 588"/>
                      <a:gd name="T107" fmla="*/ 402 h 554"/>
                      <a:gd name="T108" fmla="*/ 362 w 588"/>
                      <a:gd name="T109" fmla="*/ 424 h 554"/>
                      <a:gd name="T110" fmla="*/ 322 w 588"/>
                      <a:gd name="T111" fmla="*/ 460 h 554"/>
                      <a:gd name="T112" fmla="*/ 304 w 588"/>
                      <a:gd name="T113" fmla="*/ 494 h 554"/>
                      <a:gd name="T114" fmla="*/ 290 w 588"/>
                      <a:gd name="T115" fmla="*/ 542 h 554"/>
                      <a:gd name="T116" fmla="*/ 236 w 588"/>
                      <a:gd name="T117" fmla="*/ 554 h 5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588" h="554">
                        <a:moveTo>
                          <a:pt x="236" y="554"/>
                        </a:moveTo>
                        <a:lnTo>
                          <a:pt x="236" y="554"/>
                        </a:lnTo>
                        <a:lnTo>
                          <a:pt x="234" y="550"/>
                        </a:lnTo>
                        <a:lnTo>
                          <a:pt x="234" y="550"/>
                        </a:lnTo>
                        <a:lnTo>
                          <a:pt x="240" y="536"/>
                        </a:lnTo>
                        <a:lnTo>
                          <a:pt x="248" y="530"/>
                        </a:lnTo>
                        <a:lnTo>
                          <a:pt x="254" y="524"/>
                        </a:lnTo>
                        <a:lnTo>
                          <a:pt x="264" y="516"/>
                        </a:lnTo>
                        <a:lnTo>
                          <a:pt x="264" y="516"/>
                        </a:lnTo>
                        <a:lnTo>
                          <a:pt x="274" y="496"/>
                        </a:lnTo>
                        <a:lnTo>
                          <a:pt x="274" y="496"/>
                        </a:lnTo>
                        <a:lnTo>
                          <a:pt x="274" y="480"/>
                        </a:lnTo>
                        <a:lnTo>
                          <a:pt x="274" y="480"/>
                        </a:lnTo>
                        <a:lnTo>
                          <a:pt x="252" y="468"/>
                        </a:lnTo>
                        <a:lnTo>
                          <a:pt x="252" y="468"/>
                        </a:lnTo>
                        <a:lnTo>
                          <a:pt x="250" y="456"/>
                        </a:lnTo>
                        <a:lnTo>
                          <a:pt x="250" y="446"/>
                        </a:lnTo>
                        <a:lnTo>
                          <a:pt x="252" y="438"/>
                        </a:lnTo>
                        <a:lnTo>
                          <a:pt x="256" y="430"/>
                        </a:lnTo>
                        <a:lnTo>
                          <a:pt x="266" y="416"/>
                        </a:lnTo>
                        <a:lnTo>
                          <a:pt x="280" y="404"/>
                        </a:lnTo>
                        <a:lnTo>
                          <a:pt x="280" y="404"/>
                        </a:lnTo>
                        <a:lnTo>
                          <a:pt x="284" y="396"/>
                        </a:lnTo>
                        <a:lnTo>
                          <a:pt x="288" y="388"/>
                        </a:lnTo>
                        <a:lnTo>
                          <a:pt x="290" y="370"/>
                        </a:lnTo>
                        <a:lnTo>
                          <a:pt x="290" y="356"/>
                        </a:lnTo>
                        <a:lnTo>
                          <a:pt x="290" y="342"/>
                        </a:lnTo>
                        <a:lnTo>
                          <a:pt x="290" y="342"/>
                        </a:lnTo>
                        <a:lnTo>
                          <a:pt x="252" y="300"/>
                        </a:lnTo>
                        <a:lnTo>
                          <a:pt x="252" y="300"/>
                        </a:lnTo>
                        <a:lnTo>
                          <a:pt x="234" y="298"/>
                        </a:lnTo>
                        <a:lnTo>
                          <a:pt x="234" y="298"/>
                        </a:lnTo>
                        <a:lnTo>
                          <a:pt x="200" y="304"/>
                        </a:lnTo>
                        <a:lnTo>
                          <a:pt x="200" y="304"/>
                        </a:lnTo>
                        <a:lnTo>
                          <a:pt x="186" y="316"/>
                        </a:lnTo>
                        <a:lnTo>
                          <a:pt x="174" y="330"/>
                        </a:lnTo>
                        <a:lnTo>
                          <a:pt x="148" y="360"/>
                        </a:lnTo>
                        <a:lnTo>
                          <a:pt x="148" y="360"/>
                        </a:lnTo>
                        <a:lnTo>
                          <a:pt x="130" y="390"/>
                        </a:lnTo>
                        <a:lnTo>
                          <a:pt x="120" y="404"/>
                        </a:lnTo>
                        <a:lnTo>
                          <a:pt x="110" y="416"/>
                        </a:lnTo>
                        <a:lnTo>
                          <a:pt x="110" y="416"/>
                        </a:lnTo>
                        <a:lnTo>
                          <a:pt x="70" y="390"/>
                        </a:lnTo>
                        <a:lnTo>
                          <a:pt x="52" y="376"/>
                        </a:lnTo>
                        <a:lnTo>
                          <a:pt x="36" y="364"/>
                        </a:lnTo>
                        <a:lnTo>
                          <a:pt x="36" y="364"/>
                        </a:lnTo>
                        <a:lnTo>
                          <a:pt x="22" y="362"/>
                        </a:lnTo>
                        <a:lnTo>
                          <a:pt x="12" y="358"/>
                        </a:lnTo>
                        <a:lnTo>
                          <a:pt x="6" y="352"/>
                        </a:lnTo>
                        <a:lnTo>
                          <a:pt x="0" y="348"/>
                        </a:lnTo>
                        <a:lnTo>
                          <a:pt x="0" y="348"/>
                        </a:lnTo>
                        <a:lnTo>
                          <a:pt x="0" y="334"/>
                        </a:lnTo>
                        <a:lnTo>
                          <a:pt x="2" y="326"/>
                        </a:lnTo>
                        <a:lnTo>
                          <a:pt x="4" y="324"/>
                        </a:lnTo>
                        <a:lnTo>
                          <a:pt x="6" y="322"/>
                        </a:lnTo>
                        <a:lnTo>
                          <a:pt x="18" y="320"/>
                        </a:lnTo>
                        <a:lnTo>
                          <a:pt x="18" y="320"/>
                        </a:lnTo>
                        <a:lnTo>
                          <a:pt x="28" y="306"/>
                        </a:lnTo>
                        <a:lnTo>
                          <a:pt x="40" y="292"/>
                        </a:lnTo>
                        <a:lnTo>
                          <a:pt x="40" y="292"/>
                        </a:lnTo>
                        <a:lnTo>
                          <a:pt x="38" y="240"/>
                        </a:lnTo>
                        <a:lnTo>
                          <a:pt x="38" y="240"/>
                        </a:lnTo>
                        <a:lnTo>
                          <a:pt x="34" y="238"/>
                        </a:lnTo>
                        <a:lnTo>
                          <a:pt x="34" y="238"/>
                        </a:lnTo>
                        <a:lnTo>
                          <a:pt x="28" y="228"/>
                        </a:lnTo>
                        <a:lnTo>
                          <a:pt x="28" y="228"/>
                        </a:lnTo>
                        <a:lnTo>
                          <a:pt x="20" y="206"/>
                        </a:lnTo>
                        <a:lnTo>
                          <a:pt x="20" y="206"/>
                        </a:lnTo>
                        <a:lnTo>
                          <a:pt x="20" y="186"/>
                        </a:lnTo>
                        <a:lnTo>
                          <a:pt x="22" y="178"/>
                        </a:lnTo>
                        <a:lnTo>
                          <a:pt x="26" y="172"/>
                        </a:lnTo>
                        <a:lnTo>
                          <a:pt x="26" y="172"/>
                        </a:lnTo>
                        <a:lnTo>
                          <a:pt x="34" y="176"/>
                        </a:lnTo>
                        <a:lnTo>
                          <a:pt x="40" y="180"/>
                        </a:lnTo>
                        <a:lnTo>
                          <a:pt x="44" y="190"/>
                        </a:lnTo>
                        <a:lnTo>
                          <a:pt x="48" y="202"/>
                        </a:lnTo>
                        <a:lnTo>
                          <a:pt x="48" y="202"/>
                        </a:lnTo>
                        <a:lnTo>
                          <a:pt x="58" y="210"/>
                        </a:lnTo>
                        <a:lnTo>
                          <a:pt x="68" y="218"/>
                        </a:lnTo>
                        <a:lnTo>
                          <a:pt x="74" y="222"/>
                        </a:lnTo>
                        <a:lnTo>
                          <a:pt x="80" y="224"/>
                        </a:lnTo>
                        <a:lnTo>
                          <a:pt x="88" y="224"/>
                        </a:lnTo>
                        <a:lnTo>
                          <a:pt x="100" y="222"/>
                        </a:lnTo>
                        <a:lnTo>
                          <a:pt x="100" y="222"/>
                        </a:lnTo>
                        <a:lnTo>
                          <a:pt x="118" y="204"/>
                        </a:lnTo>
                        <a:lnTo>
                          <a:pt x="118" y="204"/>
                        </a:lnTo>
                        <a:lnTo>
                          <a:pt x="142" y="186"/>
                        </a:lnTo>
                        <a:lnTo>
                          <a:pt x="168" y="166"/>
                        </a:lnTo>
                        <a:lnTo>
                          <a:pt x="192" y="146"/>
                        </a:lnTo>
                        <a:lnTo>
                          <a:pt x="216" y="128"/>
                        </a:lnTo>
                        <a:lnTo>
                          <a:pt x="216" y="128"/>
                        </a:lnTo>
                        <a:lnTo>
                          <a:pt x="226" y="116"/>
                        </a:lnTo>
                        <a:lnTo>
                          <a:pt x="232" y="104"/>
                        </a:lnTo>
                        <a:lnTo>
                          <a:pt x="244" y="82"/>
                        </a:lnTo>
                        <a:lnTo>
                          <a:pt x="244" y="82"/>
                        </a:lnTo>
                        <a:lnTo>
                          <a:pt x="262" y="76"/>
                        </a:lnTo>
                        <a:lnTo>
                          <a:pt x="278" y="72"/>
                        </a:lnTo>
                        <a:lnTo>
                          <a:pt x="284" y="72"/>
                        </a:lnTo>
                        <a:lnTo>
                          <a:pt x="292" y="74"/>
                        </a:lnTo>
                        <a:lnTo>
                          <a:pt x="302" y="78"/>
                        </a:lnTo>
                        <a:lnTo>
                          <a:pt x="312" y="84"/>
                        </a:lnTo>
                        <a:lnTo>
                          <a:pt x="312" y="84"/>
                        </a:lnTo>
                        <a:lnTo>
                          <a:pt x="332" y="84"/>
                        </a:lnTo>
                        <a:lnTo>
                          <a:pt x="332" y="84"/>
                        </a:lnTo>
                        <a:lnTo>
                          <a:pt x="348" y="66"/>
                        </a:lnTo>
                        <a:lnTo>
                          <a:pt x="348" y="66"/>
                        </a:lnTo>
                        <a:lnTo>
                          <a:pt x="348" y="16"/>
                        </a:lnTo>
                        <a:lnTo>
                          <a:pt x="348" y="16"/>
                        </a:lnTo>
                        <a:lnTo>
                          <a:pt x="354" y="0"/>
                        </a:lnTo>
                        <a:lnTo>
                          <a:pt x="354" y="0"/>
                        </a:lnTo>
                        <a:lnTo>
                          <a:pt x="362" y="2"/>
                        </a:lnTo>
                        <a:lnTo>
                          <a:pt x="374" y="8"/>
                        </a:lnTo>
                        <a:lnTo>
                          <a:pt x="384" y="18"/>
                        </a:lnTo>
                        <a:lnTo>
                          <a:pt x="396" y="32"/>
                        </a:lnTo>
                        <a:lnTo>
                          <a:pt x="396" y="32"/>
                        </a:lnTo>
                        <a:lnTo>
                          <a:pt x="408" y="42"/>
                        </a:lnTo>
                        <a:lnTo>
                          <a:pt x="418" y="46"/>
                        </a:lnTo>
                        <a:lnTo>
                          <a:pt x="432" y="48"/>
                        </a:lnTo>
                        <a:lnTo>
                          <a:pt x="432" y="48"/>
                        </a:lnTo>
                        <a:lnTo>
                          <a:pt x="436" y="44"/>
                        </a:lnTo>
                        <a:lnTo>
                          <a:pt x="438" y="36"/>
                        </a:lnTo>
                        <a:lnTo>
                          <a:pt x="440" y="28"/>
                        </a:lnTo>
                        <a:lnTo>
                          <a:pt x="440" y="28"/>
                        </a:lnTo>
                        <a:lnTo>
                          <a:pt x="450" y="16"/>
                        </a:lnTo>
                        <a:lnTo>
                          <a:pt x="450" y="16"/>
                        </a:lnTo>
                        <a:lnTo>
                          <a:pt x="458" y="24"/>
                        </a:lnTo>
                        <a:lnTo>
                          <a:pt x="458" y="24"/>
                        </a:lnTo>
                        <a:lnTo>
                          <a:pt x="460" y="62"/>
                        </a:lnTo>
                        <a:lnTo>
                          <a:pt x="460" y="62"/>
                        </a:lnTo>
                        <a:lnTo>
                          <a:pt x="472" y="76"/>
                        </a:lnTo>
                        <a:lnTo>
                          <a:pt x="484" y="92"/>
                        </a:lnTo>
                        <a:lnTo>
                          <a:pt x="498" y="110"/>
                        </a:lnTo>
                        <a:lnTo>
                          <a:pt x="516" y="128"/>
                        </a:lnTo>
                        <a:lnTo>
                          <a:pt x="516" y="128"/>
                        </a:lnTo>
                        <a:lnTo>
                          <a:pt x="516" y="178"/>
                        </a:lnTo>
                        <a:lnTo>
                          <a:pt x="516" y="178"/>
                        </a:lnTo>
                        <a:lnTo>
                          <a:pt x="530" y="196"/>
                        </a:lnTo>
                        <a:lnTo>
                          <a:pt x="530" y="196"/>
                        </a:lnTo>
                        <a:lnTo>
                          <a:pt x="564" y="220"/>
                        </a:lnTo>
                        <a:lnTo>
                          <a:pt x="564" y="220"/>
                        </a:lnTo>
                        <a:lnTo>
                          <a:pt x="588" y="236"/>
                        </a:lnTo>
                        <a:lnTo>
                          <a:pt x="588" y="236"/>
                        </a:lnTo>
                        <a:lnTo>
                          <a:pt x="586" y="242"/>
                        </a:lnTo>
                        <a:lnTo>
                          <a:pt x="580" y="250"/>
                        </a:lnTo>
                        <a:lnTo>
                          <a:pt x="558" y="266"/>
                        </a:lnTo>
                        <a:lnTo>
                          <a:pt x="534" y="282"/>
                        </a:lnTo>
                        <a:lnTo>
                          <a:pt x="520" y="292"/>
                        </a:lnTo>
                        <a:lnTo>
                          <a:pt x="520" y="292"/>
                        </a:lnTo>
                        <a:lnTo>
                          <a:pt x="502" y="310"/>
                        </a:lnTo>
                        <a:lnTo>
                          <a:pt x="502" y="310"/>
                        </a:lnTo>
                        <a:lnTo>
                          <a:pt x="486" y="328"/>
                        </a:lnTo>
                        <a:lnTo>
                          <a:pt x="472" y="346"/>
                        </a:lnTo>
                        <a:lnTo>
                          <a:pt x="472" y="346"/>
                        </a:lnTo>
                        <a:lnTo>
                          <a:pt x="470" y="354"/>
                        </a:lnTo>
                        <a:lnTo>
                          <a:pt x="468" y="364"/>
                        </a:lnTo>
                        <a:lnTo>
                          <a:pt x="466" y="374"/>
                        </a:lnTo>
                        <a:lnTo>
                          <a:pt x="462" y="384"/>
                        </a:lnTo>
                        <a:lnTo>
                          <a:pt x="462" y="384"/>
                        </a:lnTo>
                        <a:lnTo>
                          <a:pt x="448" y="390"/>
                        </a:lnTo>
                        <a:lnTo>
                          <a:pt x="432" y="398"/>
                        </a:lnTo>
                        <a:lnTo>
                          <a:pt x="432" y="398"/>
                        </a:lnTo>
                        <a:lnTo>
                          <a:pt x="412" y="402"/>
                        </a:lnTo>
                        <a:lnTo>
                          <a:pt x="394" y="408"/>
                        </a:lnTo>
                        <a:lnTo>
                          <a:pt x="378" y="416"/>
                        </a:lnTo>
                        <a:lnTo>
                          <a:pt x="362" y="424"/>
                        </a:lnTo>
                        <a:lnTo>
                          <a:pt x="348" y="434"/>
                        </a:lnTo>
                        <a:lnTo>
                          <a:pt x="336" y="446"/>
                        </a:lnTo>
                        <a:lnTo>
                          <a:pt x="322" y="460"/>
                        </a:lnTo>
                        <a:lnTo>
                          <a:pt x="310" y="476"/>
                        </a:lnTo>
                        <a:lnTo>
                          <a:pt x="310" y="476"/>
                        </a:lnTo>
                        <a:lnTo>
                          <a:pt x="304" y="494"/>
                        </a:lnTo>
                        <a:lnTo>
                          <a:pt x="304" y="494"/>
                        </a:lnTo>
                        <a:lnTo>
                          <a:pt x="296" y="518"/>
                        </a:lnTo>
                        <a:lnTo>
                          <a:pt x="290" y="542"/>
                        </a:lnTo>
                        <a:lnTo>
                          <a:pt x="290" y="542"/>
                        </a:lnTo>
                        <a:lnTo>
                          <a:pt x="260" y="550"/>
                        </a:lnTo>
                        <a:lnTo>
                          <a:pt x="236" y="554"/>
                        </a:lnTo>
                        <a:lnTo>
                          <a:pt x="236" y="554"/>
                        </a:lnTo>
                        <a:close/>
                      </a:path>
                    </a:pathLst>
                  </a:custGeom>
                  <a:solidFill>
                    <a:srgbClr val="5FA7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7" name="Freeform 36"/>
                  <p:cNvSpPr/>
                  <p:nvPr/>
                </p:nvSpPr>
                <p:spPr bwMode="auto">
                  <a:xfrm>
                    <a:off x="8361509" y="2134588"/>
                    <a:ext cx="1160749" cy="736895"/>
                  </a:xfrm>
                  <a:custGeom>
                    <a:avLst/>
                    <a:gdLst>
                      <a:gd name="T0" fmla="*/ 410 w 838"/>
                      <a:gd name="T1" fmla="*/ 492 h 532"/>
                      <a:gd name="T2" fmla="*/ 402 w 838"/>
                      <a:gd name="T3" fmla="*/ 438 h 532"/>
                      <a:gd name="T4" fmla="*/ 376 w 838"/>
                      <a:gd name="T5" fmla="*/ 398 h 532"/>
                      <a:gd name="T6" fmla="*/ 346 w 838"/>
                      <a:gd name="T7" fmla="*/ 366 h 532"/>
                      <a:gd name="T8" fmla="*/ 324 w 838"/>
                      <a:gd name="T9" fmla="*/ 314 h 532"/>
                      <a:gd name="T10" fmla="*/ 300 w 838"/>
                      <a:gd name="T11" fmla="*/ 346 h 532"/>
                      <a:gd name="T12" fmla="*/ 258 w 838"/>
                      <a:gd name="T13" fmla="*/ 308 h 532"/>
                      <a:gd name="T14" fmla="*/ 206 w 838"/>
                      <a:gd name="T15" fmla="*/ 288 h 532"/>
                      <a:gd name="T16" fmla="*/ 186 w 838"/>
                      <a:gd name="T17" fmla="*/ 240 h 532"/>
                      <a:gd name="T18" fmla="*/ 152 w 838"/>
                      <a:gd name="T19" fmla="*/ 174 h 532"/>
                      <a:gd name="T20" fmla="*/ 112 w 838"/>
                      <a:gd name="T21" fmla="*/ 200 h 532"/>
                      <a:gd name="T22" fmla="*/ 80 w 838"/>
                      <a:gd name="T23" fmla="*/ 200 h 532"/>
                      <a:gd name="T24" fmla="*/ 60 w 838"/>
                      <a:gd name="T25" fmla="*/ 152 h 532"/>
                      <a:gd name="T26" fmla="*/ 36 w 838"/>
                      <a:gd name="T27" fmla="*/ 88 h 532"/>
                      <a:gd name="T28" fmla="*/ 0 w 838"/>
                      <a:gd name="T29" fmla="*/ 58 h 532"/>
                      <a:gd name="T30" fmla="*/ 14 w 838"/>
                      <a:gd name="T31" fmla="*/ 30 h 532"/>
                      <a:gd name="T32" fmla="*/ 68 w 838"/>
                      <a:gd name="T33" fmla="*/ 60 h 532"/>
                      <a:gd name="T34" fmla="*/ 108 w 838"/>
                      <a:gd name="T35" fmla="*/ 32 h 532"/>
                      <a:gd name="T36" fmla="*/ 138 w 838"/>
                      <a:gd name="T37" fmla="*/ 0 h 532"/>
                      <a:gd name="T38" fmla="*/ 166 w 838"/>
                      <a:gd name="T39" fmla="*/ 22 h 532"/>
                      <a:gd name="T40" fmla="*/ 198 w 838"/>
                      <a:gd name="T41" fmla="*/ 68 h 532"/>
                      <a:gd name="T42" fmla="*/ 294 w 838"/>
                      <a:gd name="T43" fmla="*/ 66 h 532"/>
                      <a:gd name="T44" fmla="*/ 350 w 838"/>
                      <a:gd name="T45" fmla="*/ 30 h 532"/>
                      <a:gd name="T46" fmla="*/ 358 w 838"/>
                      <a:gd name="T47" fmla="*/ 80 h 532"/>
                      <a:gd name="T48" fmla="*/ 398 w 838"/>
                      <a:gd name="T49" fmla="*/ 78 h 532"/>
                      <a:gd name="T50" fmla="*/ 422 w 838"/>
                      <a:gd name="T51" fmla="*/ 76 h 532"/>
                      <a:gd name="T52" fmla="*/ 470 w 838"/>
                      <a:gd name="T53" fmla="*/ 110 h 532"/>
                      <a:gd name="T54" fmla="*/ 518 w 838"/>
                      <a:gd name="T55" fmla="*/ 166 h 532"/>
                      <a:gd name="T56" fmla="*/ 546 w 838"/>
                      <a:gd name="T57" fmla="*/ 134 h 532"/>
                      <a:gd name="T58" fmla="*/ 572 w 838"/>
                      <a:gd name="T59" fmla="*/ 140 h 532"/>
                      <a:gd name="T60" fmla="*/ 606 w 838"/>
                      <a:gd name="T61" fmla="*/ 184 h 532"/>
                      <a:gd name="T62" fmla="*/ 664 w 838"/>
                      <a:gd name="T63" fmla="*/ 204 h 532"/>
                      <a:gd name="T64" fmla="*/ 684 w 838"/>
                      <a:gd name="T65" fmla="*/ 186 h 532"/>
                      <a:gd name="T66" fmla="*/ 684 w 838"/>
                      <a:gd name="T67" fmla="*/ 168 h 532"/>
                      <a:gd name="T68" fmla="*/ 724 w 838"/>
                      <a:gd name="T69" fmla="*/ 146 h 532"/>
                      <a:gd name="T70" fmla="*/ 742 w 838"/>
                      <a:gd name="T71" fmla="*/ 132 h 532"/>
                      <a:gd name="T72" fmla="*/ 756 w 838"/>
                      <a:gd name="T73" fmla="*/ 154 h 532"/>
                      <a:gd name="T74" fmla="*/ 806 w 838"/>
                      <a:gd name="T75" fmla="*/ 188 h 532"/>
                      <a:gd name="T76" fmla="*/ 838 w 838"/>
                      <a:gd name="T77" fmla="*/ 228 h 532"/>
                      <a:gd name="T78" fmla="*/ 818 w 838"/>
                      <a:gd name="T79" fmla="*/ 272 h 532"/>
                      <a:gd name="T80" fmla="*/ 802 w 838"/>
                      <a:gd name="T81" fmla="*/ 308 h 532"/>
                      <a:gd name="T82" fmla="*/ 778 w 838"/>
                      <a:gd name="T83" fmla="*/ 300 h 532"/>
                      <a:gd name="T84" fmla="*/ 770 w 838"/>
                      <a:gd name="T85" fmla="*/ 258 h 532"/>
                      <a:gd name="T86" fmla="*/ 744 w 838"/>
                      <a:gd name="T87" fmla="*/ 242 h 532"/>
                      <a:gd name="T88" fmla="*/ 716 w 838"/>
                      <a:gd name="T89" fmla="*/ 282 h 532"/>
                      <a:gd name="T90" fmla="*/ 686 w 838"/>
                      <a:gd name="T91" fmla="*/ 346 h 532"/>
                      <a:gd name="T92" fmla="*/ 632 w 838"/>
                      <a:gd name="T93" fmla="*/ 368 h 532"/>
                      <a:gd name="T94" fmla="*/ 618 w 838"/>
                      <a:gd name="T95" fmla="*/ 410 h 532"/>
                      <a:gd name="T96" fmla="*/ 638 w 838"/>
                      <a:gd name="T97" fmla="*/ 444 h 532"/>
                      <a:gd name="T98" fmla="*/ 588 w 838"/>
                      <a:gd name="T99" fmla="*/ 456 h 532"/>
                      <a:gd name="T100" fmla="*/ 540 w 838"/>
                      <a:gd name="T101" fmla="*/ 438 h 532"/>
                      <a:gd name="T102" fmla="*/ 502 w 838"/>
                      <a:gd name="T103" fmla="*/ 456 h 532"/>
                      <a:gd name="T104" fmla="*/ 476 w 838"/>
                      <a:gd name="T105" fmla="*/ 530 h 5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838" h="532">
                        <a:moveTo>
                          <a:pt x="464" y="532"/>
                        </a:moveTo>
                        <a:lnTo>
                          <a:pt x="464" y="532"/>
                        </a:lnTo>
                        <a:lnTo>
                          <a:pt x="452" y="520"/>
                        </a:lnTo>
                        <a:lnTo>
                          <a:pt x="436" y="508"/>
                        </a:lnTo>
                        <a:lnTo>
                          <a:pt x="410" y="492"/>
                        </a:lnTo>
                        <a:lnTo>
                          <a:pt x="410" y="492"/>
                        </a:lnTo>
                        <a:lnTo>
                          <a:pt x="402" y="482"/>
                        </a:lnTo>
                        <a:lnTo>
                          <a:pt x="402" y="482"/>
                        </a:lnTo>
                        <a:lnTo>
                          <a:pt x="404" y="450"/>
                        </a:lnTo>
                        <a:lnTo>
                          <a:pt x="402" y="438"/>
                        </a:lnTo>
                        <a:lnTo>
                          <a:pt x="398" y="426"/>
                        </a:lnTo>
                        <a:lnTo>
                          <a:pt x="398" y="426"/>
                        </a:lnTo>
                        <a:lnTo>
                          <a:pt x="388" y="416"/>
                        </a:lnTo>
                        <a:lnTo>
                          <a:pt x="382" y="410"/>
                        </a:lnTo>
                        <a:lnTo>
                          <a:pt x="376" y="398"/>
                        </a:lnTo>
                        <a:lnTo>
                          <a:pt x="376" y="398"/>
                        </a:lnTo>
                        <a:lnTo>
                          <a:pt x="348" y="368"/>
                        </a:lnTo>
                        <a:lnTo>
                          <a:pt x="348" y="368"/>
                        </a:lnTo>
                        <a:lnTo>
                          <a:pt x="346" y="366"/>
                        </a:lnTo>
                        <a:lnTo>
                          <a:pt x="346" y="366"/>
                        </a:lnTo>
                        <a:lnTo>
                          <a:pt x="344" y="326"/>
                        </a:lnTo>
                        <a:lnTo>
                          <a:pt x="344" y="326"/>
                        </a:lnTo>
                        <a:lnTo>
                          <a:pt x="336" y="318"/>
                        </a:lnTo>
                        <a:lnTo>
                          <a:pt x="330" y="314"/>
                        </a:lnTo>
                        <a:lnTo>
                          <a:pt x="324" y="314"/>
                        </a:lnTo>
                        <a:lnTo>
                          <a:pt x="318" y="314"/>
                        </a:lnTo>
                        <a:lnTo>
                          <a:pt x="318" y="314"/>
                        </a:lnTo>
                        <a:lnTo>
                          <a:pt x="312" y="322"/>
                        </a:lnTo>
                        <a:lnTo>
                          <a:pt x="308" y="328"/>
                        </a:lnTo>
                        <a:lnTo>
                          <a:pt x="300" y="346"/>
                        </a:lnTo>
                        <a:lnTo>
                          <a:pt x="300" y="346"/>
                        </a:lnTo>
                        <a:lnTo>
                          <a:pt x="296" y="346"/>
                        </a:lnTo>
                        <a:lnTo>
                          <a:pt x="296" y="346"/>
                        </a:lnTo>
                        <a:lnTo>
                          <a:pt x="270" y="320"/>
                        </a:lnTo>
                        <a:lnTo>
                          <a:pt x="258" y="308"/>
                        </a:lnTo>
                        <a:lnTo>
                          <a:pt x="246" y="300"/>
                        </a:lnTo>
                        <a:lnTo>
                          <a:pt x="246" y="300"/>
                        </a:lnTo>
                        <a:lnTo>
                          <a:pt x="228" y="296"/>
                        </a:lnTo>
                        <a:lnTo>
                          <a:pt x="216" y="292"/>
                        </a:lnTo>
                        <a:lnTo>
                          <a:pt x="206" y="288"/>
                        </a:lnTo>
                        <a:lnTo>
                          <a:pt x="200" y="280"/>
                        </a:lnTo>
                        <a:lnTo>
                          <a:pt x="194" y="274"/>
                        </a:lnTo>
                        <a:lnTo>
                          <a:pt x="192" y="264"/>
                        </a:lnTo>
                        <a:lnTo>
                          <a:pt x="186" y="240"/>
                        </a:lnTo>
                        <a:lnTo>
                          <a:pt x="186" y="240"/>
                        </a:lnTo>
                        <a:lnTo>
                          <a:pt x="180" y="224"/>
                        </a:lnTo>
                        <a:lnTo>
                          <a:pt x="170" y="210"/>
                        </a:lnTo>
                        <a:lnTo>
                          <a:pt x="156" y="190"/>
                        </a:lnTo>
                        <a:lnTo>
                          <a:pt x="156" y="190"/>
                        </a:lnTo>
                        <a:lnTo>
                          <a:pt x="152" y="174"/>
                        </a:lnTo>
                        <a:lnTo>
                          <a:pt x="152" y="174"/>
                        </a:lnTo>
                        <a:lnTo>
                          <a:pt x="144" y="172"/>
                        </a:lnTo>
                        <a:lnTo>
                          <a:pt x="144" y="172"/>
                        </a:lnTo>
                        <a:lnTo>
                          <a:pt x="112" y="200"/>
                        </a:lnTo>
                        <a:lnTo>
                          <a:pt x="112" y="200"/>
                        </a:lnTo>
                        <a:lnTo>
                          <a:pt x="98" y="226"/>
                        </a:lnTo>
                        <a:lnTo>
                          <a:pt x="98" y="226"/>
                        </a:lnTo>
                        <a:lnTo>
                          <a:pt x="90" y="220"/>
                        </a:lnTo>
                        <a:lnTo>
                          <a:pt x="86" y="214"/>
                        </a:lnTo>
                        <a:lnTo>
                          <a:pt x="80" y="200"/>
                        </a:lnTo>
                        <a:lnTo>
                          <a:pt x="76" y="186"/>
                        </a:lnTo>
                        <a:lnTo>
                          <a:pt x="74" y="182"/>
                        </a:lnTo>
                        <a:lnTo>
                          <a:pt x="72" y="178"/>
                        </a:lnTo>
                        <a:lnTo>
                          <a:pt x="72" y="178"/>
                        </a:lnTo>
                        <a:lnTo>
                          <a:pt x="60" y="152"/>
                        </a:lnTo>
                        <a:lnTo>
                          <a:pt x="60" y="152"/>
                        </a:lnTo>
                        <a:lnTo>
                          <a:pt x="60" y="116"/>
                        </a:lnTo>
                        <a:lnTo>
                          <a:pt x="60" y="116"/>
                        </a:lnTo>
                        <a:lnTo>
                          <a:pt x="48" y="100"/>
                        </a:lnTo>
                        <a:lnTo>
                          <a:pt x="36" y="88"/>
                        </a:lnTo>
                        <a:lnTo>
                          <a:pt x="12" y="68"/>
                        </a:lnTo>
                        <a:lnTo>
                          <a:pt x="12" y="68"/>
                        </a:lnTo>
                        <a:lnTo>
                          <a:pt x="6" y="66"/>
                        </a:lnTo>
                        <a:lnTo>
                          <a:pt x="2" y="64"/>
                        </a:lnTo>
                        <a:lnTo>
                          <a:pt x="0" y="58"/>
                        </a:lnTo>
                        <a:lnTo>
                          <a:pt x="0" y="52"/>
                        </a:lnTo>
                        <a:lnTo>
                          <a:pt x="4" y="38"/>
                        </a:lnTo>
                        <a:lnTo>
                          <a:pt x="8" y="32"/>
                        </a:lnTo>
                        <a:lnTo>
                          <a:pt x="8" y="32"/>
                        </a:lnTo>
                        <a:lnTo>
                          <a:pt x="14" y="30"/>
                        </a:lnTo>
                        <a:lnTo>
                          <a:pt x="14" y="30"/>
                        </a:lnTo>
                        <a:lnTo>
                          <a:pt x="28" y="40"/>
                        </a:lnTo>
                        <a:lnTo>
                          <a:pt x="42" y="50"/>
                        </a:lnTo>
                        <a:lnTo>
                          <a:pt x="58" y="56"/>
                        </a:lnTo>
                        <a:lnTo>
                          <a:pt x="68" y="60"/>
                        </a:lnTo>
                        <a:lnTo>
                          <a:pt x="78" y="60"/>
                        </a:lnTo>
                        <a:lnTo>
                          <a:pt x="78" y="60"/>
                        </a:lnTo>
                        <a:lnTo>
                          <a:pt x="88" y="52"/>
                        </a:lnTo>
                        <a:lnTo>
                          <a:pt x="98" y="42"/>
                        </a:lnTo>
                        <a:lnTo>
                          <a:pt x="108" y="32"/>
                        </a:lnTo>
                        <a:lnTo>
                          <a:pt x="118" y="24"/>
                        </a:lnTo>
                        <a:lnTo>
                          <a:pt x="118" y="24"/>
                        </a:lnTo>
                        <a:lnTo>
                          <a:pt x="128" y="8"/>
                        </a:lnTo>
                        <a:lnTo>
                          <a:pt x="134" y="4"/>
                        </a:lnTo>
                        <a:lnTo>
                          <a:pt x="138" y="0"/>
                        </a:lnTo>
                        <a:lnTo>
                          <a:pt x="144" y="0"/>
                        </a:lnTo>
                        <a:lnTo>
                          <a:pt x="152" y="4"/>
                        </a:lnTo>
                        <a:lnTo>
                          <a:pt x="158" y="10"/>
                        </a:lnTo>
                        <a:lnTo>
                          <a:pt x="166" y="22"/>
                        </a:lnTo>
                        <a:lnTo>
                          <a:pt x="166" y="22"/>
                        </a:lnTo>
                        <a:lnTo>
                          <a:pt x="168" y="32"/>
                        </a:lnTo>
                        <a:lnTo>
                          <a:pt x="172" y="42"/>
                        </a:lnTo>
                        <a:lnTo>
                          <a:pt x="180" y="52"/>
                        </a:lnTo>
                        <a:lnTo>
                          <a:pt x="188" y="60"/>
                        </a:lnTo>
                        <a:lnTo>
                          <a:pt x="198" y="68"/>
                        </a:lnTo>
                        <a:lnTo>
                          <a:pt x="210" y="74"/>
                        </a:lnTo>
                        <a:lnTo>
                          <a:pt x="224" y="78"/>
                        </a:lnTo>
                        <a:lnTo>
                          <a:pt x="238" y="82"/>
                        </a:lnTo>
                        <a:lnTo>
                          <a:pt x="238" y="82"/>
                        </a:lnTo>
                        <a:lnTo>
                          <a:pt x="294" y="66"/>
                        </a:lnTo>
                        <a:lnTo>
                          <a:pt x="294" y="66"/>
                        </a:lnTo>
                        <a:lnTo>
                          <a:pt x="340" y="26"/>
                        </a:lnTo>
                        <a:lnTo>
                          <a:pt x="340" y="26"/>
                        </a:lnTo>
                        <a:lnTo>
                          <a:pt x="350" y="30"/>
                        </a:lnTo>
                        <a:lnTo>
                          <a:pt x="350" y="30"/>
                        </a:lnTo>
                        <a:lnTo>
                          <a:pt x="348" y="46"/>
                        </a:lnTo>
                        <a:lnTo>
                          <a:pt x="348" y="54"/>
                        </a:lnTo>
                        <a:lnTo>
                          <a:pt x="348" y="64"/>
                        </a:lnTo>
                        <a:lnTo>
                          <a:pt x="352" y="72"/>
                        </a:lnTo>
                        <a:lnTo>
                          <a:pt x="358" y="80"/>
                        </a:lnTo>
                        <a:lnTo>
                          <a:pt x="366" y="84"/>
                        </a:lnTo>
                        <a:lnTo>
                          <a:pt x="380" y="86"/>
                        </a:lnTo>
                        <a:lnTo>
                          <a:pt x="380" y="86"/>
                        </a:lnTo>
                        <a:lnTo>
                          <a:pt x="388" y="82"/>
                        </a:lnTo>
                        <a:lnTo>
                          <a:pt x="398" y="78"/>
                        </a:lnTo>
                        <a:lnTo>
                          <a:pt x="398" y="78"/>
                        </a:lnTo>
                        <a:lnTo>
                          <a:pt x="404" y="74"/>
                        </a:lnTo>
                        <a:lnTo>
                          <a:pt x="410" y="72"/>
                        </a:lnTo>
                        <a:lnTo>
                          <a:pt x="416" y="74"/>
                        </a:lnTo>
                        <a:lnTo>
                          <a:pt x="422" y="76"/>
                        </a:lnTo>
                        <a:lnTo>
                          <a:pt x="434" y="88"/>
                        </a:lnTo>
                        <a:lnTo>
                          <a:pt x="446" y="102"/>
                        </a:lnTo>
                        <a:lnTo>
                          <a:pt x="446" y="102"/>
                        </a:lnTo>
                        <a:lnTo>
                          <a:pt x="470" y="110"/>
                        </a:lnTo>
                        <a:lnTo>
                          <a:pt x="470" y="110"/>
                        </a:lnTo>
                        <a:lnTo>
                          <a:pt x="478" y="122"/>
                        </a:lnTo>
                        <a:lnTo>
                          <a:pt x="488" y="136"/>
                        </a:lnTo>
                        <a:lnTo>
                          <a:pt x="500" y="152"/>
                        </a:lnTo>
                        <a:lnTo>
                          <a:pt x="518" y="166"/>
                        </a:lnTo>
                        <a:lnTo>
                          <a:pt x="518" y="166"/>
                        </a:lnTo>
                        <a:lnTo>
                          <a:pt x="526" y="166"/>
                        </a:lnTo>
                        <a:lnTo>
                          <a:pt x="526" y="166"/>
                        </a:lnTo>
                        <a:lnTo>
                          <a:pt x="536" y="156"/>
                        </a:lnTo>
                        <a:lnTo>
                          <a:pt x="542" y="144"/>
                        </a:lnTo>
                        <a:lnTo>
                          <a:pt x="546" y="134"/>
                        </a:lnTo>
                        <a:lnTo>
                          <a:pt x="550" y="122"/>
                        </a:lnTo>
                        <a:lnTo>
                          <a:pt x="550" y="122"/>
                        </a:lnTo>
                        <a:lnTo>
                          <a:pt x="568" y="128"/>
                        </a:lnTo>
                        <a:lnTo>
                          <a:pt x="568" y="128"/>
                        </a:lnTo>
                        <a:lnTo>
                          <a:pt x="572" y="140"/>
                        </a:lnTo>
                        <a:lnTo>
                          <a:pt x="580" y="154"/>
                        </a:lnTo>
                        <a:lnTo>
                          <a:pt x="592" y="168"/>
                        </a:lnTo>
                        <a:lnTo>
                          <a:pt x="606" y="180"/>
                        </a:lnTo>
                        <a:lnTo>
                          <a:pt x="606" y="180"/>
                        </a:lnTo>
                        <a:lnTo>
                          <a:pt x="606" y="184"/>
                        </a:lnTo>
                        <a:lnTo>
                          <a:pt x="606" y="184"/>
                        </a:lnTo>
                        <a:lnTo>
                          <a:pt x="632" y="206"/>
                        </a:lnTo>
                        <a:lnTo>
                          <a:pt x="632" y="206"/>
                        </a:lnTo>
                        <a:lnTo>
                          <a:pt x="664" y="204"/>
                        </a:lnTo>
                        <a:lnTo>
                          <a:pt x="664" y="204"/>
                        </a:lnTo>
                        <a:lnTo>
                          <a:pt x="670" y="196"/>
                        </a:lnTo>
                        <a:lnTo>
                          <a:pt x="678" y="190"/>
                        </a:lnTo>
                        <a:lnTo>
                          <a:pt x="678" y="190"/>
                        </a:lnTo>
                        <a:lnTo>
                          <a:pt x="680" y="188"/>
                        </a:lnTo>
                        <a:lnTo>
                          <a:pt x="684" y="186"/>
                        </a:lnTo>
                        <a:lnTo>
                          <a:pt x="690" y="180"/>
                        </a:lnTo>
                        <a:lnTo>
                          <a:pt x="690" y="180"/>
                        </a:lnTo>
                        <a:lnTo>
                          <a:pt x="690" y="172"/>
                        </a:lnTo>
                        <a:lnTo>
                          <a:pt x="690" y="172"/>
                        </a:lnTo>
                        <a:lnTo>
                          <a:pt x="684" y="168"/>
                        </a:lnTo>
                        <a:lnTo>
                          <a:pt x="684" y="168"/>
                        </a:lnTo>
                        <a:lnTo>
                          <a:pt x="684" y="164"/>
                        </a:lnTo>
                        <a:lnTo>
                          <a:pt x="688" y="160"/>
                        </a:lnTo>
                        <a:lnTo>
                          <a:pt x="700" y="154"/>
                        </a:lnTo>
                        <a:lnTo>
                          <a:pt x="724" y="146"/>
                        </a:lnTo>
                        <a:lnTo>
                          <a:pt x="724" y="146"/>
                        </a:lnTo>
                        <a:lnTo>
                          <a:pt x="730" y="142"/>
                        </a:lnTo>
                        <a:lnTo>
                          <a:pt x="734" y="140"/>
                        </a:lnTo>
                        <a:lnTo>
                          <a:pt x="734" y="140"/>
                        </a:lnTo>
                        <a:lnTo>
                          <a:pt x="742" y="132"/>
                        </a:lnTo>
                        <a:lnTo>
                          <a:pt x="742" y="132"/>
                        </a:lnTo>
                        <a:lnTo>
                          <a:pt x="744" y="134"/>
                        </a:lnTo>
                        <a:lnTo>
                          <a:pt x="746" y="136"/>
                        </a:lnTo>
                        <a:lnTo>
                          <a:pt x="750" y="144"/>
                        </a:lnTo>
                        <a:lnTo>
                          <a:pt x="756" y="154"/>
                        </a:lnTo>
                        <a:lnTo>
                          <a:pt x="762" y="158"/>
                        </a:lnTo>
                        <a:lnTo>
                          <a:pt x="770" y="162"/>
                        </a:lnTo>
                        <a:lnTo>
                          <a:pt x="770" y="162"/>
                        </a:lnTo>
                        <a:lnTo>
                          <a:pt x="806" y="188"/>
                        </a:lnTo>
                        <a:lnTo>
                          <a:pt x="806" y="188"/>
                        </a:lnTo>
                        <a:lnTo>
                          <a:pt x="838" y="194"/>
                        </a:lnTo>
                        <a:lnTo>
                          <a:pt x="838" y="194"/>
                        </a:lnTo>
                        <a:lnTo>
                          <a:pt x="838" y="204"/>
                        </a:lnTo>
                        <a:lnTo>
                          <a:pt x="838" y="220"/>
                        </a:lnTo>
                        <a:lnTo>
                          <a:pt x="838" y="228"/>
                        </a:lnTo>
                        <a:lnTo>
                          <a:pt x="836" y="236"/>
                        </a:lnTo>
                        <a:lnTo>
                          <a:pt x="834" y="242"/>
                        </a:lnTo>
                        <a:lnTo>
                          <a:pt x="828" y="246"/>
                        </a:lnTo>
                        <a:lnTo>
                          <a:pt x="828" y="246"/>
                        </a:lnTo>
                        <a:lnTo>
                          <a:pt x="818" y="272"/>
                        </a:lnTo>
                        <a:lnTo>
                          <a:pt x="818" y="272"/>
                        </a:lnTo>
                        <a:lnTo>
                          <a:pt x="812" y="306"/>
                        </a:lnTo>
                        <a:lnTo>
                          <a:pt x="812" y="306"/>
                        </a:lnTo>
                        <a:lnTo>
                          <a:pt x="802" y="308"/>
                        </a:lnTo>
                        <a:lnTo>
                          <a:pt x="802" y="308"/>
                        </a:lnTo>
                        <a:lnTo>
                          <a:pt x="800" y="302"/>
                        </a:lnTo>
                        <a:lnTo>
                          <a:pt x="796" y="300"/>
                        </a:lnTo>
                        <a:lnTo>
                          <a:pt x="792" y="298"/>
                        </a:lnTo>
                        <a:lnTo>
                          <a:pt x="788" y="298"/>
                        </a:lnTo>
                        <a:lnTo>
                          <a:pt x="778" y="300"/>
                        </a:lnTo>
                        <a:lnTo>
                          <a:pt x="774" y="302"/>
                        </a:lnTo>
                        <a:lnTo>
                          <a:pt x="774" y="302"/>
                        </a:lnTo>
                        <a:lnTo>
                          <a:pt x="770" y="300"/>
                        </a:lnTo>
                        <a:lnTo>
                          <a:pt x="770" y="300"/>
                        </a:lnTo>
                        <a:lnTo>
                          <a:pt x="770" y="258"/>
                        </a:lnTo>
                        <a:lnTo>
                          <a:pt x="770" y="258"/>
                        </a:lnTo>
                        <a:lnTo>
                          <a:pt x="762" y="248"/>
                        </a:lnTo>
                        <a:lnTo>
                          <a:pt x="756" y="244"/>
                        </a:lnTo>
                        <a:lnTo>
                          <a:pt x="750" y="242"/>
                        </a:lnTo>
                        <a:lnTo>
                          <a:pt x="744" y="242"/>
                        </a:lnTo>
                        <a:lnTo>
                          <a:pt x="738" y="244"/>
                        </a:lnTo>
                        <a:lnTo>
                          <a:pt x="732" y="250"/>
                        </a:lnTo>
                        <a:lnTo>
                          <a:pt x="722" y="264"/>
                        </a:lnTo>
                        <a:lnTo>
                          <a:pt x="722" y="264"/>
                        </a:lnTo>
                        <a:lnTo>
                          <a:pt x="716" y="282"/>
                        </a:lnTo>
                        <a:lnTo>
                          <a:pt x="708" y="302"/>
                        </a:lnTo>
                        <a:lnTo>
                          <a:pt x="698" y="320"/>
                        </a:lnTo>
                        <a:lnTo>
                          <a:pt x="690" y="340"/>
                        </a:lnTo>
                        <a:lnTo>
                          <a:pt x="690" y="340"/>
                        </a:lnTo>
                        <a:lnTo>
                          <a:pt x="686" y="346"/>
                        </a:lnTo>
                        <a:lnTo>
                          <a:pt x="680" y="354"/>
                        </a:lnTo>
                        <a:lnTo>
                          <a:pt x="680" y="354"/>
                        </a:lnTo>
                        <a:lnTo>
                          <a:pt x="666" y="362"/>
                        </a:lnTo>
                        <a:lnTo>
                          <a:pt x="652" y="366"/>
                        </a:lnTo>
                        <a:lnTo>
                          <a:pt x="632" y="368"/>
                        </a:lnTo>
                        <a:lnTo>
                          <a:pt x="624" y="372"/>
                        </a:lnTo>
                        <a:lnTo>
                          <a:pt x="622" y="374"/>
                        </a:lnTo>
                        <a:lnTo>
                          <a:pt x="620" y="378"/>
                        </a:lnTo>
                        <a:lnTo>
                          <a:pt x="618" y="390"/>
                        </a:lnTo>
                        <a:lnTo>
                          <a:pt x="618" y="410"/>
                        </a:lnTo>
                        <a:lnTo>
                          <a:pt x="618" y="410"/>
                        </a:lnTo>
                        <a:lnTo>
                          <a:pt x="644" y="432"/>
                        </a:lnTo>
                        <a:lnTo>
                          <a:pt x="644" y="432"/>
                        </a:lnTo>
                        <a:lnTo>
                          <a:pt x="642" y="438"/>
                        </a:lnTo>
                        <a:lnTo>
                          <a:pt x="638" y="444"/>
                        </a:lnTo>
                        <a:lnTo>
                          <a:pt x="628" y="454"/>
                        </a:lnTo>
                        <a:lnTo>
                          <a:pt x="628" y="454"/>
                        </a:lnTo>
                        <a:lnTo>
                          <a:pt x="620" y="456"/>
                        </a:lnTo>
                        <a:lnTo>
                          <a:pt x="610" y="456"/>
                        </a:lnTo>
                        <a:lnTo>
                          <a:pt x="588" y="456"/>
                        </a:lnTo>
                        <a:lnTo>
                          <a:pt x="570" y="452"/>
                        </a:lnTo>
                        <a:lnTo>
                          <a:pt x="556" y="448"/>
                        </a:lnTo>
                        <a:lnTo>
                          <a:pt x="556" y="448"/>
                        </a:lnTo>
                        <a:lnTo>
                          <a:pt x="548" y="442"/>
                        </a:lnTo>
                        <a:lnTo>
                          <a:pt x="540" y="438"/>
                        </a:lnTo>
                        <a:lnTo>
                          <a:pt x="532" y="436"/>
                        </a:lnTo>
                        <a:lnTo>
                          <a:pt x="526" y="438"/>
                        </a:lnTo>
                        <a:lnTo>
                          <a:pt x="520" y="440"/>
                        </a:lnTo>
                        <a:lnTo>
                          <a:pt x="514" y="446"/>
                        </a:lnTo>
                        <a:lnTo>
                          <a:pt x="502" y="456"/>
                        </a:lnTo>
                        <a:lnTo>
                          <a:pt x="502" y="456"/>
                        </a:lnTo>
                        <a:lnTo>
                          <a:pt x="480" y="520"/>
                        </a:lnTo>
                        <a:lnTo>
                          <a:pt x="480" y="520"/>
                        </a:lnTo>
                        <a:lnTo>
                          <a:pt x="476" y="530"/>
                        </a:lnTo>
                        <a:lnTo>
                          <a:pt x="476" y="530"/>
                        </a:lnTo>
                        <a:lnTo>
                          <a:pt x="464" y="532"/>
                        </a:lnTo>
                        <a:lnTo>
                          <a:pt x="464" y="532"/>
                        </a:lnTo>
                        <a:close/>
                      </a:path>
                    </a:pathLst>
                  </a:custGeom>
                  <a:solidFill>
                    <a:srgbClr val="5FA7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8" name="Freeform 37"/>
                  <p:cNvSpPr/>
                  <p:nvPr/>
                </p:nvSpPr>
                <p:spPr bwMode="auto">
                  <a:xfrm>
                    <a:off x="8120494" y="1029245"/>
                    <a:ext cx="1543048" cy="1379601"/>
                  </a:xfrm>
                  <a:custGeom>
                    <a:avLst/>
                    <a:gdLst>
                      <a:gd name="T0" fmla="*/ 750 w 1114"/>
                      <a:gd name="T1" fmla="*/ 920 h 996"/>
                      <a:gd name="T2" fmla="*/ 698 w 1114"/>
                      <a:gd name="T3" fmla="*/ 952 h 996"/>
                      <a:gd name="T4" fmla="*/ 656 w 1114"/>
                      <a:gd name="T5" fmla="*/ 908 h 996"/>
                      <a:gd name="T6" fmla="*/ 614 w 1114"/>
                      <a:gd name="T7" fmla="*/ 872 h 996"/>
                      <a:gd name="T8" fmla="*/ 568 w 1114"/>
                      <a:gd name="T9" fmla="*/ 866 h 996"/>
                      <a:gd name="T10" fmla="*/ 534 w 1114"/>
                      <a:gd name="T11" fmla="*/ 824 h 996"/>
                      <a:gd name="T12" fmla="*/ 488 w 1114"/>
                      <a:gd name="T13" fmla="*/ 834 h 996"/>
                      <a:gd name="T14" fmla="*/ 442 w 1114"/>
                      <a:gd name="T15" fmla="*/ 860 h 996"/>
                      <a:gd name="T16" fmla="*/ 360 w 1114"/>
                      <a:gd name="T17" fmla="*/ 840 h 996"/>
                      <a:gd name="T18" fmla="*/ 320 w 1114"/>
                      <a:gd name="T19" fmla="*/ 790 h 996"/>
                      <a:gd name="T20" fmla="*/ 288 w 1114"/>
                      <a:gd name="T21" fmla="*/ 776 h 996"/>
                      <a:gd name="T22" fmla="*/ 324 w 1114"/>
                      <a:gd name="T23" fmla="*/ 756 h 996"/>
                      <a:gd name="T24" fmla="*/ 288 w 1114"/>
                      <a:gd name="T25" fmla="*/ 712 h 996"/>
                      <a:gd name="T26" fmla="*/ 244 w 1114"/>
                      <a:gd name="T27" fmla="*/ 716 h 996"/>
                      <a:gd name="T28" fmla="*/ 220 w 1114"/>
                      <a:gd name="T29" fmla="*/ 662 h 996"/>
                      <a:gd name="T30" fmla="*/ 268 w 1114"/>
                      <a:gd name="T31" fmla="*/ 592 h 996"/>
                      <a:gd name="T32" fmla="*/ 304 w 1114"/>
                      <a:gd name="T33" fmla="*/ 516 h 996"/>
                      <a:gd name="T34" fmla="*/ 314 w 1114"/>
                      <a:gd name="T35" fmla="*/ 550 h 996"/>
                      <a:gd name="T36" fmla="*/ 358 w 1114"/>
                      <a:gd name="T37" fmla="*/ 568 h 996"/>
                      <a:gd name="T38" fmla="*/ 358 w 1114"/>
                      <a:gd name="T39" fmla="*/ 484 h 996"/>
                      <a:gd name="T40" fmla="*/ 360 w 1114"/>
                      <a:gd name="T41" fmla="*/ 428 h 996"/>
                      <a:gd name="T42" fmla="*/ 338 w 1114"/>
                      <a:gd name="T43" fmla="*/ 348 h 996"/>
                      <a:gd name="T44" fmla="*/ 362 w 1114"/>
                      <a:gd name="T45" fmla="*/ 252 h 996"/>
                      <a:gd name="T46" fmla="*/ 314 w 1114"/>
                      <a:gd name="T47" fmla="*/ 158 h 996"/>
                      <a:gd name="T48" fmla="*/ 252 w 1114"/>
                      <a:gd name="T49" fmla="*/ 188 h 996"/>
                      <a:gd name="T50" fmla="*/ 166 w 1114"/>
                      <a:gd name="T51" fmla="*/ 218 h 996"/>
                      <a:gd name="T52" fmla="*/ 130 w 1114"/>
                      <a:gd name="T53" fmla="*/ 192 h 996"/>
                      <a:gd name="T54" fmla="*/ 102 w 1114"/>
                      <a:gd name="T55" fmla="*/ 126 h 996"/>
                      <a:gd name="T56" fmla="*/ 44 w 1114"/>
                      <a:gd name="T57" fmla="*/ 140 h 996"/>
                      <a:gd name="T58" fmla="*/ 20 w 1114"/>
                      <a:gd name="T59" fmla="*/ 96 h 996"/>
                      <a:gd name="T60" fmla="*/ 72 w 1114"/>
                      <a:gd name="T61" fmla="*/ 10 h 996"/>
                      <a:gd name="T62" fmla="*/ 168 w 1114"/>
                      <a:gd name="T63" fmla="*/ 16 h 996"/>
                      <a:gd name="T64" fmla="*/ 282 w 1114"/>
                      <a:gd name="T65" fmla="*/ 26 h 996"/>
                      <a:gd name="T66" fmla="*/ 392 w 1114"/>
                      <a:gd name="T67" fmla="*/ 184 h 996"/>
                      <a:gd name="T68" fmla="*/ 458 w 1114"/>
                      <a:gd name="T69" fmla="*/ 278 h 996"/>
                      <a:gd name="T70" fmla="*/ 498 w 1114"/>
                      <a:gd name="T71" fmla="*/ 330 h 996"/>
                      <a:gd name="T72" fmla="*/ 570 w 1114"/>
                      <a:gd name="T73" fmla="*/ 354 h 996"/>
                      <a:gd name="T74" fmla="*/ 638 w 1114"/>
                      <a:gd name="T75" fmla="*/ 366 h 996"/>
                      <a:gd name="T76" fmla="*/ 716 w 1114"/>
                      <a:gd name="T77" fmla="*/ 396 h 996"/>
                      <a:gd name="T78" fmla="*/ 770 w 1114"/>
                      <a:gd name="T79" fmla="*/ 448 h 996"/>
                      <a:gd name="T80" fmla="*/ 814 w 1114"/>
                      <a:gd name="T81" fmla="*/ 512 h 996"/>
                      <a:gd name="T82" fmla="*/ 912 w 1114"/>
                      <a:gd name="T83" fmla="*/ 486 h 996"/>
                      <a:gd name="T84" fmla="*/ 990 w 1114"/>
                      <a:gd name="T85" fmla="*/ 404 h 996"/>
                      <a:gd name="T86" fmla="*/ 1084 w 1114"/>
                      <a:gd name="T87" fmla="*/ 340 h 996"/>
                      <a:gd name="T88" fmla="*/ 1084 w 1114"/>
                      <a:gd name="T89" fmla="*/ 412 h 996"/>
                      <a:gd name="T90" fmla="*/ 1112 w 1114"/>
                      <a:gd name="T91" fmla="*/ 498 h 996"/>
                      <a:gd name="T92" fmla="*/ 1096 w 1114"/>
                      <a:gd name="T93" fmla="*/ 584 h 996"/>
                      <a:gd name="T94" fmla="*/ 1088 w 1114"/>
                      <a:gd name="T95" fmla="*/ 732 h 996"/>
                      <a:gd name="T96" fmla="*/ 1028 w 1114"/>
                      <a:gd name="T97" fmla="*/ 748 h 996"/>
                      <a:gd name="T98" fmla="*/ 974 w 1114"/>
                      <a:gd name="T99" fmla="*/ 772 h 996"/>
                      <a:gd name="T100" fmla="*/ 942 w 1114"/>
                      <a:gd name="T101" fmla="*/ 800 h 996"/>
                      <a:gd name="T102" fmla="*/ 984 w 1114"/>
                      <a:gd name="T103" fmla="*/ 910 h 996"/>
                      <a:gd name="T104" fmla="*/ 972 w 1114"/>
                      <a:gd name="T105" fmla="*/ 968 h 996"/>
                      <a:gd name="T106" fmla="*/ 928 w 1114"/>
                      <a:gd name="T107" fmla="*/ 924 h 996"/>
                      <a:gd name="T108" fmla="*/ 904 w 1114"/>
                      <a:gd name="T109" fmla="*/ 930 h 996"/>
                      <a:gd name="T110" fmla="*/ 848 w 1114"/>
                      <a:gd name="T111" fmla="*/ 972 h 996"/>
                      <a:gd name="T112" fmla="*/ 812 w 1114"/>
                      <a:gd name="T113" fmla="*/ 996 h 9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</a:cxnLst>
                    <a:rect l="0" t="0" r="r" b="b"/>
                    <a:pathLst>
                      <a:path w="1114" h="996">
                        <a:moveTo>
                          <a:pt x="812" y="996"/>
                        </a:moveTo>
                        <a:lnTo>
                          <a:pt x="812" y="996"/>
                        </a:lnTo>
                        <a:lnTo>
                          <a:pt x="772" y="958"/>
                        </a:lnTo>
                        <a:lnTo>
                          <a:pt x="772" y="958"/>
                        </a:lnTo>
                        <a:lnTo>
                          <a:pt x="760" y="936"/>
                        </a:lnTo>
                        <a:lnTo>
                          <a:pt x="754" y="926"/>
                        </a:lnTo>
                        <a:lnTo>
                          <a:pt x="750" y="920"/>
                        </a:lnTo>
                        <a:lnTo>
                          <a:pt x="742" y="916"/>
                        </a:lnTo>
                        <a:lnTo>
                          <a:pt x="736" y="912"/>
                        </a:lnTo>
                        <a:lnTo>
                          <a:pt x="726" y="910"/>
                        </a:lnTo>
                        <a:lnTo>
                          <a:pt x="716" y="912"/>
                        </a:lnTo>
                        <a:lnTo>
                          <a:pt x="716" y="912"/>
                        </a:lnTo>
                        <a:lnTo>
                          <a:pt x="698" y="952"/>
                        </a:lnTo>
                        <a:lnTo>
                          <a:pt x="698" y="952"/>
                        </a:lnTo>
                        <a:lnTo>
                          <a:pt x="692" y="950"/>
                        </a:lnTo>
                        <a:lnTo>
                          <a:pt x="684" y="946"/>
                        </a:lnTo>
                        <a:lnTo>
                          <a:pt x="672" y="932"/>
                        </a:lnTo>
                        <a:lnTo>
                          <a:pt x="664" y="918"/>
                        </a:lnTo>
                        <a:lnTo>
                          <a:pt x="660" y="910"/>
                        </a:lnTo>
                        <a:lnTo>
                          <a:pt x="660" y="910"/>
                        </a:lnTo>
                        <a:lnTo>
                          <a:pt x="656" y="908"/>
                        </a:lnTo>
                        <a:lnTo>
                          <a:pt x="654" y="904"/>
                        </a:lnTo>
                        <a:lnTo>
                          <a:pt x="650" y="896"/>
                        </a:lnTo>
                        <a:lnTo>
                          <a:pt x="650" y="896"/>
                        </a:lnTo>
                        <a:lnTo>
                          <a:pt x="628" y="892"/>
                        </a:lnTo>
                        <a:lnTo>
                          <a:pt x="628" y="892"/>
                        </a:lnTo>
                        <a:lnTo>
                          <a:pt x="620" y="880"/>
                        </a:lnTo>
                        <a:lnTo>
                          <a:pt x="614" y="872"/>
                        </a:lnTo>
                        <a:lnTo>
                          <a:pt x="608" y="868"/>
                        </a:lnTo>
                        <a:lnTo>
                          <a:pt x="602" y="864"/>
                        </a:lnTo>
                        <a:lnTo>
                          <a:pt x="588" y="862"/>
                        </a:lnTo>
                        <a:lnTo>
                          <a:pt x="572" y="860"/>
                        </a:lnTo>
                        <a:lnTo>
                          <a:pt x="572" y="860"/>
                        </a:lnTo>
                        <a:lnTo>
                          <a:pt x="568" y="866"/>
                        </a:lnTo>
                        <a:lnTo>
                          <a:pt x="568" y="866"/>
                        </a:lnTo>
                        <a:lnTo>
                          <a:pt x="554" y="870"/>
                        </a:lnTo>
                        <a:lnTo>
                          <a:pt x="544" y="870"/>
                        </a:lnTo>
                        <a:lnTo>
                          <a:pt x="538" y="866"/>
                        </a:lnTo>
                        <a:lnTo>
                          <a:pt x="536" y="860"/>
                        </a:lnTo>
                        <a:lnTo>
                          <a:pt x="534" y="852"/>
                        </a:lnTo>
                        <a:lnTo>
                          <a:pt x="534" y="842"/>
                        </a:lnTo>
                        <a:lnTo>
                          <a:pt x="534" y="824"/>
                        </a:lnTo>
                        <a:lnTo>
                          <a:pt x="534" y="824"/>
                        </a:lnTo>
                        <a:lnTo>
                          <a:pt x="526" y="816"/>
                        </a:lnTo>
                        <a:lnTo>
                          <a:pt x="520" y="814"/>
                        </a:lnTo>
                        <a:lnTo>
                          <a:pt x="514" y="812"/>
                        </a:lnTo>
                        <a:lnTo>
                          <a:pt x="506" y="812"/>
                        </a:lnTo>
                        <a:lnTo>
                          <a:pt x="506" y="812"/>
                        </a:lnTo>
                        <a:lnTo>
                          <a:pt x="488" y="834"/>
                        </a:lnTo>
                        <a:lnTo>
                          <a:pt x="488" y="834"/>
                        </a:lnTo>
                        <a:lnTo>
                          <a:pt x="474" y="842"/>
                        </a:lnTo>
                        <a:lnTo>
                          <a:pt x="474" y="842"/>
                        </a:lnTo>
                        <a:lnTo>
                          <a:pt x="468" y="848"/>
                        </a:lnTo>
                        <a:lnTo>
                          <a:pt x="460" y="852"/>
                        </a:lnTo>
                        <a:lnTo>
                          <a:pt x="452" y="858"/>
                        </a:lnTo>
                        <a:lnTo>
                          <a:pt x="442" y="860"/>
                        </a:lnTo>
                        <a:lnTo>
                          <a:pt x="422" y="866"/>
                        </a:lnTo>
                        <a:lnTo>
                          <a:pt x="404" y="868"/>
                        </a:lnTo>
                        <a:lnTo>
                          <a:pt x="404" y="868"/>
                        </a:lnTo>
                        <a:lnTo>
                          <a:pt x="380" y="858"/>
                        </a:lnTo>
                        <a:lnTo>
                          <a:pt x="372" y="852"/>
                        </a:lnTo>
                        <a:lnTo>
                          <a:pt x="364" y="846"/>
                        </a:lnTo>
                        <a:lnTo>
                          <a:pt x="360" y="840"/>
                        </a:lnTo>
                        <a:lnTo>
                          <a:pt x="354" y="832"/>
                        </a:lnTo>
                        <a:lnTo>
                          <a:pt x="348" y="814"/>
                        </a:lnTo>
                        <a:lnTo>
                          <a:pt x="348" y="814"/>
                        </a:lnTo>
                        <a:lnTo>
                          <a:pt x="336" y="796"/>
                        </a:lnTo>
                        <a:lnTo>
                          <a:pt x="332" y="792"/>
                        </a:lnTo>
                        <a:lnTo>
                          <a:pt x="330" y="790"/>
                        </a:lnTo>
                        <a:lnTo>
                          <a:pt x="320" y="790"/>
                        </a:lnTo>
                        <a:lnTo>
                          <a:pt x="304" y="788"/>
                        </a:lnTo>
                        <a:lnTo>
                          <a:pt x="304" y="788"/>
                        </a:lnTo>
                        <a:lnTo>
                          <a:pt x="302" y="790"/>
                        </a:lnTo>
                        <a:lnTo>
                          <a:pt x="302" y="790"/>
                        </a:lnTo>
                        <a:lnTo>
                          <a:pt x="294" y="786"/>
                        </a:lnTo>
                        <a:lnTo>
                          <a:pt x="290" y="782"/>
                        </a:lnTo>
                        <a:lnTo>
                          <a:pt x="288" y="776"/>
                        </a:lnTo>
                        <a:lnTo>
                          <a:pt x="286" y="770"/>
                        </a:lnTo>
                        <a:lnTo>
                          <a:pt x="286" y="770"/>
                        </a:lnTo>
                        <a:lnTo>
                          <a:pt x="294" y="768"/>
                        </a:lnTo>
                        <a:lnTo>
                          <a:pt x="304" y="766"/>
                        </a:lnTo>
                        <a:lnTo>
                          <a:pt x="314" y="762"/>
                        </a:lnTo>
                        <a:lnTo>
                          <a:pt x="324" y="756"/>
                        </a:lnTo>
                        <a:lnTo>
                          <a:pt x="324" y="756"/>
                        </a:lnTo>
                        <a:lnTo>
                          <a:pt x="322" y="736"/>
                        </a:lnTo>
                        <a:lnTo>
                          <a:pt x="318" y="722"/>
                        </a:lnTo>
                        <a:lnTo>
                          <a:pt x="318" y="722"/>
                        </a:lnTo>
                        <a:lnTo>
                          <a:pt x="310" y="708"/>
                        </a:lnTo>
                        <a:lnTo>
                          <a:pt x="310" y="708"/>
                        </a:lnTo>
                        <a:lnTo>
                          <a:pt x="296" y="708"/>
                        </a:lnTo>
                        <a:lnTo>
                          <a:pt x="288" y="712"/>
                        </a:lnTo>
                        <a:lnTo>
                          <a:pt x="284" y="720"/>
                        </a:lnTo>
                        <a:lnTo>
                          <a:pt x="278" y="732"/>
                        </a:lnTo>
                        <a:lnTo>
                          <a:pt x="278" y="732"/>
                        </a:lnTo>
                        <a:lnTo>
                          <a:pt x="270" y="732"/>
                        </a:lnTo>
                        <a:lnTo>
                          <a:pt x="264" y="730"/>
                        </a:lnTo>
                        <a:lnTo>
                          <a:pt x="252" y="724"/>
                        </a:lnTo>
                        <a:lnTo>
                          <a:pt x="244" y="716"/>
                        </a:lnTo>
                        <a:lnTo>
                          <a:pt x="234" y="712"/>
                        </a:lnTo>
                        <a:lnTo>
                          <a:pt x="234" y="712"/>
                        </a:lnTo>
                        <a:lnTo>
                          <a:pt x="232" y="702"/>
                        </a:lnTo>
                        <a:lnTo>
                          <a:pt x="228" y="696"/>
                        </a:lnTo>
                        <a:lnTo>
                          <a:pt x="220" y="686"/>
                        </a:lnTo>
                        <a:lnTo>
                          <a:pt x="220" y="686"/>
                        </a:lnTo>
                        <a:lnTo>
                          <a:pt x="220" y="662"/>
                        </a:lnTo>
                        <a:lnTo>
                          <a:pt x="220" y="662"/>
                        </a:lnTo>
                        <a:lnTo>
                          <a:pt x="232" y="650"/>
                        </a:lnTo>
                        <a:lnTo>
                          <a:pt x="244" y="640"/>
                        </a:lnTo>
                        <a:lnTo>
                          <a:pt x="260" y="616"/>
                        </a:lnTo>
                        <a:lnTo>
                          <a:pt x="260" y="616"/>
                        </a:lnTo>
                        <a:lnTo>
                          <a:pt x="264" y="602"/>
                        </a:lnTo>
                        <a:lnTo>
                          <a:pt x="268" y="592"/>
                        </a:lnTo>
                        <a:lnTo>
                          <a:pt x="274" y="582"/>
                        </a:lnTo>
                        <a:lnTo>
                          <a:pt x="280" y="572"/>
                        </a:lnTo>
                        <a:lnTo>
                          <a:pt x="292" y="556"/>
                        </a:lnTo>
                        <a:lnTo>
                          <a:pt x="298" y="546"/>
                        </a:lnTo>
                        <a:lnTo>
                          <a:pt x="302" y="536"/>
                        </a:lnTo>
                        <a:lnTo>
                          <a:pt x="302" y="536"/>
                        </a:lnTo>
                        <a:lnTo>
                          <a:pt x="304" y="516"/>
                        </a:lnTo>
                        <a:lnTo>
                          <a:pt x="304" y="516"/>
                        </a:lnTo>
                        <a:lnTo>
                          <a:pt x="308" y="518"/>
                        </a:lnTo>
                        <a:lnTo>
                          <a:pt x="312" y="520"/>
                        </a:lnTo>
                        <a:lnTo>
                          <a:pt x="316" y="528"/>
                        </a:lnTo>
                        <a:lnTo>
                          <a:pt x="316" y="528"/>
                        </a:lnTo>
                        <a:lnTo>
                          <a:pt x="316" y="538"/>
                        </a:lnTo>
                        <a:lnTo>
                          <a:pt x="314" y="550"/>
                        </a:lnTo>
                        <a:lnTo>
                          <a:pt x="316" y="556"/>
                        </a:lnTo>
                        <a:lnTo>
                          <a:pt x="318" y="562"/>
                        </a:lnTo>
                        <a:lnTo>
                          <a:pt x="322" y="568"/>
                        </a:lnTo>
                        <a:lnTo>
                          <a:pt x="330" y="572"/>
                        </a:lnTo>
                        <a:lnTo>
                          <a:pt x="330" y="572"/>
                        </a:lnTo>
                        <a:lnTo>
                          <a:pt x="348" y="572"/>
                        </a:lnTo>
                        <a:lnTo>
                          <a:pt x="358" y="568"/>
                        </a:lnTo>
                        <a:lnTo>
                          <a:pt x="366" y="562"/>
                        </a:lnTo>
                        <a:lnTo>
                          <a:pt x="366" y="562"/>
                        </a:lnTo>
                        <a:lnTo>
                          <a:pt x="368" y="524"/>
                        </a:lnTo>
                        <a:lnTo>
                          <a:pt x="368" y="508"/>
                        </a:lnTo>
                        <a:lnTo>
                          <a:pt x="366" y="494"/>
                        </a:lnTo>
                        <a:lnTo>
                          <a:pt x="366" y="494"/>
                        </a:lnTo>
                        <a:lnTo>
                          <a:pt x="358" y="484"/>
                        </a:lnTo>
                        <a:lnTo>
                          <a:pt x="352" y="474"/>
                        </a:lnTo>
                        <a:lnTo>
                          <a:pt x="348" y="466"/>
                        </a:lnTo>
                        <a:lnTo>
                          <a:pt x="348" y="458"/>
                        </a:lnTo>
                        <a:lnTo>
                          <a:pt x="350" y="452"/>
                        </a:lnTo>
                        <a:lnTo>
                          <a:pt x="352" y="444"/>
                        </a:lnTo>
                        <a:lnTo>
                          <a:pt x="360" y="428"/>
                        </a:lnTo>
                        <a:lnTo>
                          <a:pt x="360" y="428"/>
                        </a:lnTo>
                        <a:lnTo>
                          <a:pt x="358" y="410"/>
                        </a:lnTo>
                        <a:lnTo>
                          <a:pt x="352" y="392"/>
                        </a:lnTo>
                        <a:lnTo>
                          <a:pt x="346" y="380"/>
                        </a:lnTo>
                        <a:lnTo>
                          <a:pt x="340" y="372"/>
                        </a:lnTo>
                        <a:lnTo>
                          <a:pt x="340" y="372"/>
                        </a:lnTo>
                        <a:lnTo>
                          <a:pt x="338" y="348"/>
                        </a:lnTo>
                        <a:lnTo>
                          <a:pt x="338" y="348"/>
                        </a:lnTo>
                        <a:lnTo>
                          <a:pt x="350" y="320"/>
                        </a:lnTo>
                        <a:lnTo>
                          <a:pt x="350" y="320"/>
                        </a:lnTo>
                        <a:lnTo>
                          <a:pt x="352" y="306"/>
                        </a:lnTo>
                        <a:lnTo>
                          <a:pt x="354" y="294"/>
                        </a:lnTo>
                        <a:lnTo>
                          <a:pt x="364" y="268"/>
                        </a:lnTo>
                        <a:lnTo>
                          <a:pt x="364" y="268"/>
                        </a:lnTo>
                        <a:lnTo>
                          <a:pt x="362" y="252"/>
                        </a:lnTo>
                        <a:lnTo>
                          <a:pt x="360" y="236"/>
                        </a:lnTo>
                        <a:lnTo>
                          <a:pt x="356" y="218"/>
                        </a:lnTo>
                        <a:lnTo>
                          <a:pt x="350" y="202"/>
                        </a:lnTo>
                        <a:lnTo>
                          <a:pt x="342" y="188"/>
                        </a:lnTo>
                        <a:lnTo>
                          <a:pt x="334" y="174"/>
                        </a:lnTo>
                        <a:lnTo>
                          <a:pt x="324" y="164"/>
                        </a:lnTo>
                        <a:lnTo>
                          <a:pt x="314" y="158"/>
                        </a:lnTo>
                        <a:lnTo>
                          <a:pt x="314" y="158"/>
                        </a:lnTo>
                        <a:lnTo>
                          <a:pt x="296" y="158"/>
                        </a:lnTo>
                        <a:lnTo>
                          <a:pt x="284" y="160"/>
                        </a:lnTo>
                        <a:lnTo>
                          <a:pt x="272" y="164"/>
                        </a:lnTo>
                        <a:lnTo>
                          <a:pt x="262" y="172"/>
                        </a:lnTo>
                        <a:lnTo>
                          <a:pt x="262" y="172"/>
                        </a:lnTo>
                        <a:lnTo>
                          <a:pt x="252" y="188"/>
                        </a:lnTo>
                        <a:lnTo>
                          <a:pt x="244" y="198"/>
                        </a:lnTo>
                        <a:lnTo>
                          <a:pt x="234" y="204"/>
                        </a:lnTo>
                        <a:lnTo>
                          <a:pt x="216" y="208"/>
                        </a:lnTo>
                        <a:lnTo>
                          <a:pt x="216" y="208"/>
                        </a:lnTo>
                        <a:lnTo>
                          <a:pt x="198" y="210"/>
                        </a:lnTo>
                        <a:lnTo>
                          <a:pt x="182" y="214"/>
                        </a:lnTo>
                        <a:lnTo>
                          <a:pt x="166" y="218"/>
                        </a:lnTo>
                        <a:lnTo>
                          <a:pt x="152" y="222"/>
                        </a:lnTo>
                        <a:lnTo>
                          <a:pt x="152" y="222"/>
                        </a:lnTo>
                        <a:lnTo>
                          <a:pt x="144" y="218"/>
                        </a:lnTo>
                        <a:lnTo>
                          <a:pt x="138" y="212"/>
                        </a:lnTo>
                        <a:lnTo>
                          <a:pt x="134" y="208"/>
                        </a:lnTo>
                        <a:lnTo>
                          <a:pt x="132" y="202"/>
                        </a:lnTo>
                        <a:lnTo>
                          <a:pt x="130" y="192"/>
                        </a:lnTo>
                        <a:lnTo>
                          <a:pt x="128" y="184"/>
                        </a:lnTo>
                        <a:lnTo>
                          <a:pt x="128" y="184"/>
                        </a:lnTo>
                        <a:lnTo>
                          <a:pt x="124" y="164"/>
                        </a:lnTo>
                        <a:lnTo>
                          <a:pt x="118" y="148"/>
                        </a:lnTo>
                        <a:lnTo>
                          <a:pt x="110" y="136"/>
                        </a:lnTo>
                        <a:lnTo>
                          <a:pt x="102" y="126"/>
                        </a:lnTo>
                        <a:lnTo>
                          <a:pt x="102" y="126"/>
                        </a:lnTo>
                        <a:lnTo>
                          <a:pt x="86" y="120"/>
                        </a:lnTo>
                        <a:lnTo>
                          <a:pt x="72" y="116"/>
                        </a:lnTo>
                        <a:lnTo>
                          <a:pt x="62" y="114"/>
                        </a:lnTo>
                        <a:lnTo>
                          <a:pt x="54" y="116"/>
                        </a:lnTo>
                        <a:lnTo>
                          <a:pt x="48" y="122"/>
                        </a:lnTo>
                        <a:lnTo>
                          <a:pt x="46" y="130"/>
                        </a:lnTo>
                        <a:lnTo>
                          <a:pt x="44" y="140"/>
                        </a:lnTo>
                        <a:lnTo>
                          <a:pt x="44" y="156"/>
                        </a:lnTo>
                        <a:lnTo>
                          <a:pt x="44" y="156"/>
                        </a:lnTo>
                        <a:lnTo>
                          <a:pt x="0" y="124"/>
                        </a:lnTo>
                        <a:lnTo>
                          <a:pt x="0" y="124"/>
                        </a:lnTo>
                        <a:lnTo>
                          <a:pt x="0" y="118"/>
                        </a:lnTo>
                        <a:lnTo>
                          <a:pt x="0" y="118"/>
                        </a:lnTo>
                        <a:lnTo>
                          <a:pt x="20" y="96"/>
                        </a:lnTo>
                        <a:lnTo>
                          <a:pt x="20" y="96"/>
                        </a:lnTo>
                        <a:lnTo>
                          <a:pt x="24" y="58"/>
                        </a:lnTo>
                        <a:lnTo>
                          <a:pt x="24" y="58"/>
                        </a:lnTo>
                        <a:lnTo>
                          <a:pt x="10" y="46"/>
                        </a:lnTo>
                        <a:lnTo>
                          <a:pt x="10" y="46"/>
                        </a:lnTo>
                        <a:lnTo>
                          <a:pt x="72" y="10"/>
                        </a:lnTo>
                        <a:lnTo>
                          <a:pt x="72" y="10"/>
                        </a:lnTo>
                        <a:lnTo>
                          <a:pt x="88" y="4"/>
                        </a:lnTo>
                        <a:lnTo>
                          <a:pt x="104" y="0"/>
                        </a:lnTo>
                        <a:lnTo>
                          <a:pt x="122" y="0"/>
                        </a:lnTo>
                        <a:lnTo>
                          <a:pt x="142" y="2"/>
                        </a:lnTo>
                        <a:lnTo>
                          <a:pt x="142" y="2"/>
                        </a:lnTo>
                        <a:lnTo>
                          <a:pt x="156" y="10"/>
                        </a:lnTo>
                        <a:lnTo>
                          <a:pt x="168" y="16"/>
                        </a:lnTo>
                        <a:lnTo>
                          <a:pt x="184" y="18"/>
                        </a:lnTo>
                        <a:lnTo>
                          <a:pt x="204" y="20"/>
                        </a:lnTo>
                        <a:lnTo>
                          <a:pt x="204" y="20"/>
                        </a:lnTo>
                        <a:lnTo>
                          <a:pt x="224" y="16"/>
                        </a:lnTo>
                        <a:lnTo>
                          <a:pt x="240" y="14"/>
                        </a:lnTo>
                        <a:lnTo>
                          <a:pt x="258" y="18"/>
                        </a:lnTo>
                        <a:lnTo>
                          <a:pt x="282" y="26"/>
                        </a:lnTo>
                        <a:lnTo>
                          <a:pt x="282" y="26"/>
                        </a:lnTo>
                        <a:lnTo>
                          <a:pt x="324" y="78"/>
                        </a:lnTo>
                        <a:lnTo>
                          <a:pt x="348" y="106"/>
                        </a:lnTo>
                        <a:lnTo>
                          <a:pt x="374" y="136"/>
                        </a:lnTo>
                        <a:lnTo>
                          <a:pt x="374" y="136"/>
                        </a:lnTo>
                        <a:lnTo>
                          <a:pt x="392" y="184"/>
                        </a:lnTo>
                        <a:lnTo>
                          <a:pt x="392" y="184"/>
                        </a:lnTo>
                        <a:lnTo>
                          <a:pt x="436" y="222"/>
                        </a:lnTo>
                        <a:lnTo>
                          <a:pt x="436" y="222"/>
                        </a:lnTo>
                        <a:lnTo>
                          <a:pt x="446" y="236"/>
                        </a:lnTo>
                        <a:lnTo>
                          <a:pt x="452" y="246"/>
                        </a:lnTo>
                        <a:lnTo>
                          <a:pt x="456" y="258"/>
                        </a:lnTo>
                        <a:lnTo>
                          <a:pt x="458" y="278"/>
                        </a:lnTo>
                        <a:lnTo>
                          <a:pt x="458" y="278"/>
                        </a:lnTo>
                        <a:lnTo>
                          <a:pt x="464" y="284"/>
                        </a:lnTo>
                        <a:lnTo>
                          <a:pt x="470" y="290"/>
                        </a:lnTo>
                        <a:lnTo>
                          <a:pt x="492" y="306"/>
                        </a:lnTo>
                        <a:lnTo>
                          <a:pt x="492" y="306"/>
                        </a:lnTo>
                        <a:lnTo>
                          <a:pt x="496" y="314"/>
                        </a:lnTo>
                        <a:lnTo>
                          <a:pt x="496" y="314"/>
                        </a:lnTo>
                        <a:lnTo>
                          <a:pt x="498" y="330"/>
                        </a:lnTo>
                        <a:lnTo>
                          <a:pt x="504" y="354"/>
                        </a:lnTo>
                        <a:lnTo>
                          <a:pt x="504" y="354"/>
                        </a:lnTo>
                        <a:lnTo>
                          <a:pt x="514" y="358"/>
                        </a:lnTo>
                        <a:lnTo>
                          <a:pt x="532" y="358"/>
                        </a:lnTo>
                        <a:lnTo>
                          <a:pt x="552" y="356"/>
                        </a:lnTo>
                        <a:lnTo>
                          <a:pt x="570" y="354"/>
                        </a:lnTo>
                        <a:lnTo>
                          <a:pt x="570" y="354"/>
                        </a:lnTo>
                        <a:lnTo>
                          <a:pt x="580" y="354"/>
                        </a:lnTo>
                        <a:lnTo>
                          <a:pt x="588" y="354"/>
                        </a:lnTo>
                        <a:lnTo>
                          <a:pt x="600" y="358"/>
                        </a:lnTo>
                        <a:lnTo>
                          <a:pt x="614" y="366"/>
                        </a:lnTo>
                        <a:lnTo>
                          <a:pt x="614" y="366"/>
                        </a:lnTo>
                        <a:lnTo>
                          <a:pt x="638" y="366"/>
                        </a:lnTo>
                        <a:lnTo>
                          <a:pt x="638" y="366"/>
                        </a:lnTo>
                        <a:lnTo>
                          <a:pt x="642" y="362"/>
                        </a:lnTo>
                        <a:lnTo>
                          <a:pt x="646" y="360"/>
                        </a:lnTo>
                        <a:lnTo>
                          <a:pt x="662" y="358"/>
                        </a:lnTo>
                        <a:lnTo>
                          <a:pt x="662" y="358"/>
                        </a:lnTo>
                        <a:lnTo>
                          <a:pt x="704" y="396"/>
                        </a:lnTo>
                        <a:lnTo>
                          <a:pt x="704" y="396"/>
                        </a:lnTo>
                        <a:lnTo>
                          <a:pt x="716" y="396"/>
                        </a:lnTo>
                        <a:lnTo>
                          <a:pt x="728" y="396"/>
                        </a:lnTo>
                        <a:lnTo>
                          <a:pt x="740" y="400"/>
                        </a:lnTo>
                        <a:lnTo>
                          <a:pt x="748" y="404"/>
                        </a:lnTo>
                        <a:lnTo>
                          <a:pt x="754" y="410"/>
                        </a:lnTo>
                        <a:lnTo>
                          <a:pt x="754" y="410"/>
                        </a:lnTo>
                        <a:lnTo>
                          <a:pt x="770" y="448"/>
                        </a:lnTo>
                        <a:lnTo>
                          <a:pt x="770" y="448"/>
                        </a:lnTo>
                        <a:lnTo>
                          <a:pt x="772" y="458"/>
                        </a:lnTo>
                        <a:lnTo>
                          <a:pt x="778" y="470"/>
                        </a:lnTo>
                        <a:lnTo>
                          <a:pt x="784" y="484"/>
                        </a:lnTo>
                        <a:lnTo>
                          <a:pt x="792" y="496"/>
                        </a:lnTo>
                        <a:lnTo>
                          <a:pt x="802" y="506"/>
                        </a:lnTo>
                        <a:lnTo>
                          <a:pt x="808" y="510"/>
                        </a:lnTo>
                        <a:lnTo>
                          <a:pt x="814" y="512"/>
                        </a:lnTo>
                        <a:lnTo>
                          <a:pt x="822" y="514"/>
                        </a:lnTo>
                        <a:lnTo>
                          <a:pt x="830" y="512"/>
                        </a:lnTo>
                        <a:lnTo>
                          <a:pt x="838" y="510"/>
                        </a:lnTo>
                        <a:lnTo>
                          <a:pt x="846" y="506"/>
                        </a:lnTo>
                        <a:lnTo>
                          <a:pt x="846" y="506"/>
                        </a:lnTo>
                        <a:lnTo>
                          <a:pt x="878" y="498"/>
                        </a:lnTo>
                        <a:lnTo>
                          <a:pt x="912" y="486"/>
                        </a:lnTo>
                        <a:lnTo>
                          <a:pt x="912" y="486"/>
                        </a:lnTo>
                        <a:lnTo>
                          <a:pt x="928" y="476"/>
                        </a:lnTo>
                        <a:lnTo>
                          <a:pt x="928" y="476"/>
                        </a:lnTo>
                        <a:lnTo>
                          <a:pt x="942" y="454"/>
                        </a:lnTo>
                        <a:lnTo>
                          <a:pt x="956" y="436"/>
                        </a:lnTo>
                        <a:lnTo>
                          <a:pt x="972" y="420"/>
                        </a:lnTo>
                        <a:lnTo>
                          <a:pt x="990" y="404"/>
                        </a:lnTo>
                        <a:lnTo>
                          <a:pt x="990" y="404"/>
                        </a:lnTo>
                        <a:lnTo>
                          <a:pt x="1016" y="376"/>
                        </a:lnTo>
                        <a:lnTo>
                          <a:pt x="1016" y="376"/>
                        </a:lnTo>
                        <a:lnTo>
                          <a:pt x="1064" y="336"/>
                        </a:lnTo>
                        <a:lnTo>
                          <a:pt x="1064" y="336"/>
                        </a:lnTo>
                        <a:lnTo>
                          <a:pt x="1078" y="338"/>
                        </a:lnTo>
                        <a:lnTo>
                          <a:pt x="1084" y="340"/>
                        </a:lnTo>
                        <a:lnTo>
                          <a:pt x="1086" y="342"/>
                        </a:lnTo>
                        <a:lnTo>
                          <a:pt x="1088" y="346"/>
                        </a:lnTo>
                        <a:lnTo>
                          <a:pt x="1086" y="350"/>
                        </a:lnTo>
                        <a:lnTo>
                          <a:pt x="1084" y="370"/>
                        </a:lnTo>
                        <a:lnTo>
                          <a:pt x="1084" y="370"/>
                        </a:lnTo>
                        <a:lnTo>
                          <a:pt x="1084" y="412"/>
                        </a:lnTo>
                        <a:lnTo>
                          <a:pt x="1084" y="412"/>
                        </a:lnTo>
                        <a:lnTo>
                          <a:pt x="1100" y="428"/>
                        </a:lnTo>
                        <a:lnTo>
                          <a:pt x="1108" y="442"/>
                        </a:lnTo>
                        <a:lnTo>
                          <a:pt x="1112" y="448"/>
                        </a:lnTo>
                        <a:lnTo>
                          <a:pt x="1114" y="456"/>
                        </a:lnTo>
                        <a:lnTo>
                          <a:pt x="1114" y="456"/>
                        </a:lnTo>
                        <a:lnTo>
                          <a:pt x="1112" y="498"/>
                        </a:lnTo>
                        <a:lnTo>
                          <a:pt x="1112" y="498"/>
                        </a:lnTo>
                        <a:lnTo>
                          <a:pt x="1102" y="524"/>
                        </a:lnTo>
                        <a:lnTo>
                          <a:pt x="1102" y="524"/>
                        </a:lnTo>
                        <a:lnTo>
                          <a:pt x="1098" y="530"/>
                        </a:lnTo>
                        <a:lnTo>
                          <a:pt x="1094" y="536"/>
                        </a:lnTo>
                        <a:lnTo>
                          <a:pt x="1092" y="550"/>
                        </a:lnTo>
                        <a:lnTo>
                          <a:pt x="1094" y="566"/>
                        </a:lnTo>
                        <a:lnTo>
                          <a:pt x="1096" y="584"/>
                        </a:lnTo>
                        <a:lnTo>
                          <a:pt x="1096" y="584"/>
                        </a:lnTo>
                        <a:lnTo>
                          <a:pt x="1096" y="650"/>
                        </a:lnTo>
                        <a:lnTo>
                          <a:pt x="1096" y="650"/>
                        </a:lnTo>
                        <a:lnTo>
                          <a:pt x="1086" y="690"/>
                        </a:lnTo>
                        <a:lnTo>
                          <a:pt x="1086" y="690"/>
                        </a:lnTo>
                        <a:lnTo>
                          <a:pt x="1088" y="732"/>
                        </a:lnTo>
                        <a:lnTo>
                          <a:pt x="1088" y="732"/>
                        </a:lnTo>
                        <a:lnTo>
                          <a:pt x="1080" y="742"/>
                        </a:lnTo>
                        <a:lnTo>
                          <a:pt x="1074" y="746"/>
                        </a:lnTo>
                        <a:lnTo>
                          <a:pt x="1068" y="750"/>
                        </a:lnTo>
                        <a:lnTo>
                          <a:pt x="1068" y="750"/>
                        </a:lnTo>
                        <a:lnTo>
                          <a:pt x="1046" y="752"/>
                        </a:lnTo>
                        <a:lnTo>
                          <a:pt x="1046" y="752"/>
                        </a:lnTo>
                        <a:lnTo>
                          <a:pt x="1028" y="748"/>
                        </a:lnTo>
                        <a:lnTo>
                          <a:pt x="1014" y="746"/>
                        </a:lnTo>
                        <a:lnTo>
                          <a:pt x="990" y="744"/>
                        </a:lnTo>
                        <a:lnTo>
                          <a:pt x="990" y="744"/>
                        </a:lnTo>
                        <a:lnTo>
                          <a:pt x="986" y="752"/>
                        </a:lnTo>
                        <a:lnTo>
                          <a:pt x="982" y="758"/>
                        </a:lnTo>
                        <a:lnTo>
                          <a:pt x="978" y="764"/>
                        </a:lnTo>
                        <a:lnTo>
                          <a:pt x="974" y="772"/>
                        </a:lnTo>
                        <a:lnTo>
                          <a:pt x="974" y="772"/>
                        </a:lnTo>
                        <a:lnTo>
                          <a:pt x="964" y="774"/>
                        </a:lnTo>
                        <a:lnTo>
                          <a:pt x="956" y="778"/>
                        </a:lnTo>
                        <a:lnTo>
                          <a:pt x="950" y="782"/>
                        </a:lnTo>
                        <a:lnTo>
                          <a:pt x="946" y="788"/>
                        </a:lnTo>
                        <a:lnTo>
                          <a:pt x="944" y="794"/>
                        </a:lnTo>
                        <a:lnTo>
                          <a:pt x="942" y="800"/>
                        </a:lnTo>
                        <a:lnTo>
                          <a:pt x="944" y="820"/>
                        </a:lnTo>
                        <a:lnTo>
                          <a:pt x="944" y="820"/>
                        </a:lnTo>
                        <a:lnTo>
                          <a:pt x="960" y="846"/>
                        </a:lnTo>
                        <a:lnTo>
                          <a:pt x="960" y="846"/>
                        </a:lnTo>
                        <a:lnTo>
                          <a:pt x="964" y="866"/>
                        </a:lnTo>
                        <a:lnTo>
                          <a:pt x="972" y="888"/>
                        </a:lnTo>
                        <a:lnTo>
                          <a:pt x="984" y="910"/>
                        </a:lnTo>
                        <a:lnTo>
                          <a:pt x="996" y="936"/>
                        </a:lnTo>
                        <a:lnTo>
                          <a:pt x="996" y="936"/>
                        </a:lnTo>
                        <a:lnTo>
                          <a:pt x="1006" y="976"/>
                        </a:lnTo>
                        <a:lnTo>
                          <a:pt x="1006" y="976"/>
                        </a:lnTo>
                        <a:lnTo>
                          <a:pt x="992" y="976"/>
                        </a:lnTo>
                        <a:lnTo>
                          <a:pt x="982" y="972"/>
                        </a:lnTo>
                        <a:lnTo>
                          <a:pt x="972" y="968"/>
                        </a:lnTo>
                        <a:lnTo>
                          <a:pt x="962" y="962"/>
                        </a:lnTo>
                        <a:lnTo>
                          <a:pt x="948" y="950"/>
                        </a:lnTo>
                        <a:lnTo>
                          <a:pt x="936" y="942"/>
                        </a:lnTo>
                        <a:lnTo>
                          <a:pt x="936" y="942"/>
                        </a:lnTo>
                        <a:lnTo>
                          <a:pt x="934" y="934"/>
                        </a:lnTo>
                        <a:lnTo>
                          <a:pt x="932" y="928"/>
                        </a:lnTo>
                        <a:lnTo>
                          <a:pt x="928" y="924"/>
                        </a:lnTo>
                        <a:lnTo>
                          <a:pt x="924" y="920"/>
                        </a:lnTo>
                        <a:lnTo>
                          <a:pt x="918" y="920"/>
                        </a:lnTo>
                        <a:lnTo>
                          <a:pt x="914" y="918"/>
                        </a:lnTo>
                        <a:lnTo>
                          <a:pt x="910" y="920"/>
                        </a:lnTo>
                        <a:lnTo>
                          <a:pt x="906" y="922"/>
                        </a:lnTo>
                        <a:lnTo>
                          <a:pt x="906" y="922"/>
                        </a:lnTo>
                        <a:lnTo>
                          <a:pt x="904" y="930"/>
                        </a:lnTo>
                        <a:lnTo>
                          <a:pt x="904" y="930"/>
                        </a:lnTo>
                        <a:lnTo>
                          <a:pt x="888" y="934"/>
                        </a:lnTo>
                        <a:lnTo>
                          <a:pt x="874" y="940"/>
                        </a:lnTo>
                        <a:lnTo>
                          <a:pt x="848" y="954"/>
                        </a:lnTo>
                        <a:lnTo>
                          <a:pt x="848" y="954"/>
                        </a:lnTo>
                        <a:lnTo>
                          <a:pt x="848" y="972"/>
                        </a:lnTo>
                        <a:lnTo>
                          <a:pt x="848" y="972"/>
                        </a:lnTo>
                        <a:lnTo>
                          <a:pt x="852" y="976"/>
                        </a:lnTo>
                        <a:lnTo>
                          <a:pt x="852" y="976"/>
                        </a:lnTo>
                        <a:lnTo>
                          <a:pt x="840" y="982"/>
                        </a:lnTo>
                        <a:lnTo>
                          <a:pt x="832" y="992"/>
                        </a:lnTo>
                        <a:lnTo>
                          <a:pt x="832" y="992"/>
                        </a:lnTo>
                        <a:lnTo>
                          <a:pt x="812" y="996"/>
                        </a:lnTo>
                        <a:lnTo>
                          <a:pt x="812" y="996"/>
                        </a:lnTo>
                        <a:close/>
                      </a:path>
                    </a:pathLst>
                  </a:custGeom>
                  <a:solidFill>
                    <a:srgbClr val="5FA7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CN" altLang="en-US">
                      <a:solidFill>
                        <a:srgbClr val="000000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45" name="Freeform 70"/>
              <p:cNvSpPr/>
              <p:nvPr/>
            </p:nvSpPr>
            <p:spPr bwMode="auto">
              <a:xfrm>
                <a:off x="12300" y="3540"/>
                <a:ext cx="304" cy="296"/>
              </a:xfrm>
              <a:custGeom>
                <a:avLst/>
                <a:gdLst>
                  <a:gd name="T0" fmla="*/ 40 w 78"/>
                  <a:gd name="T1" fmla="*/ 0 h 76"/>
                  <a:gd name="T2" fmla="*/ 48 w 78"/>
                  <a:gd name="T3" fmla="*/ 32 h 76"/>
                  <a:gd name="T4" fmla="*/ 78 w 78"/>
                  <a:gd name="T5" fmla="*/ 28 h 76"/>
                  <a:gd name="T6" fmla="*/ 52 w 78"/>
                  <a:gd name="T7" fmla="*/ 46 h 76"/>
                  <a:gd name="T8" fmla="*/ 64 w 78"/>
                  <a:gd name="T9" fmla="*/ 76 h 76"/>
                  <a:gd name="T10" fmla="*/ 40 w 78"/>
                  <a:gd name="T11" fmla="*/ 54 h 76"/>
                  <a:gd name="T12" fmla="*/ 16 w 78"/>
                  <a:gd name="T13" fmla="*/ 76 h 76"/>
                  <a:gd name="T14" fmla="*/ 28 w 78"/>
                  <a:gd name="T15" fmla="*/ 46 h 76"/>
                  <a:gd name="T16" fmla="*/ 0 w 78"/>
                  <a:gd name="T17" fmla="*/ 28 h 76"/>
                  <a:gd name="T18" fmla="*/ 32 w 78"/>
                  <a:gd name="T19" fmla="*/ 32 h 76"/>
                  <a:gd name="T20" fmla="*/ 40 w 78"/>
                  <a:gd name="T21" fmla="*/ 0 h 76"/>
                  <a:gd name="T22" fmla="*/ 40 w 78"/>
                  <a:gd name="T23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8" h="76">
                    <a:moveTo>
                      <a:pt x="40" y="0"/>
                    </a:moveTo>
                    <a:lnTo>
                      <a:pt x="48" y="32"/>
                    </a:lnTo>
                    <a:lnTo>
                      <a:pt x="78" y="28"/>
                    </a:lnTo>
                    <a:lnTo>
                      <a:pt x="52" y="46"/>
                    </a:lnTo>
                    <a:lnTo>
                      <a:pt x="64" y="76"/>
                    </a:lnTo>
                    <a:lnTo>
                      <a:pt x="40" y="54"/>
                    </a:lnTo>
                    <a:lnTo>
                      <a:pt x="16" y="76"/>
                    </a:lnTo>
                    <a:lnTo>
                      <a:pt x="28" y="46"/>
                    </a:lnTo>
                    <a:lnTo>
                      <a:pt x="0" y="28"/>
                    </a:lnTo>
                    <a:lnTo>
                      <a:pt x="32" y="32"/>
                    </a:lnTo>
                    <a:lnTo>
                      <a:pt x="40" y="0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12374" y="2931"/>
                <a:ext cx="579" cy="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>
                    <a:solidFill>
                      <a:srgbClr val="FF0000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베이징</a:t>
                </a: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10690" y="1513"/>
                <a:ext cx="4338" cy="4295"/>
                <a:chOff x="6788244" y="1792943"/>
                <a:chExt cx="2754340" cy="2727469"/>
              </a:xfrm>
            </p:grpSpPr>
            <p:sp>
              <p:nvSpPr>
                <p:cNvPr id="72" name="文本框 71"/>
                <p:cNvSpPr txBox="1"/>
                <p:nvPr/>
              </p:nvSpPr>
              <p:spPr>
                <a:xfrm>
                  <a:off x="8660565" y="1792943"/>
                  <a:ext cx="882019" cy="3345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헤이룽장</a:t>
                  </a:r>
                </a:p>
              </p:txBody>
            </p:sp>
            <p:sp>
              <p:nvSpPr>
                <p:cNvPr id="73" name="文本框 72"/>
                <p:cNvSpPr txBox="1"/>
                <p:nvPr/>
              </p:nvSpPr>
              <p:spPr>
                <a:xfrm>
                  <a:off x="8787625" y="2259566"/>
                  <a:ext cx="494640" cy="5524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지린</a:t>
                  </a:r>
                </a:p>
              </p:txBody>
            </p:sp>
            <p:sp>
              <p:nvSpPr>
                <p:cNvPr id="74" name="文本框 73"/>
                <p:cNvSpPr txBox="1"/>
                <p:nvPr/>
              </p:nvSpPr>
              <p:spPr>
                <a:xfrm>
                  <a:off x="8487663" y="2637188"/>
                  <a:ext cx="494640" cy="5524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랴오닝</a:t>
                  </a:r>
                </a:p>
              </p:txBody>
            </p:sp>
            <p:sp>
              <p:nvSpPr>
                <p:cNvPr id="75" name="文本框 74"/>
                <p:cNvSpPr txBox="1"/>
                <p:nvPr/>
              </p:nvSpPr>
              <p:spPr>
                <a:xfrm>
                  <a:off x="7568242" y="3360232"/>
                  <a:ext cx="494640" cy="5524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허베이</a:t>
                  </a:r>
                </a:p>
              </p:txBody>
            </p:sp>
            <p:sp>
              <p:nvSpPr>
                <p:cNvPr id="76" name="文本框 75"/>
                <p:cNvSpPr txBox="1"/>
                <p:nvPr/>
              </p:nvSpPr>
              <p:spPr>
                <a:xfrm>
                  <a:off x="8040527" y="3048691"/>
                  <a:ext cx="512826" cy="512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톈진</a:t>
                  </a:r>
                </a:p>
              </p:txBody>
            </p:sp>
            <p:sp>
              <p:nvSpPr>
                <p:cNvPr id="77" name="文本框 76"/>
                <p:cNvSpPr txBox="1"/>
                <p:nvPr/>
              </p:nvSpPr>
              <p:spPr>
                <a:xfrm>
                  <a:off x="7885818" y="3523052"/>
                  <a:ext cx="494640" cy="5524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산둥</a:t>
                  </a:r>
                </a:p>
              </p:txBody>
            </p:sp>
            <p:sp>
              <p:nvSpPr>
                <p:cNvPr id="78" name="文本框 77"/>
                <p:cNvSpPr txBox="1"/>
                <p:nvPr/>
              </p:nvSpPr>
              <p:spPr>
                <a:xfrm>
                  <a:off x="7199318" y="3494061"/>
                  <a:ext cx="494640" cy="5524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산시</a:t>
                  </a:r>
                </a:p>
              </p:txBody>
            </p:sp>
            <p:sp>
              <p:nvSpPr>
                <p:cNvPr id="79" name="文本框 78"/>
                <p:cNvSpPr txBox="1"/>
                <p:nvPr/>
              </p:nvSpPr>
              <p:spPr>
                <a:xfrm>
                  <a:off x="6788244" y="3967925"/>
                  <a:ext cx="494640" cy="5524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산시(섬서)</a:t>
                  </a: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12369" y="4913"/>
                <a:ext cx="1536" cy="1954"/>
                <a:chOff x="7854547" y="3951894"/>
                <a:chExt cx="975140" cy="1241087"/>
              </a:xfrm>
            </p:grpSpPr>
            <p:sp>
              <p:nvSpPr>
                <p:cNvPr id="69" name="Freeform 20"/>
                <p:cNvSpPr/>
                <p:nvPr/>
              </p:nvSpPr>
              <p:spPr bwMode="auto">
                <a:xfrm>
                  <a:off x="8325495" y="4694330"/>
                  <a:ext cx="504192" cy="498651"/>
                </a:xfrm>
                <a:custGeom>
                  <a:avLst/>
                  <a:gdLst>
                    <a:gd name="T0" fmla="*/ 138 w 364"/>
                    <a:gd name="T1" fmla="*/ 356 h 360"/>
                    <a:gd name="T2" fmla="*/ 108 w 364"/>
                    <a:gd name="T3" fmla="*/ 340 h 360"/>
                    <a:gd name="T4" fmla="*/ 86 w 364"/>
                    <a:gd name="T5" fmla="*/ 274 h 360"/>
                    <a:gd name="T6" fmla="*/ 48 w 364"/>
                    <a:gd name="T7" fmla="*/ 256 h 360"/>
                    <a:gd name="T8" fmla="*/ 46 w 364"/>
                    <a:gd name="T9" fmla="*/ 226 h 360"/>
                    <a:gd name="T10" fmla="*/ 24 w 364"/>
                    <a:gd name="T11" fmla="*/ 188 h 360"/>
                    <a:gd name="T12" fmla="*/ 0 w 364"/>
                    <a:gd name="T13" fmla="*/ 162 h 360"/>
                    <a:gd name="T14" fmla="*/ 10 w 364"/>
                    <a:gd name="T15" fmla="*/ 140 h 360"/>
                    <a:gd name="T16" fmla="*/ 26 w 364"/>
                    <a:gd name="T17" fmla="*/ 122 h 360"/>
                    <a:gd name="T18" fmla="*/ 32 w 364"/>
                    <a:gd name="T19" fmla="*/ 104 h 360"/>
                    <a:gd name="T20" fmla="*/ 58 w 364"/>
                    <a:gd name="T21" fmla="*/ 88 h 360"/>
                    <a:gd name="T22" fmla="*/ 70 w 364"/>
                    <a:gd name="T23" fmla="*/ 68 h 360"/>
                    <a:gd name="T24" fmla="*/ 72 w 364"/>
                    <a:gd name="T25" fmla="*/ 16 h 360"/>
                    <a:gd name="T26" fmla="*/ 90 w 364"/>
                    <a:gd name="T27" fmla="*/ 8 h 360"/>
                    <a:gd name="T28" fmla="*/ 106 w 364"/>
                    <a:gd name="T29" fmla="*/ 6 h 360"/>
                    <a:gd name="T30" fmla="*/ 140 w 364"/>
                    <a:gd name="T31" fmla="*/ 10 h 360"/>
                    <a:gd name="T32" fmla="*/ 152 w 364"/>
                    <a:gd name="T33" fmla="*/ 2 h 360"/>
                    <a:gd name="T34" fmla="*/ 186 w 364"/>
                    <a:gd name="T35" fmla="*/ 4 h 360"/>
                    <a:gd name="T36" fmla="*/ 212 w 364"/>
                    <a:gd name="T37" fmla="*/ 16 h 360"/>
                    <a:gd name="T38" fmla="*/ 238 w 364"/>
                    <a:gd name="T39" fmla="*/ 26 h 360"/>
                    <a:gd name="T40" fmla="*/ 254 w 364"/>
                    <a:gd name="T41" fmla="*/ 22 h 360"/>
                    <a:gd name="T42" fmla="*/ 280 w 364"/>
                    <a:gd name="T43" fmla="*/ 2 h 360"/>
                    <a:gd name="T44" fmla="*/ 300 w 364"/>
                    <a:gd name="T45" fmla="*/ 8 h 360"/>
                    <a:gd name="T46" fmla="*/ 324 w 364"/>
                    <a:gd name="T47" fmla="*/ 18 h 360"/>
                    <a:gd name="T48" fmla="*/ 360 w 364"/>
                    <a:gd name="T49" fmla="*/ 28 h 360"/>
                    <a:gd name="T50" fmla="*/ 324 w 364"/>
                    <a:gd name="T51" fmla="*/ 58 h 360"/>
                    <a:gd name="T52" fmla="*/ 316 w 364"/>
                    <a:gd name="T53" fmla="*/ 76 h 360"/>
                    <a:gd name="T54" fmla="*/ 320 w 364"/>
                    <a:gd name="T55" fmla="*/ 84 h 360"/>
                    <a:gd name="T56" fmla="*/ 362 w 364"/>
                    <a:gd name="T57" fmla="*/ 72 h 360"/>
                    <a:gd name="T58" fmla="*/ 364 w 364"/>
                    <a:gd name="T59" fmla="*/ 90 h 360"/>
                    <a:gd name="T60" fmla="*/ 346 w 364"/>
                    <a:gd name="T61" fmla="*/ 100 h 360"/>
                    <a:gd name="T62" fmla="*/ 322 w 364"/>
                    <a:gd name="T63" fmla="*/ 112 h 360"/>
                    <a:gd name="T64" fmla="*/ 344 w 364"/>
                    <a:gd name="T65" fmla="*/ 142 h 360"/>
                    <a:gd name="T66" fmla="*/ 340 w 364"/>
                    <a:gd name="T67" fmla="*/ 196 h 360"/>
                    <a:gd name="T68" fmla="*/ 344 w 364"/>
                    <a:gd name="T69" fmla="*/ 214 h 360"/>
                    <a:gd name="T70" fmla="*/ 338 w 364"/>
                    <a:gd name="T71" fmla="*/ 238 h 360"/>
                    <a:gd name="T72" fmla="*/ 330 w 364"/>
                    <a:gd name="T73" fmla="*/ 240 h 360"/>
                    <a:gd name="T74" fmla="*/ 324 w 364"/>
                    <a:gd name="T75" fmla="*/ 224 h 360"/>
                    <a:gd name="T76" fmla="*/ 304 w 364"/>
                    <a:gd name="T77" fmla="*/ 232 h 360"/>
                    <a:gd name="T78" fmla="*/ 270 w 364"/>
                    <a:gd name="T79" fmla="*/ 268 h 360"/>
                    <a:gd name="T80" fmla="*/ 262 w 364"/>
                    <a:gd name="T81" fmla="*/ 286 h 360"/>
                    <a:gd name="T82" fmla="*/ 260 w 364"/>
                    <a:gd name="T83" fmla="*/ 344 h 360"/>
                    <a:gd name="T84" fmla="*/ 222 w 364"/>
                    <a:gd name="T85" fmla="*/ 344 h 360"/>
                    <a:gd name="T86" fmla="*/ 158 w 364"/>
                    <a:gd name="T87" fmla="*/ 360 h 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364" h="360">
                      <a:moveTo>
                        <a:pt x="158" y="360"/>
                      </a:moveTo>
                      <a:lnTo>
                        <a:pt x="158" y="360"/>
                      </a:lnTo>
                      <a:lnTo>
                        <a:pt x="138" y="356"/>
                      </a:lnTo>
                      <a:lnTo>
                        <a:pt x="126" y="352"/>
                      </a:lnTo>
                      <a:lnTo>
                        <a:pt x="116" y="346"/>
                      </a:lnTo>
                      <a:lnTo>
                        <a:pt x="108" y="340"/>
                      </a:lnTo>
                      <a:lnTo>
                        <a:pt x="108" y="340"/>
                      </a:lnTo>
                      <a:lnTo>
                        <a:pt x="86" y="274"/>
                      </a:lnTo>
                      <a:lnTo>
                        <a:pt x="86" y="274"/>
                      </a:lnTo>
                      <a:lnTo>
                        <a:pt x="66" y="258"/>
                      </a:lnTo>
                      <a:lnTo>
                        <a:pt x="66" y="258"/>
                      </a:lnTo>
                      <a:lnTo>
                        <a:pt x="48" y="256"/>
                      </a:lnTo>
                      <a:lnTo>
                        <a:pt x="48" y="256"/>
                      </a:lnTo>
                      <a:lnTo>
                        <a:pt x="50" y="240"/>
                      </a:lnTo>
                      <a:lnTo>
                        <a:pt x="46" y="226"/>
                      </a:lnTo>
                      <a:lnTo>
                        <a:pt x="40" y="212"/>
                      </a:lnTo>
                      <a:lnTo>
                        <a:pt x="34" y="200"/>
                      </a:lnTo>
                      <a:lnTo>
                        <a:pt x="24" y="188"/>
                      </a:lnTo>
                      <a:lnTo>
                        <a:pt x="14" y="178"/>
                      </a:lnTo>
                      <a:lnTo>
                        <a:pt x="0" y="162"/>
                      </a:lnTo>
                      <a:lnTo>
                        <a:pt x="0" y="162"/>
                      </a:lnTo>
                      <a:lnTo>
                        <a:pt x="0" y="156"/>
                      </a:lnTo>
                      <a:lnTo>
                        <a:pt x="2" y="150"/>
                      </a:lnTo>
                      <a:lnTo>
                        <a:pt x="10" y="140"/>
                      </a:lnTo>
                      <a:lnTo>
                        <a:pt x="18" y="130"/>
                      </a:lnTo>
                      <a:lnTo>
                        <a:pt x="26" y="122"/>
                      </a:lnTo>
                      <a:lnTo>
                        <a:pt x="26" y="122"/>
                      </a:lnTo>
                      <a:lnTo>
                        <a:pt x="26" y="114"/>
                      </a:lnTo>
                      <a:lnTo>
                        <a:pt x="28" y="110"/>
                      </a:lnTo>
                      <a:lnTo>
                        <a:pt x="32" y="104"/>
                      </a:lnTo>
                      <a:lnTo>
                        <a:pt x="36" y="102"/>
                      </a:lnTo>
                      <a:lnTo>
                        <a:pt x="48" y="94"/>
                      </a:lnTo>
                      <a:lnTo>
                        <a:pt x="58" y="88"/>
                      </a:lnTo>
                      <a:lnTo>
                        <a:pt x="58" y="88"/>
                      </a:lnTo>
                      <a:lnTo>
                        <a:pt x="70" y="68"/>
                      </a:lnTo>
                      <a:lnTo>
                        <a:pt x="70" y="68"/>
                      </a:lnTo>
                      <a:lnTo>
                        <a:pt x="70" y="38"/>
                      </a:lnTo>
                      <a:lnTo>
                        <a:pt x="70" y="24"/>
                      </a:lnTo>
                      <a:lnTo>
                        <a:pt x="72" y="16"/>
                      </a:lnTo>
                      <a:lnTo>
                        <a:pt x="72" y="16"/>
                      </a:lnTo>
                      <a:lnTo>
                        <a:pt x="80" y="14"/>
                      </a:lnTo>
                      <a:lnTo>
                        <a:pt x="90" y="8"/>
                      </a:lnTo>
                      <a:lnTo>
                        <a:pt x="94" y="6"/>
                      </a:lnTo>
                      <a:lnTo>
                        <a:pt x="100" y="6"/>
                      </a:lnTo>
                      <a:lnTo>
                        <a:pt x="106" y="6"/>
                      </a:lnTo>
                      <a:lnTo>
                        <a:pt x="112" y="10"/>
                      </a:lnTo>
                      <a:lnTo>
                        <a:pt x="112" y="10"/>
                      </a:lnTo>
                      <a:lnTo>
                        <a:pt x="140" y="10"/>
                      </a:lnTo>
                      <a:lnTo>
                        <a:pt x="140" y="10"/>
                      </a:lnTo>
                      <a:lnTo>
                        <a:pt x="146" y="6"/>
                      </a:lnTo>
                      <a:lnTo>
                        <a:pt x="152" y="2"/>
                      </a:lnTo>
                      <a:lnTo>
                        <a:pt x="160" y="0"/>
                      </a:lnTo>
                      <a:lnTo>
                        <a:pt x="168" y="0"/>
                      </a:lnTo>
                      <a:lnTo>
                        <a:pt x="186" y="4"/>
                      </a:lnTo>
                      <a:lnTo>
                        <a:pt x="202" y="8"/>
                      </a:lnTo>
                      <a:lnTo>
                        <a:pt x="202" y="8"/>
                      </a:lnTo>
                      <a:lnTo>
                        <a:pt x="212" y="16"/>
                      </a:lnTo>
                      <a:lnTo>
                        <a:pt x="224" y="22"/>
                      </a:lnTo>
                      <a:lnTo>
                        <a:pt x="230" y="24"/>
                      </a:lnTo>
                      <a:lnTo>
                        <a:pt x="238" y="26"/>
                      </a:lnTo>
                      <a:lnTo>
                        <a:pt x="246" y="24"/>
                      </a:lnTo>
                      <a:lnTo>
                        <a:pt x="254" y="22"/>
                      </a:lnTo>
                      <a:lnTo>
                        <a:pt x="254" y="22"/>
                      </a:lnTo>
                      <a:lnTo>
                        <a:pt x="264" y="14"/>
                      </a:lnTo>
                      <a:lnTo>
                        <a:pt x="274" y="4"/>
                      </a:lnTo>
                      <a:lnTo>
                        <a:pt x="280" y="2"/>
                      </a:lnTo>
                      <a:lnTo>
                        <a:pt x="286" y="0"/>
                      </a:lnTo>
                      <a:lnTo>
                        <a:pt x="292" y="2"/>
                      </a:lnTo>
                      <a:lnTo>
                        <a:pt x="300" y="8"/>
                      </a:lnTo>
                      <a:lnTo>
                        <a:pt x="300" y="8"/>
                      </a:lnTo>
                      <a:lnTo>
                        <a:pt x="324" y="18"/>
                      </a:lnTo>
                      <a:lnTo>
                        <a:pt x="324" y="18"/>
                      </a:lnTo>
                      <a:lnTo>
                        <a:pt x="364" y="22"/>
                      </a:lnTo>
                      <a:lnTo>
                        <a:pt x="364" y="22"/>
                      </a:lnTo>
                      <a:lnTo>
                        <a:pt x="360" y="28"/>
                      </a:lnTo>
                      <a:lnTo>
                        <a:pt x="352" y="34"/>
                      </a:lnTo>
                      <a:lnTo>
                        <a:pt x="332" y="48"/>
                      </a:lnTo>
                      <a:lnTo>
                        <a:pt x="324" y="58"/>
                      </a:lnTo>
                      <a:lnTo>
                        <a:pt x="318" y="66"/>
                      </a:lnTo>
                      <a:lnTo>
                        <a:pt x="316" y="72"/>
                      </a:lnTo>
                      <a:lnTo>
                        <a:pt x="316" y="76"/>
                      </a:lnTo>
                      <a:lnTo>
                        <a:pt x="316" y="80"/>
                      </a:lnTo>
                      <a:lnTo>
                        <a:pt x="320" y="84"/>
                      </a:lnTo>
                      <a:lnTo>
                        <a:pt x="320" y="84"/>
                      </a:lnTo>
                      <a:lnTo>
                        <a:pt x="350" y="84"/>
                      </a:lnTo>
                      <a:lnTo>
                        <a:pt x="350" y="84"/>
                      </a:lnTo>
                      <a:lnTo>
                        <a:pt x="362" y="72"/>
                      </a:lnTo>
                      <a:lnTo>
                        <a:pt x="362" y="72"/>
                      </a:lnTo>
                      <a:lnTo>
                        <a:pt x="364" y="82"/>
                      </a:lnTo>
                      <a:lnTo>
                        <a:pt x="364" y="90"/>
                      </a:lnTo>
                      <a:lnTo>
                        <a:pt x="360" y="96"/>
                      </a:lnTo>
                      <a:lnTo>
                        <a:pt x="360" y="96"/>
                      </a:lnTo>
                      <a:lnTo>
                        <a:pt x="346" y="100"/>
                      </a:lnTo>
                      <a:lnTo>
                        <a:pt x="338" y="104"/>
                      </a:lnTo>
                      <a:lnTo>
                        <a:pt x="322" y="112"/>
                      </a:lnTo>
                      <a:lnTo>
                        <a:pt x="322" y="112"/>
                      </a:lnTo>
                      <a:lnTo>
                        <a:pt x="324" y="132"/>
                      </a:lnTo>
                      <a:lnTo>
                        <a:pt x="324" y="132"/>
                      </a:lnTo>
                      <a:lnTo>
                        <a:pt x="344" y="142"/>
                      </a:lnTo>
                      <a:lnTo>
                        <a:pt x="344" y="142"/>
                      </a:lnTo>
                      <a:lnTo>
                        <a:pt x="340" y="166"/>
                      </a:lnTo>
                      <a:lnTo>
                        <a:pt x="340" y="196"/>
                      </a:lnTo>
                      <a:lnTo>
                        <a:pt x="340" y="196"/>
                      </a:lnTo>
                      <a:lnTo>
                        <a:pt x="342" y="204"/>
                      </a:lnTo>
                      <a:lnTo>
                        <a:pt x="344" y="214"/>
                      </a:lnTo>
                      <a:lnTo>
                        <a:pt x="342" y="228"/>
                      </a:lnTo>
                      <a:lnTo>
                        <a:pt x="340" y="232"/>
                      </a:lnTo>
                      <a:lnTo>
                        <a:pt x="338" y="238"/>
                      </a:lnTo>
                      <a:lnTo>
                        <a:pt x="338" y="238"/>
                      </a:lnTo>
                      <a:lnTo>
                        <a:pt x="330" y="240"/>
                      </a:lnTo>
                      <a:lnTo>
                        <a:pt x="330" y="240"/>
                      </a:lnTo>
                      <a:lnTo>
                        <a:pt x="328" y="226"/>
                      </a:lnTo>
                      <a:lnTo>
                        <a:pt x="328" y="226"/>
                      </a:lnTo>
                      <a:lnTo>
                        <a:pt x="324" y="224"/>
                      </a:lnTo>
                      <a:lnTo>
                        <a:pt x="320" y="224"/>
                      </a:lnTo>
                      <a:lnTo>
                        <a:pt x="312" y="226"/>
                      </a:lnTo>
                      <a:lnTo>
                        <a:pt x="304" y="232"/>
                      </a:lnTo>
                      <a:lnTo>
                        <a:pt x="296" y="240"/>
                      </a:lnTo>
                      <a:lnTo>
                        <a:pt x="280" y="256"/>
                      </a:lnTo>
                      <a:lnTo>
                        <a:pt x="270" y="268"/>
                      </a:lnTo>
                      <a:lnTo>
                        <a:pt x="270" y="268"/>
                      </a:lnTo>
                      <a:lnTo>
                        <a:pt x="266" y="278"/>
                      </a:lnTo>
                      <a:lnTo>
                        <a:pt x="262" y="286"/>
                      </a:lnTo>
                      <a:lnTo>
                        <a:pt x="262" y="286"/>
                      </a:lnTo>
                      <a:lnTo>
                        <a:pt x="260" y="344"/>
                      </a:lnTo>
                      <a:lnTo>
                        <a:pt x="260" y="344"/>
                      </a:lnTo>
                      <a:lnTo>
                        <a:pt x="250" y="342"/>
                      </a:lnTo>
                      <a:lnTo>
                        <a:pt x="250" y="342"/>
                      </a:lnTo>
                      <a:lnTo>
                        <a:pt x="222" y="344"/>
                      </a:lnTo>
                      <a:lnTo>
                        <a:pt x="200" y="346"/>
                      </a:lnTo>
                      <a:lnTo>
                        <a:pt x="180" y="352"/>
                      </a:lnTo>
                      <a:lnTo>
                        <a:pt x="158" y="360"/>
                      </a:lnTo>
                      <a:lnTo>
                        <a:pt x="158" y="360"/>
                      </a:lnTo>
                      <a:close/>
                    </a:path>
                  </a:pathLst>
                </a:custGeom>
                <a:solidFill>
                  <a:srgbClr val="F4C6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0" name="Freeform 23"/>
                <p:cNvSpPr/>
                <p:nvPr/>
              </p:nvSpPr>
              <p:spPr bwMode="auto">
                <a:xfrm>
                  <a:off x="7854547" y="4059935"/>
                  <a:ext cx="645476" cy="795071"/>
                </a:xfrm>
                <a:custGeom>
                  <a:avLst/>
                  <a:gdLst>
                    <a:gd name="T0" fmla="*/ 212 w 466"/>
                    <a:gd name="T1" fmla="*/ 570 h 574"/>
                    <a:gd name="T2" fmla="*/ 202 w 466"/>
                    <a:gd name="T3" fmla="*/ 516 h 574"/>
                    <a:gd name="T4" fmla="*/ 166 w 466"/>
                    <a:gd name="T5" fmla="*/ 522 h 574"/>
                    <a:gd name="T6" fmla="*/ 148 w 466"/>
                    <a:gd name="T7" fmla="*/ 546 h 574"/>
                    <a:gd name="T8" fmla="*/ 140 w 466"/>
                    <a:gd name="T9" fmla="*/ 538 h 574"/>
                    <a:gd name="T10" fmla="*/ 122 w 466"/>
                    <a:gd name="T11" fmla="*/ 520 h 574"/>
                    <a:gd name="T12" fmla="*/ 114 w 466"/>
                    <a:gd name="T13" fmla="*/ 490 h 574"/>
                    <a:gd name="T14" fmla="*/ 102 w 466"/>
                    <a:gd name="T15" fmla="*/ 470 h 574"/>
                    <a:gd name="T16" fmla="*/ 100 w 466"/>
                    <a:gd name="T17" fmla="*/ 446 h 574"/>
                    <a:gd name="T18" fmla="*/ 106 w 466"/>
                    <a:gd name="T19" fmla="*/ 416 h 574"/>
                    <a:gd name="T20" fmla="*/ 68 w 466"/>
                    <a:gd name="T21" fmla="*/ 398 h 574"/>
                    <a:gd name="T22" fmla="*/ 58 w 466"/>
                    <a:gd name="T23" fmla="*/ 380 h 574"/>
                    <a:gd name="T24" fmla="*/ 56 w 466"/>
                    <a:gd name="T25" fmla="*/ 366 h 574"/>
                    <a:gd name="T26" fmla="*/ 86 w 466"/>
                    <a:gd name="T27" fmla="*/ 346 h 574"/>
                    <a:gd name="T28" fmla="*/ 96 w 466"/>
                    <a:gd name="T29" fmla="*/ 284 h 574"/>
                    <a:gd name="T30" fmla="*/ 78 w 466"/>
                    <a:gd name="T31" fmla="*/ 252 h 574"/>
                    <a:gd name="T32" fmla="*/ 48 w 466"/>
                    <a:gd name="T33" fmla="*/ 262 h 574"/>
                    <a:gd name="T34" fmla="*/ 30 w 466"/>
                    <a:gd name="T35" fmla="*/ 252 h 574"/>
                    <a:gd name="T36" fmla="*/ 0 w 466"/>
                    <a:gd name="T37" fmla="*/ 202 h 574"/>
                    <a:gd name="T38" fmla="*/ 10 w 466"/>
                    <a:gd name="T39" fmla="*/ 180 h 574"/>
                    <a:gd name="T40" fmla="*/ 42 w 466"/>
                    <a:gd name="T41" fmla="*/ 148 h 574"/>
                    <a:gd name="T42" fmla="*/ 44 w 466"/>
                    <a:gd name="T43" fmla="*/ 72 h 574"/>
                    <a:gd name="T44" fmla="*/ 58 w 466"/>
                    <a:gd name="T45" fmla="*/ 74 h 574"/>
                    <a:gd name="T46" fmla="*/ 76 w 466"/>
                    <a:gd name="T47" fmla="*/ 110 h 574"/>
                    <a:gd name="T48" fmla="*/ 110 w 466"/>
                    <a:gd name="T49" fmla="*/ 120 h 574"/>
                    <a:gd name="T50" fmla="*/ 126 w 466"/>
                    <a:gd name="T51" fmla="*/ 80 h 574"/>
                    <a:gd name="T52" fmla="*/ 134 w 466"/>
                    <a:gd name="T53" fmla="*/ 54 h 574"/>
                    <a:gd name="T54" fmla="*/ 102 w 466"/>
                    <a:gd name="T55" fmla="*/ 6 h 574"/>
                    <a:gd name="T56" fmla="*/ 118 w 466"/>
                    <a:gd name="T57" fmla="*/ 0 h 574"/>
                    <a:gd name="T58" fmla="*/ 150 w 466"/>
                    <a:gd name="T59" fmla="*/ 40 h 574"/>
                    <a:gd name="T60" fmla="*/ 176 w 466"/>
                    <a:gd name="T61" fmla="*/ 80 h 574"/>
                    <a:gd name="T62" fmla="*/ 264 w 466"/>
                    <a:gd name="T63" fmla="*/ 106 h 574"/>
                    <a:gd name="T64" fmla="*/ 294 w 466"/>
                    <a:gd name="T65" fmla="*/ 174 h 574"/>
                    <a:gd name="T66" fmla="*/ 318 w 466"/>
                    <a:gd name="T67" fmla="*/ 202 h 574"/>
                    <a:gd name="T68" fmla="*/ 358 w 466"/>
                    <a:gd name="T69" fmla="*/ 194 h 574"/>
                    <a:gd name="T70" fmla="*/ 362 w 466"/>
                    <a:gd name="T71" fmla="*/ 180 h 574"/>
                    <a:gd name="T72" fmla="*/ 388 w 466"/>
                    <a:gd name="T73" fmla="*/ 194 h 574"/>
                    <a:gd name="T74" fmla="*/ 382 w 466"/>
                    <a:gd name="T75" fmla="*/ 224 h 574"/>
                    <a:gd name="T76" fmla="*/ 338 w 466"/>
                    <a:gd name="T77" fmla="*/ 250 h 574"/>
                    <a:gd name="T78" fmla="*/ 330 w 466"/>
                    <a:gd name="T79" fmla="*/ 280 h 574"/>
                    <a:gd name="T80" fmla="*/ 326 w 466"/>
                    <a:gd name="T81" fmla="*/ 302 h 574"/>
                    <a:gd name="T82" fmla="*/ 380 w 466"/>
                    <a:gd name="T83" fmla="*/ 346 h 574"/>
                    <a:gd name="T84" fmla="*/ 392 w 466"/>
                    <a:gd name="T85" fmla="*/ 360 h 574"/>
                    <a:gd name="T86" fmla="*/ 456 w 466"/>
                    <a:gd name="T87" fmla="*/ 378 h 574"/>
                    <a:gd name="T88" fmla="*/ 466 w 466"/>
                    <a:gd name="T89" fmla="*/ 402 h 574"/>
                    <a:gd name="T90" fmla="*/ 426 w 466"/>
                    <a:gd name="T91" fmla="*/ 420 h 574"/>
                    <a:gd name="T92" fmla="*/ 416 w 466"/>
                    <a:gd name="T93" fmla="*/ 440 h 574"/>
                    <a:gd name="T94" fmla="*/ 420 w 466"/>
                    <a:gd name="T95" fmla="*/ 460 h 574"/>
                    <a:gd name="T96" fmla="*/ 400 w 466"/>
                    <a:gd name="T97" fmla="*/ 522 h 574"/>
                    <a:gd name="T98" fmla="*/ 378 w 466"/>
                    <a:gd name="T99" fmla="*/ 546 h 574"/>
                    <a:gd name="T100" fmla="*/ 330 w 466"/>
                    <a:gd name="T101" fmla="*/ 560 h 574"/>
                    <a:gd name="T102" fmla="*/ 278 w 466"/>
                    <a:gd name="T103" fmla="*/ 566 h 574"/>
                    <a:gd name="T104" fmla="*/ 256 w 466"/>
                    <a:gd name="T105" fmla="*/ 536 h 574"/>
                    <a:gd name="T106" fmla="*/ 238 w 466"/>
                    <a:gd name="T107" fmla="*/ 532 h 574"/>
                    <a:gd name="T108" fmla="*/ 226 w 466"/>
                    <a:gd name="T109" fmla="*/ 574 h 5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466" h="574">
                      <a:moveTo>
                        <a:pt x="216" y="574"/>
                      </a:moveTo>
                      <a:lnTo>
                        <a:pt x="216" y="574"/>
                      </a:lnTo>
                      <a:lnTo>
                        <a:pt x="212" y="570"/>
                      </a:lnTo>
                      <a:lnTo>
                        <a:pt x="212" y="570"/>
                      </a:lnTo>
                      <a:lnTo>
                        <a:pt x="212" y="524"/>
                      </a:lnTo>
                      <a:lnTo>
                        <a:pt x="212" y="524"/>
                      </a:lnTo>
                      <a:lnTo>
                        <a:pt x="202" y="516"/>
                      </a:lnTo>
                      <a:lnTo>
                        <a:pt x="202" y="516"/>
                      </a:lnTo>
                      <a:lnTo>
                        <a:pt x="182" y="516"/>
                      </a:lnTo>
                      <a:lnTo>
                        <a:pt x="176" y="518"/>
                      </a:lnTo>
                      <a:lnTo>
                        <a:pt x="170" y="520"/>
                      </a:lnTo>
                      <a:lnTo>
                        <a:pt x="166" y="522"/>
                      </a:lnTo>
                      <a:lnTo>
                        <a:pt x="162" y="528"/>
                      </a:lnTo>
                      <a:lnTo>
                        <a:pt x="154" y="542"/>
                      </a:lnTo>
                      <a:lnTo>
                        <a:pt x="154" y="542"/>
                      </a:lnTo>
                      <a:lnTo>
                        <a:pt x="148" y="546"/>
                      </a:lnTo>
                      <a:lnTo>
                        <a:pt x="144" y="548"/>
                      </a:lnTo>
                      <a:lnTo>
                        <a:pt x="144" y="548"/>
                      </a:lnTo>
                      <a:lnTo>
                        <a:pt x="142" y="542"/>
                      </a:lnTo>
                      <a:lnTo>
                        <a:pt x="140" y="538"/>
                      </a:lnTo>
                      <a:lnTo>
                        <a:pt x="130" y="532"/>
                      </a:lnTo>
                      <a:lnTo>
                        <a:pt x="130" y="532"/>
                      </a:lnTo>
                      <a:lnTo>
                        <a:pt x="122" y="520"/>
                      </a:lnTo>
                      <a:lnTo>
                        <a:pt x="122" y="520"/>
                      </a:lnTo>
                      <a:lnTo>
                        <a:pt x="122" y="510"/>
                      </a:lnTo>
                      <a:lnTo>
                        <a:pt x="120" y="502"/>
                      </a:lnTo>
                      <a:lnTo>
                        <a:pt x="118" y="494"/>
                      </a:lnTo>
                      <a:lnTo>
                        <a:pt x="114" y="490"/>
                      </a:lnTo>
                      <a:lnTo>
                        <a:pt x="108" y="480"/>
                      </a:lnTo>
                      <a:lnTo>
                        <a:pt x="104" y="476"/>
                      </a:lnTo>
                      <a:lnTo>
                        <a:pt x="102" y="470"/>
                      </a:lnTo>
                      <a:lnTo>
                        <a:pt x="102" y="470"/>
                      </a:lnTo>
                      <a:lnTo>
                        <a:pt x="94" y="462"/>
                      </a:lnTo>
                      <a:lnTo>
                        <a:pt x="94" y="462"/>
                      </a:lnTo>
                      <a:lnTo>
                        <a:pt x="94" y="452"/>
                      </a:lnTo>
                      <a:lnTo>
                        <a:pt x="100" y="446"/>
                      </a:lnTo>
                      <a:lnTo>
                        <a:pt x="112" y="436"/>
                      </a:lnTo>
                      <a:lnTo>
                        <a:pt x="112" y="436"/>
                      </a:lnTo>
                      <a:lnTo>
                        <a:pt x="110" y="424"/>
                      </a:lnTo>
                      <a:lnTo>
                        <a:pt x="106" y="416"/>
                      </a:lnTo>
                      <a:lnTo>
                        <a:pt x="100" y="410"/>
                      </a:lnTo>
                      <a:lnTo>
                        <a:pt x="92" y="406"/>
                      </a:lnTo>
                      <a:lnTo>
                        <a:pt x="74" y="400"/>
                      </a:lnTo>
                      <a:lnTo>
                        <a:pt x="68" y="398"/>
                      </a:lnTo>
                      <a:lnTo>
                        <a:pt x="60" y="394"/>
                      </a:lnTo>
                      <a:lnTo>
                        <a:pt x="60" y="394"/>
                      </a:lnTo>
                      <a:lnTo>
                        <a:pt x="58" y="380"/>
                      </a:lnTo>
                      <a:lnTo>
                        <a:pt x="58" y="380"/>
                      </a:lnTo>
                      <a:lnTo>
                        <a:pt x="54" y="376"/>
                      </a:lnTo>
                      <a:lnTo>
                        <a:pt x="54" y="376"/>
                      </a:lnTo>
                      <a:lnTo>
                        <a:pt x="54" y="370"/>
                      </a:lnTo>
                      <a:lnTo>
                        <a:pt x="56" y="366"/>
                      </a:lnTo>
                      <a:lnTo>
                        <a:pt x="64" y="356"/>
                      </a:lnTo>
                      <a:lnTo>
                        <a:pt x="74" y="350"/>
                      </a:lnTo>
                      <a:lnTo>
                        <a:pt x="86" y="346"/>
                      </a:lnTo>
                      <a:lnTo>
                        <a:pt x="86" y="346"/>
                      </a:lnTo>
                      <a:lnTo>
                        <a:pt x="102" y="326"/>
                      </a:lnTo>
                      <a:lnTo>
                        <a:pt x="102" y="326"/>
                      </a:lnTo>
                      <a:lnTo>
                        <a:pt x="100" y="304"/>
                      </a:lnTo>
                      <a:lnTo>
                        <a:pt x="96" y="284"/>
                      </a:lnTo>
                      <a:lnTo>
                        <a:pt x="88" y="266"/>
                      </a:lnTo>
                      <a:lnTo>
                        <a:pt x="84" y="260"/>
                      </a:lnTo>
                      <a:lnTo>
                        <a:pt x="78" y="252"/>
                      </a:lnTo>
                      <a:lnTo>
                        <a:pt x="78" y="252"/>
                      </a:lnTo>
                      <a:lnTo>
                        <a:pt x="56" y="252"/>
                      </a:lnTo>
                      <a:lnTo>
                        <a:pt x="56" y="252"/>
                      </a:lnTo>
                      <a:lnTo>
                        <a:pt x="48" y="262"/>
                      </a:lnTo>
                      <a:lnTo>
                        <a:pt x="48" y="262"/>
                      </a:lnTo>
                      <a:lnTo>
                        <a:pt x="40" y="264"/>
                      </a:lnTo>
                      <a:lnTo>
                        <a:pt x="40" y="264"/>
                      </a:lnTo>
                      <a:lnTo>
                        <a:pt x="34" y="258"/>
                      </a:lnTo>
                      <a:lnTo>
                        <a:pt x="30" y="252"/>
                      </a:lnTo>
                      <a:lnTo>
                        <a:pt x="24" y="238"/>
                      </a:lnTo>
                      <a:lnTo>
                        <a:pt x="20" y="216"/>
                      </a:lnTo>
                      <a:lnTo>
                        <a:pt x="20" y="216"/>
                      </a:lnTo>
                      <a:lnTo>
                        <a:pt x="0" y="202"/>
                      </a:lnTo>
                      <a:lnTo>
                        <a:pt x="0" y="202"/>
                      </a:lnTo>
                      <a:lnTo>
                        <a:pt x="2" y="194"/>
                      </a:lnTo>
                      <a:lnTo>
                        <a:pt x="6" y="186"/>
                      </a:lnTo>
                      <a:lnTo>
                        <a:pt x="10" y="180"/>
                      </a:lnTo>
                      <a:lnTo>
                        <a:pt x="16" y="172"/>
                      </a:lnTo>
                      <a:lnTo>
                        <a:pt x="30" y="160"/>
                      </a:lnTo>
                      <a:lnTo>
                        <a:pt x="42" y="148"/>
                      </a:lnTo>
                      <a:lnTo>
                        <a:pt x="42" y="148"/>
                      </a:lnTo>
                      <a:lnTo>
                        <a:pt x="46" y="128"/>
                      </a:lnTo>
                      <a:lnTo>
                        <a:pt x="46" y="108"/>
                      </a:lnTo>
                      <a:lnTo>
                        <a:pt x="44" y="72"/>
                      </a:lnTo>
                      <a:lnTo>
                        <a:pt x="44" y="72"/>
                      </a:lnTo>
                      <a:lnTo>
                        <a:pt x="48" y="70"/>
                      </a:lnTo>
                      <a:lnTo>
                        <a:pt x="48" y="70"/>
                      </a:lnTo>
                      <a:lnTo>
                        <a:pt x="58" y="74"/>
                      </a:lnTo>
                      <a:lnTo>
                        <a:pt x="58" y="74"/>
                      </a:lnTo>
                      <a:lnTo>
                        <a:pt x="60" y="82"/>
                      </a:lnTo>
                      <a:lnTo>
                        <a:pt x="66" y="96"/>
                      </a:lnTo>
                      <a:lnTo>
                        <a:pt x="72" y="104"/>
                      </a:lnTo>
                      <a:lnTo>
                        <a:pt x="76" y="110"/>
                      </a:lnTo>
                      <a:lnTo>
                        <a:pt x="82" y="116"/>
                      </a:lnTo>
                      <a:lnTo>
                        <a:pt x="90" y="120"/>
                      </a:lnTo>
                      <a:lnTo>
                        <a:pt x="90" y="120"/>
                      </a:lnTo>
                      <a:lnTo>
                        <a:pt x="110" y="120"/>
                      </a:lnTo>
                      <a:lnTo>
                        <a:pt x="110" y="120"/>
                      </a:lnTo>
                      <a:lnTo>
                        <a:pt x="118" y="104"/>
                      </a:lnTo>
                      <a:lnTo>
                        <a:pt x="122" y="92"/>
                      </a:lnTo>
                      <a:lnTo>
                        <a:pt x="126" y="80"/>
                      </a:lnTo>
                      <a:lnTo>
                        <a:pt x="132" y="66"/>
                      </a:lnTo>
                      <a:lnTo>
                        <a:pt x="132" y="66"/>
                      </a:lnTo>
                      <a:lnTo>
                        <a:pt x="134" y="54"/>
                      </a:lnTo>
                      <a:lnTo>
                        <a:pt x="134" y="54"/>
                      </a:lnTo>
                      <a:lnTo>
                        <a:pt x="96" y="18"/>
                      </a:lnTo>
                      <a:lnTo>
                        <a:pt x="96" y="18"/>
                      </a:lnTo>
                      <a:lnTo>
                        <a:pt x="98" y="10"/>
                      </a:lnTo>
                      <a:lnTo>
                        <a:pt x="102" y="6"/>
                      </a:lnTo>
                      <a:lnTo>
                        <a:pt x="106" y="4"/>
                      </a:lnTo>
                      <a:lnTo>
                        <a:pt x="112" y="0"/>
                      </a:lnTo>
                      <a:lnTo>
                        <a:pt x="112" y="0"/>
                      </a:lnTo>
                      <a:lnTo>
                        <a:pt x="118" y="0"/>
                      </a:lnTo>
                      <a:lnTo>
                        <a:pt x="118" y="0"/>
                      </a:lnTo>
                      <a:lnTo>
                        <a:pt x="128" y="12"/>
                      </a:lnTo>
                      <a:lnTo>
                        <a:pt x="140" y="24"/>
                      </a:lnTo>
                      <a:lnTo>
                        <a:pt x="150" y="40"/>
                      </a:lnTo>
                      <a:lnTo>
                        <a:pt x="160" y="60"/>
                      </a:lnTo>
                      <a:lnTo>
                        <a:pt x="160" y="60"/>
                      </a:lnTo>
                      <a:lnTo>
                        <a:pt x="176" y="80"/>
                      </a:lnTo>
                      <a:lnTo>
                        <a:pt x="176" y="80"/>
                      </a:lnTo>
                      <a:lnTo>
                        <a:pt x="248" y="94"/>
                      </a:lnTo>
                      <a:lnTo>
                        <a:pt x="248" y="94"/>
                      </a:lnTo>
                      <a:lnTo>
                        <a:pt x="264" y="106"/>
                      </a:lnTo>
                      <a:lnTo>
                        <a:pt x="264" y="106"/>
                      </a:lnTo>
                      <a:lnTo>
                        <a:pt x="272" y="126"/>
                      </a:lnTo>
                      <a:lnTo>
                        <a:pt x="280" y="150"/>
                      </a:lnTo>
                      <a:lnTo>
                        <a:pt x="286" y="162"/>
                      </a:lnTo>
                      <a:lnTo>
                        <a:pt x="294" y="174"/>
                      </a:lnTo>
                      <a:lnTo>
                        <a:pt x="302" y="184"/>
                      </a:lnTo>
                      <a:lnTo>
                        <a:pt x="314" y="194"/>
                      </a:lnTo>
                      <a:lnTo>
                        <a:pt x="314" y="194"/>
                      </a:lnTo>
                      <a:lnTo>
                        <a:pt x="318" y="202"/>
                      </a:lnTo>
                      <a:lnTo>
                        <a:pt x="318" y="202"/>
                      </a:lnTo>
                      <a:lnTo>
                        <a:pt x="336" y="200"/>
                      </a:lnTo>
                      <a:lnTo>
                        <a:pt x="348" y="198"/>
                      </a:lnTo>
                      <a:lnTo>
                        <a:pt x="358" y="194"/>
                      </a:lnTo>
                      <a:lnTo>
                        <a:pt x="358" y="194"/>
                      </a:lnTo>
                      <a:lnTo>
                        <a:pt x="360" y="182"/>
                      </a:lnTo>
                      <a:lnTo>
                        <a:pt x="360" y="180"/>
                      </a:lnTo>
                      <a:lnTo>
                        <a:pt x="362" y="180"/>
                      </a:lnTo>
                      <a:lnTo>
                        <a:pt x="366" y="180"/>
                      </a:lnTo>
                      <a:lnTo>
                        <a:pt x="380" y="180"/>
                      </a:lnTo>
                      <a:lnTo>
                        <a:pt x="380" y="180"/>
                      </a:lnTo>
                      <a:lnTo>
                        <a:pt x="388" y="194"/>
                      </a:lnTo>
                      <a:lnTo>
                        <a:pt x="392" y="206"/>
                      </a:lnTo>
                      <a:lnTo>
                        <a:pt x="394" y="220"/>
                      </a:lnTo>
                      <a:lnTo>
                        <a:pt x="394" y="220"/>
                      </a:lnTo>
                      <a:lnTo>
                        <a:pt x="382" y="224"/>
                      </a:lnTo>
                      <a:lnTo>
                        <a:pt x="370" y="226"/>
                      </a:lnTo>
                      <a:lnTo>
                        <a:pt x="348" y="226"/>
                      </a:lnTo>
                      <a:lnTo>
                        <a:pt x="348" y="226"/>
                      </a:lnTo>
                      <a:lnTo>
                        <a:pt x="338" y="250"/>
                      </a:lnTo>
                      <a:lnTo>
                        <a:pt x="338" y="250"/>
                      </a:lnTo>
                      <a:lnTo>
                        <a:pt x="334" y="274"/>
                      </a:lnTo>
                      <a:lnTo>
                        <a:pt x="334" y="274"/>
                      </a:lnTo>
                      <a:lnTo>
                        <a:pt x="330" y="280"/>
                      </a:lnTo>
                      <a:lnTo>
                        <a:pt x="326" y="284"/>
                      </a:lnTo>
                      <a:lnTo>
                        <a:pt x="326" y="292"/>
                      </a:lnTo>
                      <a:lnTo>
                        <a:pt x="326" y="302"/>
                      </a:lnTo>
                      <a:lnTo>
                        <a:pt x="326" y="302"/>
                      </a:lnTo>
                      <a:lnTo>
                        <a:pt x="368" y="342"/>
                      </a:lnTo>
                      <a:lnTo>
                        <a:pt x="368" y="342"/>
                      </a:lnTo>
                      <a:lnTo>
                        <a:pt x="372" y="344"/>
                      </a:lnTo>
                      <a:lnTo>
                        <a:pt x="380" y="346"/>
                      </a:lnTo>
                      <a:lnTo>
                        <a:pt x="388" y="350"/>
                      </a:lnTo>
                      <a:lnTo>
                        <a:pt x="390" y="354"/>
                      </a:lnTo>
                      <a:lnTo>
                        <a:pt x="392" y="360"/>
                      </a:lnTo>
                      <a:lnTo>
                        <a:pt x="392" y="360"/>
                      </a:lnTo>
                      <a:lnTo>
                        <a:pt x="408" y="374"/>
                      </a:lnTo>
                      <a:lnTo>
                        <a:pt x="408" y="374"/>
                      </a:lnTo>
                      <a:lnTo>
                        <a:pt x="456" y="378"/>
                      </a:lnTo>
                      <a:lnTo>
                        <a:pt x="456" y="378"/>
                      </a:lnTo>
                      <a:lnTo>
                        <a:pt x="466" y="386"/>
                      </a:lnTo>
                      <a:lnTo>
                        <a:pt x="466" y="386"/>
                      </a:lnTo>
                      <a:lnTo>
                        <a:pt x="466" y="402"/>
                      </a:lnTo>
                      <a:lnTo>
                        <a:pt x="466" y="402"/>
                      </a:lnTo>
                      <a:lnTo>
                        <a:pt x="458" y="408"/>
                      </a:lnTo>
                      <a:lnTo>
                        <a:pt x="450" y="412"/>
                      </a:lnTo>
                      <a:lnTo>
                        <a:pt x="434" y="416"/>
                      </a:lnTo>
                      <a:lnTo>
                        <a:pt x="426" y="420"/>
                      </a:lnTo>
                      <a:lnTo>
                        <a:pt x="422" y="424"/>
                      </a:lnTo>
                      <a:lnTo>
                        <a:pt x="418" y="430"/>
                      </a:lnTo>
                      <a:lnTo>
                        <a:pt x="416" y="440"/>
                      </a:lnTo>
                      <a:lnTo>
                        <a:pt x="416" y="440"/>
                      </a:lnTo>
                      <a:lnTo>
                        <a:pt x="420" y="450"/>
                      </a:lnTo>
                      <a:lnTo>
                        <a:pt x="420" y="456"/>
                      </a:lnTo>
                      <a:lnTo>
                        <a:pt x="420" y="460"/>
                      </a:lnTo>
                      <a:lnTo>
                        <a:pt x="420" y="460"/>
                      </a:lnTo>
                      <a:lnTo>
                        <a:pt x="408" y="466"/>
                      </a:lnTo>
                      <a:lnTo>
                        <a:pt x="400" y="472"/>
                      </a:lnTo>
                      <a:lnTo>
                        <a:pt x="400" y="472"/>
                      </a:lnTo>
                      <a:lnTo>
                        <a:pt x="400" y="522"/>
                      </a:lnTo>
                      <a:lnTo>
                        <a:pt x="400" y="522"/>
                      </a:lnTo>
                      <a:lnTo>
                        <a:pt x="392" y="532"/>
                      </a:lnTo>
                      <a:lnTo>
                        <a:pt x="384" y="540"/>
                      </a:lnTo>
                      <a:lnTo>
                        <a:pt x="378" y="546"/>
                      </a:lnTo>
                      <a:lnTo>
                        <a:pt x="368" y="550"/>
                      </a:lnTo>
                      <a:lnTo>
                        <a:pt x="352" y="556"/>
                      </a:lnTo>
                      <a:lnTo>
                        <a:pt x="330" y="560"/>
                      </a:lnTo>
                      <a:lnTo>
                        <a:pt x="330" y="560"/>
                      </a:lnTo>
                      <a:lnTo>
                        <a:pt x="316" y="566"/>
                      </a:lnTo>
                      <a:lnTo>
                        <a:pt x="302" y="570"/>
                      </a:lnTo>
                      <a:lnTo>
                        <a:pt x="290" y="570"/>
                      </a:lnTo>
                      <a:lnTo>
                        <a:pt x="278" y="566"/>
                      </a:lnTo>
                      <a:lnTo>
                        <a:pt x="278" y="566"/>
                      </a:lnTo>
                      <a:lnTo>
                        <a:pt x="268" y="556"/>
                      </a:lnTo>
                      <a:lnTo>
                        <a:pt x="260" y="546"/>
                      </a:lnTo>
                      <a:lnTo>
                        <a:pt x="256" y="536"/>
                      </a:lnTo>
                      <a:lnTo>
                        <a:pt x="250" y="530"/>
                      </a:lnTo>
                      <a:lnTo>
                        <a:pt x="250" y="530"/>
                      </a:lnTo>
                      <a:lnTo>
                        <a:pt x="242" y="530"/>
                      </a:lnTo>
                      <a:lnTo>
                        <a:pt x="238" y="532"/>
                      </a:lnTo>
                      <a:lnTo>
                        <a:pt x="234" y="542"/>
                      </a:lnTo>
                      <a:lnTo>
                        <a:pt x="234" y="542"/>
                      </a:lnTo>
                      <a:lnTo>
                        <a:pt x="226" y="574"/>
                      </a:lnTo>
                      <a:lnTo>
                        <a:pt x="226" y="574"/>
                      </a:lnTo>
                      <a:lnTo>
                        <a:pt x="216" y="574"/>
                      </a:lnTo>
                      <a:lnTo>
                        <a:pt x="216" y="574"/>
                      </a:lnTo>
                      <a:close/>
                    </a:path>
                  </a:pathLst>
                </a:custGeom>
                <a:solidFill>
                  <a:srgbClr val="F4C6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" name="Freeform 24"/>
                <p:cNvSpPr/>
                <p:nvPr/>
              </p:nvSpPr>
              <p:spPr bwMode="auto">
                <a:xfrm>
                  <a:off x="8026305" y="3951894"/>
                  <a:ext cx="753517" cy="745206"/>
                </a:xfrm>
                <a:custGeom>
                  <a:avLst/>
                  <a:gdLst>
                    <a:gd name="T0" fmla="*/ 322 w 544"/>
                    <a:gd name="T1" fmla="*/ 532 h 538"/>
                    <a:gd name="T2" fmla="*/ 308 w 544"/>
                    <a:gd name="T3" fmla="*/ 518 h 538"/>
                    <a:gd name="T4" fmla="*/ 308 w 544"/>
                    <a:gd name="T5" fmla="*/ 508 h 538"/>
                    <a:gd name="T6" fmla="*/ 354 w 544"/>
                    <a:gd name="T7" fmla="*/ 484 h 538"/>
                    <a:gd name="T8" fmla="*/ 342 w 544"/>
                    <a:gd name="T9" fmla="*/ 450 h 538"/>
                    <a:gd name="T10" fmla="*/ 298 w 544"/>
                    <a:gd name="T11" fmla="*/ 444 h 538"/>
                    <a:gd name="T12" fmla="*/ 272 w 544"/>
                    <a:gd name="T13" fmla="*/ 420 h 538"/>
                    <a:gd name="T14" fmla="*/ 240 w 544"/>
                    <a:gd name="T15" fmla="*/ 400 h 538"/>
                    <a:gd name="T16" fmla="*/ 216 w 544"/>
                    <a:gd name="T17" fmla="*/ 380 h 538"/>
                    <a:gd name="T18" fmla="*/ 216 w 544"/>
                    <a:gd name="T19" fmla="*/ 364 h 538"/>
                    <a:gd name="T20" fmla="*/ 224 w 544"/>
                    <a:gd name="T21" fmla="*/ 334 h 538"/>
                    <a:gd name="T22" fmla="*/ 254 w 544"/>
                    <a:gd name="T23" fmla="*/ 314 h 538"/>
                    <a:gd name="T24" fmla="*/ 280 w 544"/>
                    <a:gd name="T25" fmla="*/ 304 h 538"/>
                    <a:gd name="T26" fmla="*/ 264 w 544"/>
                    <a:gd name="T27" fmla="*/ 250 h 538"/>
                    <a:gd name="T28" fmla="*/ 228 w 544"/>
                    <a:gd name="T29" fmla="*/ 252 h 538"/>
                    <a:gd name="T30" fmla="*/ 202 w 544"/>
                    <a:gd name="T31" fmla="*/ 272 h 538"/>
                    <a:gd name="T32" fmla="*/ 186 w 544"/>
                    <a:gd name="T33" fmla="*/ 256 h 538"/>
                    <a:gd name="T34" fmla="*/ 152 w 544"/>
                    <a:gd name="T35" fmla="*/ 186 h 538"/>
                    <a:gd name="T36" fmla="*/ 116 w 544"/>
                    <a:gd name="T37" fmla="*/ 158 h 538"/>
                    <a:gd name="T38" fmla="*/ 58 w 544"/>
                    <a:gd name="T39" fmla="*/ 146 h 538"/>
                    <a:gd name="T40" fmla="*/ 26 w 544"/>
                    <a:gd name="T41" fmla="*/ 98 h 538"/>
                    <a:gd name="T42" fmla="*/ 0 w 544"/>
                    <a:gd name="T43" fmla="*/ 56 h 538"/>
                    <a:gd name="T44" fmla="*/ 10 w 544"/>
                    <a:gd name="T45" fmla="*/ 36 h 538"/>
                    <a:gd name="T46" fmla="*/ 30 w 544"/>
                    <a:gd name="T47" fmla="*/ 52 h 538"/>
                    <a:gd name="T48" fmla="*/ 36 w 544"/>
                    <a:gd name="T49" fmla="*/ 60 h 538"/>
                    <a:gd name="T50" fmla="*/ 60 w 544"/>
                    <a:gd name="T51" fmla="*/ 90 h 538"/>
                    <a:gd name="T52" fmla="*/ 112 w 544"/>
                    <a:gd name="T53" fmla="*/ 98 h 538"/>
                    <a:gd name="T54" fmla="*/ 140 w 544"/>
                    <a:gd name="T55" fmla="*/ 68 h 538"/>
                    <a:gd name="T56" fmla="*/ 160 w 544"/>
                    <a:gd name="T57" fmla="*/ 76 h 538"/>
                    <a:gd name="T58" fmla="*/ 200 w 544"/>
                    <a:gd name="T59" fmla="*/ 50 h 538"/>
                    <a:gd name="T60" fmla="*/ 212 w 544"/>
                    <a:gd name="T61" fmla="*/ 10 h 538"/>
                    <a:gd name="T62" fmla="*/ 236 w 544"/>
                    <a:gd name="T63" fmla="*/ 0 h 538"/>
                    <a:gd name="T64" fmla="*/ 268 w 544"/>
                    <a:gd name="T65" fmla="*/ 52 h 538"/>
                    <a:gd name="T66" fmla="*/ 338 w 544"/>
                    <a:gd name="T67" fmla="*/ 88 h 538"/>
                    <a:gd name="T68" fmla="*/ 412 w 544"/>
                    <a:gd name="T69" fmla="*/ 218 h 538"/>
                    <a:gd name="T70" fmla="*/ 424 w 544"/>
                    <a:gd name="T71" fmla="*/ 258 h 538"/>
                    <a:gd name="T72" fmla="*/ 500 w 544"/>
                    <a:gd name="T73" fmla="*/ 312 h 538"/>
                    <a:gd name="T74" fmla="*/ 526 w 544"/>
                    <a:gd name="T75" fmla="*/ 336 h 538"/>
                    <a:gd name="T76" fmla="*/ 470 w 544"/>
                    <a:gd name="T77" fmla="*/ 340 h 538"/>
                    <a:gd name="T78" fmla="*/ 504 w 544"/>
                    <a:gd name="T79" fmla="*/ 374 h 538"/>
                    <a:gd name="T80" fmla="*/ 498 w 544"/>
                    <a:gd name="T81" fmla="*/ 392 h 538"/>
                    <a:gd name="T82" fmla="*/ 540 w 544"/>
                    <a:gd name="T83" fmla="*/ 420 h 538"/>
                    <a:gd name="T84" fmla="*/ 540 w 544"/>
                    <a:gd name="T85" fmla="*/ 440 h 538"/>
                    <a:gd name="T86" fmla="*/ 502 w 544"/>
                    <a:gd name="T87" fmla="*/ 468 h 538"/>
                    <a:gd name="T88" fmla="*/ 498 w 544"/>
                    <a:gd name="T89" fmla="*/ 474 h 538"/>
                    <a:gd name="T90" fmla="*/ 452 w 544"/>
                    <a:gd name="T91" fmla="*/ 514 h 538"/>
                    <a:gd name="T92" fmla="*/ 416 w 544"/>
                    <a:gd name="T93" fmla="*/ 530 h 538"/>
                    <a:gd name="T94" fmla="*/ 342 w 544"/>
                    <a:gd name="T95" fmla="*/ 538 h 5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544" h="538">
                      <a:moveTo>
                        <a:pt x="342" y="538"/>
                      </a:moveTo>
                      <a:lnTo>
                        <a:pt x="342" y="538"/>
                      </a:lnTo>
                      <a:lnTo>
                        <a:pt x="330" y="534"/>
                      </a:lnTo>
                      <a:lnTo>
                        <a:pt x="322" y="532"/>
                      </a:lnTo>
                      <a:lnTo>
                        <a:pt x="308" y="532"/>
                      </a:lnTo>
                      <a:lnTo>
                        <a:pt x="308" y="532"/>
                      </a:lnTo>
                      <a:lnTo>
                        <a:pt x="308" y="518"/>
                      </a:lnTo>
                      <a:lnTo>
                        <a:pt x="308" y="518"/>
                      </a:lnTo>
                      <a:lnTo>
                        <a:pt x="304" y="516"/>
                      </a:lnTo>
                      <a:lnTo>
                        <a:pt x="304" y="514"/>
                      </a:lnTo>
                      <a:lnTo>
                        <a:pt x="304" y="512"/>
                      </a:lnTo>
                      <a:lnTo>
                        <a:pt x="308" y="508"/>
                      </a:lnTo>
                      <a:lnTo>
                        <a:pt x="316" y="506"/>
                      </a:lnTo>
                      <a:lnTo>
                        <a:pt x="344" y="496"/>
                      </a:lnTo>
                      <a:lnTo>
                        <a:pt x="344" y="496"/>
                      </a:lnTo>
                      <a:lnTo>
                        <a:pt x="354" y="484"/>
                      </a:lnTo>
                      <a:lnTo>
                        <a:pt x="354" y="484"/>
                      </a:lnTo>
                      <a:lnTo>
                        <a:pt x="352" y="468"/>
                      </a:lnTo>
                      <a:lnTo>
                        <a:pt x="348" y="458"/>
                      </a:lnTo>
                      <a:lnTo>
                        <a:pt x="342" y="450"/>
                      </a:lnTo>
                      <a:lnTo>
                        <a:pt x="336" y="446"/>
                      </a:lnTo>
                      <a:lnTo>
                        <a:pt x="326" y="444"/>
                      </a:lnTo>
                      <a:lnTo>
                        <a:pt x="318" y="444"/>
                      </a:lnTo>
                      <a:lnTo>
                        <a:pt x="298" y="444"/>
                      </a:lnTo>
                      <a:lnTo>
                        <a:pt x="298" y="444"/>
                      </a:lnTo>
                      <a:lnTo>
                        <a:pt x="286" y="438"/>
                      </a:lnTo>
                      <a:lnTo>
                        <a:pt x="280" y="432"/>
                      </a:lnTo>
                      <a:lnTo>
                        <a:pt x="272" y="420"/>
                      </a:lnTo>
                      <a:lnTo>
                        <a:pt x="272" y="420"/>
                      </a:lnTo>
                      <a:lnTo>
                        <a:pt x="258" y="414"/>
                      </a:lnTo>
                      <a:lnTo>
                        <a:pt x="248" y="408"/>
                      </a:lnTo>
                      <a:lnTo>
                        <a:pt x="240" y="400"/>
                      </a:lnTo>
                      <a:lnTo>
                        <a:pt x="234" y="394"/>
                      </a:lnTo>
                      <a:lnTo>
                        <a:pt x="234" y="394"/>
                      </a:lnTo>
                      <a:lnTo>
                        <a:pt x="222" y="386"/>
                      </a:lnTo>
                      <a:lnTo>
                        <a:pt x="216" y="380"/>
                      </a:lnTo>
                      <a:lnTo>
                        <a:pt x="214" y="374"/>
                      </a:lnTo>
                      <a:lnTo>
                        <a:pt x="210" y="368"/>
                      </a:lnTo>
                      <a:lnTo>
                        <a:pt x="210" y="368"/>
                      </a:lnTo>
                      <a:lnTo>
                        <a:pt x="216" y="364"/>
                      </a:lnTo>
                      <a:lnTo>
                        <a:pt x="220" y="360"/>
                      </a:lnTo>
                      <a:lnTo>
                        <a:pt x="222" y="350"/>
                      </a:lnTo>
                      <a:lnTo>
                        <a:pt x="224" y="334"/>
                      </a:lnTo>
                      <a:lnTo>
                        <a:pt x="224" y="334"/>
                      </a:lnTo>
                      <a:lnTo>
                        <a:pt x="230" y="314"/>
                      </a:lnTo>
                      <a:lnTo>
                        <a:pt x="230" y="314"/>
                      </a:lnTo>
                      <a:lnTo>
                        <a:pt x="242" y="314"/>
                      </a:lnTo>
                      <a:lnTo>
                        <a:pt x="254" y="314"/>
                      </a:lnTo>
                      <a:lnTo>
                        <a:pt x="266" y="312"/>
                      </a:lnTo>
                      <a:lnTo>
                        <a:pt x="274" y="308"/>
                      </a:lnTo>
                      <a:lnTo>
                        <a:pt x="280" y="304"/>
                      </a:lnTo>
                      <a:lnTo>
                        <a:pt x="280" y="304"/>
                      </a:lnTo>
                      <a:lnTo>
                        <a:pt x="278" y="286"/>
                      </a:lnTo>
                      <a:lnTo>
                        <a:pt x="276" y="268"/>
                      </a:lnTo>
                      <a:lnTo>
                        <a:pt x="268" y="256"/>
                      </a:lnTo>
                      <a:lnTo>
                        <a:pt x="264" y="250"/>
                      </a:lnTo>
                      <a:lnTo>
                        <a:pt x="260" y="246"/>
                      </a:lnTo>
                      <a:lnTo>
                        <a:pt x="260" y="246"/>
                      </a:lnTo>
                      <a:lnTo>
                        <a:pt x="240" y="248"/>
                      </a:lnTo>
                      <a:lnTo>
                        <a:pt x="228" y="252"/>
                      </a:lnTo>
                      <a:lnTo>
                        <a:pt x="228" y="252"/>
                      </a:lnTo>
                      <a:lnTo>
                        <a:pt x="224" y="268"/>
                      </a:lnTo>
                      <a:lnTo>
                        <a:pt x="224" y="268"/>
                      </a:lnTo>
                      <a:lnTo>
                        <a:pt x="202" y="272"/>
                      </a:lnTo>
                      <a:lnTo>
                        <a:pt x="202" y="272"/>
                      </a:lnTo>
                      <a:lnTo>
                        <a:pt x="198" y="264"/>
                      </a:lnTo>
                      <a:lnTo>
                        <a:pt x="194" y="260"/>
                      </a:lnTo>
                      <a:lnTo>
                        <a:pt x="186" y="256"/>
                      </a:lnTo>
                      <a:lnTo>
                        <a:pt x="186" y="256"/>
                      </a:lnTo>
                      <a:lnTo>
                        <a:pt x="172" y="230"/>
                      </a:lnTo>
                      <a:lnTo>
                        <a:pt x="162" y="206"/>
                      </a:lnTo>
                      <a:lnTo>
                        <a:pt x="152" y="186"/>
                      </a:lnTo>
                      <a:lnTo>
                        <a:pt x="140" y="168"/>
                      </a:lnTo>
                      <a:lnTo>
                        <a:pt x="140" y="168"/>
                      </a:lnTo>
                      <a:lnTo>
                        <a:pt x="128" y="162"/>
                      </a:lnTo>
                      <a:lnTo>
                        <a:pt x="116" y="158"/>
                      </a:lnTo>
                      <a:lnTo>
                        <a:pt x="96" y="158"/>
                      </a:lnTo>
                      <a:lnTo>
                        <a:pt x="96" y="158"/>
                      </a:lnTo>
                      <a:lnTo>
                        <a:pt x="58" y="146"/>
                      </a:lnTo>
                      <a:lnTo>
                        <a:pt x="58" y="146"/>
                      </a:lnTo>
                      <a:lnTo>
                        <a:pt x="50" y="136"/>
                      </a:lnTo>
                      <a:lnTo>
                        <a:pt x="50" y="136"/>
                      </a:lnTo>
                      <a:lnTo>
                        <a:pt x="40" y="116"/>
                      </a:lnTo>
                      <a:lnTo>
                        <a:pt x="26" y="98"/>
                      </a:lnTo>
                      <a:lnTo>
                        <a:pt x="12" y="80"/>
                      </a:lnTo>
                      <a:lnTo>
                        <a:pt x="0" y="70"/>
                      </a:lnTo>
                      <a:lnTo>
                        <a:pt x="0" y="70"/>
                      </a:lnTo>
                      <a:lnTo>
                        <a:pt x="0" y="56"/>
                      </a:lnTo>
                      <a:lnTo>
                        <a:pt x="0" y="42"/>
                      </a:lnTo>
                      <a:lnTo>
                        <a:pt x="0" y="38"/>
                      </a:lnTo>
                      <a:lnTo>
                        <a:pt x="4" y="36"/>
                      </a:lnTo>
                      <a:lnTo>
                        <a:pt x="10" y="36"/>
                      </a:lnTo>
                      <a:lnTo>
                        <a:pt x="18" y="40"/>
                      </a:lnTo>
                      <a:lnTo>
                        <a:pt x="18" y="40"/>
                      </a:lnTo>
                      <a:lnTo>
                        <a:pt x="22" y="48"/>
                      </a:lnTo>
                      <a:lnTo>
                        <a:pt x="30" y="52"/>
                      </a:lnTo>
                      <a:lnTo>
                        <a:pt x="30" y="52"/>
                      </a:lnTo>
                      <a:lnTo>
                        <a:pt x="30" y="56"/>
                      </a:lnTo>
                      <a:lnTo>
                        <a:pt x="30" y="56"/>
                      </a:lnTo>
                      <a:lnTo>
                        <a:pt x="36" y="60"/>
                      </a:lnTo>
                      <a:lnTo>
                        <a:pt x="44" y="68"/>
                      </a:lnTo>
                      <a:lnTo>
                        <a:pt x="50" y="76"/>
                      </a:lnTo>
                      <a:lnTo>
                        <a:pt x="60" y="90"/>
                      </a:lnTo>
                      <a:lnTo>
                        <a:pt x="60" y="90"/>
                      </a:lnTo>
                      <a:lnTo>
                        <a:pt x="68" y="92"/>
                      </a:lnTo>
                      <a:lnTo>
                        <a:pt x="80" y="96"/>
                      </a:lnTo>
                      <a:lnTo>
                        <a:pt x="112" y="98"/>
                      </a:lnTo>
                      <a:lnTo>
                        <a:pt x="112" y="98"/>
                      </a:lnTo>
                      <a:lnTo>
                        <a:pt x="118" y="94"/>
                      </a:lnTo>
                      <a:lnTo>
                        <a:pt x="124" y="88"/>
                      </a:lnTo>
                      <a:lnTo>
                        <a:pt x="134" y="74"/>
                      </a:lnTo>
                      <a:lnTo>
                        <a:pt x="140" y="68"/>
                      </a:lnTo>
                      <a:lnTo>
                        <a:pt x="146" y="66"/>
                      </a:lnTo>
                      <a:lnTo>
                        <a:pt x="150" y="66"/>
                      </a:lnTo>
                      <a:lnTo>
                        <a:pt x="154" y="68"/>
                      </a:lnTo>
                      <a:lnTo>
                        <a:pt x="160" y="76"/>
                      </a:lnTo>
                      <a:lnTo>
                        <a:pt x="160" y="76"/>
                      </a:lnTo>
                      <a:lnTo>
                        <a:pt x="178" y="78"/>
                      </a:lnTo>
                      <a:lnTo>
                        <a:pt x="178" y="78"/>
                      </a:lnTo>
                      <a:lnTo>
                        <a:pt x="200" y="50"/>
                      </a:lnTo>
                      <a:lnTo>
                        <a:pt x="200" y="50"/>
                      </a:lnTo>
                      <a:lnTo>
                        <a:pt x="202" y="32"/>
                      </a:lnTo>
                      <a:lnTo>
                        <a:pt x="208" y="16"/>
                      </a:lnTo>
                      <a:lnTo>
                        <a:pt x="212" y="10"/>
                      </a:lnTo>
                      <a:lnTo>
                        <a:pt x="218" y="4"/>
                      </a:lnTo>
                      <a:lnTo>
                        <a:pt x="226" y="2"/>
                      </a:lnTo>
                      <a:lnTo>
                        <a:pt x="236" y="0"/>
                      </a:lnTo>
                      <a:lnTo>
                        <a:pt x="236" y="0"/>
                      </a:lnTo>
                      <a:lnTo>
                        <a:pt x="236" y="26"/>
                      </a:lnTo>
                      <a:lnTo>
                        <a:pt x="236" y="26"/>
                      </a:lnTo>
                      <a:lnTo>
                        <a:pt x="268" y="52"/>
                      </a:lnTo>
                      <a:lnTo>
                        <a:pt x="268" y="52"/>
                      </a:lnTo>
                      <a:lnTo>
                        <a:pt x="284" y="58"/>
                      </a:lnTo>
                      <a:lnTo>
                        <a:pt x="300" y="68"/>
                      </a:lnTo>
                      <a:lnTo>
                        <a:pt x="318" y="78"/>
                      </a:lnTo>
                      <a:lnTo>
                        <a:pt x="338" y="88"/>
                      </a:lnTo>
                      <a:lnTo>
                        <a:pt x="338" y="88"/>
                      </a:lnTo>
                      <a:lnTo>
                        <a:pt x="372" y="150"/>
                      </a:lnTo>
                      <a:lnTo>
                        <a:pt x="390" y="184"/>
                      </a:lnTo>
                      <a:lnTo>
                        <a:pt x="412" y="218"/>
                      </a:lnTo>
                      <a:lnTo>
                        <a:pt x="412" y="218"/>
                      </a:lnTo>
                      <a:lnTo>
                        <a:pt x="414" y="230"/>
                      </a:lnTo>
                      <a:lnTo>
                        <a:pt x="418" y="244"/>
                      </a:lnTo>
                      <a:lnTo>
                        <a:pt x="424" y="258"/>
                      </a:lnTo>
                      <a:lnTo>
                        <a:pt x="432" y="274"/>
                      </a:lnTo>
                      <a:lnTo>
                        <a:pt x="432" y="274"/>
                      </a:lnTo>
                      <a:lnTo>
                        <a:pt x="478" y="298"/>
                      </a:lnTo>
                      <a:lnTo>
                        <a:pt x="500" y="312"/>
                      </a:lnTo>
                      <a:lnTo>
                        <a:pt x="526" y="330"/>
                      </a:lnTo>
                      <a:lnTo>
                        <a:pt x="526" y="330"/>
                      </a:lnTo>
                      <a:lnTo>
                        <a:pt x="526" y="336"/>
                      </a:lnTo>
                      <a:lnTo>
                        <a:pt x="526" y="336"/>
                      </a:lnTo>
                      <a:lnTo>
                        <a:pt x="522" y="340"/>
                      </a:lnTo>
                      <a:lnTo>
                        <a:pt x="514" y="340"/>
                      </a:lnTo>
                      <a:lnTo>
                        <a:pt x="496" y="342"/>
                      </a:lnTo>
                      <a:lnTo>
                        <a:pt x="470" y="340"/>
                      </a:lnTo>
                      <a:lnTo>
                        <a:pt x="470" y="340"/>
                      </a:lnTo>
                      <a:lnTo>
                        <a:pt x="470" y="362"/>
                      </a:lnTo>
                      <a:lnTo>
                        <a:pt x="470" y="362"/>
                      </a:lnTo>
                      <a:lnTo>
                        <a:pt x="504" y="374"/>
                      </a:lnTo>
                      <a:lnTo>
                        <a:pt x="504" y="374"/>
                      </a:lnTo>
                      <a:lnTo>
                        <a:pt x="500" y="380"/>
                      </a:lnTo>
                      <a:lnTo>
                        <a:pt x="498" y="386"/>
                      </a:lnTo>
                      <a:lnTo>
                        <a:pt x="498" y="392"/>
                      </a:lnTo>
                      <a:lnTo>
                        <a:pt x="500" y="400"/>
                      </a:lnTo>
                      <a:lnTo>
                        <a:pt x="500" y="400"/>
                      </a:lnTo>
                      <a:lnTo>
                        <a:pt x="540" y="420"/>
                      </a:lnTo>
                      <a:lnTo>
                        <a:pt x="540" y="420"/>
                      </a:lnTo>
                      <a:lnTo>
                        <a:pt x="544" y="426"/>
                      </a:lnTo>
                      <a:lnTo>
                        <a:pt x="544" y="426"/>
                      </a:lnTo>
                      <a:lnTo>
                        <a:pt x="542" y="434"/>
                      </a:lnTo>
                      <a:lnTo>
                        <a:pt x="540" y="440"/>
                      </a:lnTo>
                      <a:lnTo>
                        <a:pt x="536" y="446"/>
                      </a:lnTo>
                      <a:lnTo>
                        <a:pt x="530" y="450"/>
                      </a:lnTo>
                      <a:lnTo>
                        <a:pt x="516" y="460"/>
                      </a:lnTo>
                      <a:lnTo>
                        <a:pt x="502" y="468"/>
                      </a:lnTo>
                      <a:lnTo>
                        <a:pt x="502" y="468"/>
                      </a:lnTo>
                      <a:lnTo>
                        <a:pt x="502" y="472"/>
                      </a:lnTo>
                      <a:lnTo>
                        <a:pt x="502" y="472"/>
                      </a:lnTo>
                      <a:lnTo>
                        <a:pt x="498" y="474"/>
                      </a:lnTo>
                      <a:lnTo>
                        <a:pt x="492" y="478"/>
                      </a:lnTo>
                      <a:lnTo>
                        <a:pt x="478" y="490"/>
                      </a:lnTo>
                      <a:lnTo>
                        <a:pt x="452" y="514"/>
                      </a:lnTo>
                      <a:lnTo>
                        <a:pt x="452" y="514"/>
                      </a:lnTo>
                      <a:lnTo>
                        <a:pt x="418" y="526"/>
                      </a:lnTo>
                      <a:lnTo>
                        <a:pt x="418" y="526"/>
                      </a:lnTo>
                      <a:lnTo>
                        <a:pt x="416" y="530"/>
                      </a:lnTo>
                      <a:lnTo>
                        <a:pt x="416" y="530"/>
                      </a:lnTo>
                      <a:lnTo>
                        <a:pt x="366" y="528"/>
                      </a:lnTo>
                      <a:lnTo>
                        <a:pt x="366" y="528"/>
                      </a:lnTo>
                      <a:lnTo>
                        <a:pt x="354" y="532"/>
                      </a:lnTo>
                      <a:lnTo>
                        <a:pt x="342" y="538"/>
                      </a:lnTo>
                      <a:lnTo>
                        <a:pt x="342" y="538"/>
                      </a:lnTo>
                      <a:close/>
                    </a:path>
                  </a:pathLst>
                </a:custGeom>
                <a:solidFill>
                  <a:srgbClr val="F4C6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11391" y="4891"/>
                <a:ext cx="1636" cy="2525"/>
                <a:chOff x="7233241" y="3937747"/>
                <a:chExt cx="1038771" cy="1603306"/>
              </a:xfrm>
            </p:grpSpPr>
            <p:sp>
              <p:nvSpPr>
                <p:cNvPr id="65" name="文本框 64"/>
                <p:cNvSpPr txBox="1"/>
                <p:nvPr/>
              </p:nvSpPr>
              <p:spPr>
                <a:xfrm>
                  <a:off x="7438312" y="3937747"/>
                  <a:ext cx="494640" cy="5524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허난</a:t>
                  </a:r>
                </a:p>
              </p:txBody>
            </p:sp>
            <p:sp>
              <p:nvSpPr>
                <p:cNvPr id="66" name="文本框 65"/>
                <p:cNvSpPr txBox="1"/>
                <p:nvPr/>
              </p:nvSpPr>
              <p:spPr>
                <a:xfrm>
                  <a:off x="7233241" y="4526574"/>
                  <a:ext cx="621298" cy="3345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후베이</a:t>
                  </a:r>
                </a:p>
              </p:txBody>
            </p:sp>
            <p:sp>
              <p:nvSpPr>
                <p:cNvPr id="67" name="文本框 66"/>
                <p:cNvSpPr txBox="1"/>
                <p:nvPr/>
              </p:nvSpPr>
              <p:spPr>
                <a:xfrm>
                  <a:off x="7777372" y="4968779"/>
                  <a:ext cx="494640" cy="5524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장시</a:t>
                  </a:r>
                </a:p>
              </p:txBody>
            </p:sp>
            <p:sp>
              <p:nvSpPr>
                <p:cNvPr id="68" name="文本框 67"/>
                <p:cNvSpPr txBox="1"/>
                <p:nvPr/>
              </p:nvSpPr>
              <p:spPr>
                <a:xfrm>
                  <a:off x="7237274" y="4981897"/>
                  <a:ext cx="494640" cy="5591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후난</a:t>
                  </a:r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0733" y="6826"/>
                <a:ext cx="2875" cy="1486"/>
                <a:chOff x="6815357" y="5166505"/>
                <a:chExt cx="1825520" cy="943494"/>
              </a:xfrm>
            </p:grpSpPr>
            <p:sp>
              <p:nvSpPr>
                <p:cNvPr id="62" name="文本框 61"/>
                <p:cNvSpPr txBox="1"/>
                <p:nvPr/>
              </p:nvSpPr>
              <p:spPr>
                <a:xfrm>
                  <a:off x="8146237" y="5166505"/>
                  <a:ext cx="494640" cy="5524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푸젠</a:t>
                  </a:r>
                </a:p>
              </p:txBody>
            </p:sp>
            <p:sp>
              <p:nvSpPr>
                <p:cNvPr id="63" name="文本框 62"/>
                <p:cNvSpPr txBox="1"/>
                <p:nvPr/>
              </p:nvSpPr>
              <p:spPr>
                <a:xfrm>
                  <a:off x="6815357" y="5767256"/>
                  <a:ext cx="703600" cy="3427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광시</a:t>
                  </a:r>
                </a:p>
              </p:txBody>
            </p:sp>
            <p:sp>
              <p:nvSpPr>
                <p:cNvPr id="64" name="文本框 63"/>
                <p:cNvSpPr txBox="1"/>
                <p:nvPr/>
              </p:nvSpPr>
              <p:spPr>
                <a:xfrm>
                  <a:off x="7475936" y="5639057"/>
                  <a:ext cx="679394" cy="3345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광둥</a:t>
                  </a: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9074" y="5898"/>
                <a:ext cx="2217" cy="2100"/>
                <a:chOff x="5761681" y="4577523"/>
                <a:chExt cx="1408009" cy="1333557"/>
              </a:xfrm>
            </p:grpSpPr>
            <p:sp>
              <p:nvSpPr>
                <p:cNvPr id="58" name="文本框 57"/>
                <p:cNvSpPr txBox="1"/>
                <p:nvPr/>
              </p:nvSpPr>
              <p:spPr>
                <a:xfrm>
                  <a:off x="5761681" y="5576487"/>
                  <a:ext cx="721352" cy="3345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윈난</a:t>
                  </a:r>
                </a:p>
              </p:txBody>
            </p:sp>
            <p:sp>
              <p:nvSpPr>
                <p:cNvPr id="59" name="文本框 58"/>
                <p:cNvSpPr txBox="1"/>
                <p:nvPr/>
              </p:nvSpPr>
              <p:spPr>
                <a:xfrm>
                  <a:off x="5922251" y="4729375"/>
                  <a:ext cx="703600" cy="3488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쓰촨</a:t>
                  </a:r>
                </a:p>
              </p:txBody>
            </p:sp>
            <p:sp>
              <p:nvSpPr>
                <p:cNvPr id="60" name="文本框 59"/>
                <p:cNvSpPr txBox="1"/>
                <p:nvPr/>
              </p:nvSpPr>
              <p:spPr>
                <a:xfrm>
                  <a:off x="6512082" y="5303947"/>
                  <a:ext cx="657608" cy="3488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구이저우</a:t>
                  </a:r>
                </a:p>
              </p:txBody>
            </p:sp>
            <p:sp>
              <p:nvSpPr>
                <p:cNvPr id="61" name="文本框 60"/>
                <p:cNvSpPr txBox="1"/>
                <p:nvPr/>
              </p:nvSpPr>
              <p:spPr>
                <a:xfrm>
                  <a:off x="6671642" y="4577523"/>
                  <a:ext cx="494640" cy="5760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충칭</a:t>
                  </a: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12573" y="5174"/>
                <a:ext cx="1434" cy="1757"/>
                <a:chOff x="7983734" y="4117570"/>
                <a:chExt cx="910434" cy="1115811"/>
              </a:xfrm>
            </p:grpSpPr>
            <p:sp>
              <p:nvSpPr>
                <p:cNvPr id="55" name="文本框 54"/>
                <p:cNvSpPr txBox="1"/>
                <p:nvPr/>
              </p:nvSpPr>
              <p:spPr>
                <a:xfrm>
                  <a:off x="8399528" y="4680894"/>
                  <a:ext cx="494640" cy="5524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저</a:t>
                  </a:r>
                  <a:endParaRPr lang="en-US" altLang="zh-CN" sz="1100" dirty="0">
                    <a:solidFill>
                      <a:schemeClr val="tx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endParaRPr>
                </a:p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장</a:t>
                  </a:r>
                </a:p>
              </p:txBody>
            </p:sp>
            <p:sp>
              <p:nvSpPr>
                <p:cNvPr id="56" name="文本框 55"/>
                <p:cNvSpPr txBox="1"/>
                <p:nvPr/>
              </p:nvSpPr>
              <p:spPr>
                <a:xfrm>
                  <a:off x="7983734" y="4265318"/>
                  <a:ext cx="494640" cy="5623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안</a:t>
                  </a:r>
                  <a:endParaRPr lang="en-US" altLang="zh-CN" sz="1100" dirty="0">
                    <a:solidFill>
                      <a:schemeClr val="tx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endParaRPr>
                </a:p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후이</a:t>
                  </a:r>
                </a:p>
              </p:txBody>
            </p:sp>
            <p:sp>
              <p:nvSpPr>
                <p:cNvPr id="57" name="文本框 56"/>
                <p:cNvSpPr txBox="1"/>
                <p:nvPr/>
              </p:nvSpPr>
              <p:spPr>
                <a:xfrm>
                  <a:off x="8360619" y="4117570"/>
                  <a:ext cx="494640" cy="5623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장</a:t>
                  </a:r>
                  <a:endParaRPr lang="en-US" altLang="zh-CN" sz="1100" dirty="0">
                    <a:solidFill>
                      <a:schemeClr val="tx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endParaRPr>
                </a:p>
                <a:p>
                  <a:r>
                    <a:rPr lang="zh-CN" altLang="en-US" sz="1100" dirty="0">
                      <a:solidFill>
                        <a:schemeClr val="tx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쑤</a:t>
                  </a:r>
                </a:p>
              </p:txBody>
            </p:sp>
          </p:grpSp>
          <p:sp>
            <p:nvSpPr>
              <p:cNvPr id="53" name="文本框 52"/>
              <p:cNvSpPr txBox="1"/>
              <p:nvPr/>
            </p:nvSpPr>
            <p:spPr>
              <a:xfrm>
                <a:off x="10971" y="8910"/>
                <a:ext cx="735" cy="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dirty="0">
                    <a:solidFill>
                      <a:schemeClr val="tx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하이난</a:t>
                </a: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2345" y="7868"/>
                <a:ext cx="1152" cy="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solidFill>
                      <a:srgbClr val="0E3E8B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선전</a:t>
                </a:r>
              </a:p>
            </p:txBody>
          </p:sp>
        </p:grpSp>
        <p:sp>
          <p:nvSpPr>
            <p:cNvPr id="35" name="文本框 34"/>
            <p:cNvSpPr txBox="1"/>
            <p:nvPr/>
          </p:nvSpPr>
          <p:spPr>
            <a:xfrm>
              <a:off x="7746" y="7646"/>
              <a:ext cx="613" cy="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solidFill>
                    <a:schemeClr val="tx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타이완</a:t>
              </a: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486895" y="3644282"/>
            <a:ext cx="6368705" cy="4712133"/>
            <a:chOff x="2088" y="4333"/>
            <a:chExt cx="7910" cy="5487"/>
          </a:xfrm>
        </p:grpSpPr>
        <p:sp>
          <p:nvSpPr>
            <p:cNvPr id="109" name="线形标注 1(带边框和强调线) 17"/>
            <p:cNvSpPr/>
            <p:nvPr/>
          </p:nvSpPr>
          <p:spPr>
            <a:xfrm>
              <a:off x="8856" y="4333"/>
              <a:ext cx="1142" cy="523"/>
            </a:xfrm>
            <a:prstGeom prst="accentBorderCallout1">
              <a:avLst>
                <a:gd name="adj1" fmla="val 47904"/>
                <a:gd name="adj2" fmla="val -13990"/>
                <a:gd name="adj3" fmla="val 15105"/>
                <a:gd name="adj4" fmla="val -62434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  <a:prstDash val="lgDash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8810" y="4349"/>
              <a:ext cx="1185" cy="4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/>
                <a:t>화북 지역</a:t>
              </a:r>
            </a:p>
          </p:txBody>
        </p:sp>
        <p:sp>
          <p:nvSpPr>
            <p:cNvPr id="111" name="线形标注 1(带边框和强调线) 111"/>
            <p:cNvSpPr/>
            <p:nvPr/>
          </p:nvSpPr>
          <p:spPr>
            <a:xfrm>
              <a:off x="6845" y="9335"/>
              <a:ext cx="1155" cy="485"/>
            </a:xfrm>
            <a:prstGeom prst="accentBorderCallout1">
              <a:avLst>
                <a:gd name="adj1" fmla="val 64102"/>
                <a:gd name="adj2" fmla="val -8333"/>
                <a:gd name="adj3" fmla="val -83092"/>
                <a:gd name="adj4" fmla="val -5272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rgbClr val="FFC000"/>
              </a:solidFill>
              <a:prstDash val="lgDash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6802" y="9315"/>
              <a:ext cx="1185" cy="4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/>
                <a:t>화남 지역</a:t>
              </a:r>
            </a:p>
          </p:txBody>
        </p:sp>
        <p:sp>
          <p:nvSpPr>
            <p:cNvPr id="113" name="线形标注 1(带边框和强调线) 113"/>
            <p:cNvSpPr/>
            <p:nvPr/>
          </p:nvSpPr>
          <p:spPr>
            <a:xfrm flipH="1">
              <a:off x="2088" y="8868"/>
              <a:ext cx="1155" cy="485"/>
            </a:xfrm>
            <a:prstGeom prst="accentBorderCallout1">
              <a:avLst>
                <a:gd name="adj1" fmla="val 64102"/>
                <a:gd name="adj2" fmla="val -8333"/>
                <a:gd name="adj3" fmla="val -67628"/>
                <a:gd name="adj4" fmla="val -7220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rgbClr val="FFC000"/>
              </a:solidFill>
              <a:prstDash val="lgDash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2100" y="8868"/>
              <a:ext cx="1185" cy="4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/>
                <a:t>서남 지역</a:t>
              </a:r>
            </a:p>
          </p:txBody>
        </p:sp>
        <p:sp>
          <p:nvSpPr>
            <p:cNvPr id="115" name="线形标注 1(带边框和强调线) 115"/>
            <p:cNvSpPr/>
            <p:nvPr/>
          </p:nvSpPr>
          <p:spPr>
            <a:xfrm>
              <a:off x="8066" y="6195"/>
              <a:ext cx="1142" cy="523"/>
            </a:xfrm>
            <a:prstGeom prst="accentBorderCallout1">
              <a:avLst>
                <a:gd name="adj1" fmla="val 47904"/>
                <a:gd name="adj2" fmla="val -13990"/>
                <a:gd name="adj3" fmla="val 108413"/>
                <a:gd name="adj4" fmla="val -779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  <a:prstDash val="lgDash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8059" y="6195"/>
              <a:ext cx="1185" cy="4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/>
                <a:t>화동 지역</a:t>
              </a:r>
            </a:p>
          </p:txBody>
        </p:sp>
        <p:sp>
          <p:nvSpPr>
            <p:cNvPr id="117" name="线形标注 1(带边框和强调线) 128"/>
            <p:cNvSpPr/>
            <p:nvPr/>
          </p:nvSpPr>
          <p:spPr>
            <a:xfrm>
              <a:off x="8245" y="7966"/>
              <a:ext cx="1142" cy="523"/>
            </a:xfrm>
            <a:prstGeom prst="accentBorderCallout1">
              <a:avLst>
                <a:gd name="adj1" fmla="val 47904"/>
                <a:gd name="adj2" fmla="val -13990"/>
                <a:gd name="adj3" fmla="val -20650"/>
                <a:gd name="adj4" fmla="val -12127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  <a:prstDash val="lgDash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8245" y="7973"/>
              <a:ext cx="1185" cy="4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/>
                <a:t>화중 지역</a:t>
              </a:r>
            </a:p>
          </p:txBody>
        </p:sp>
      </p:grpSp>
      <p:grpSp>
        <p:nvGrpSpPr>
          <p:cNvPr id="119" name="그룹 494"/>
          <p:cNvGrpSpPr/>
          <p:nvPr/>
        </p:nvGrpSpPr>
        <p:grpSpPr>
          <a:xfrm>
            <a:off x="5984449" y="7689143"/>
            <a:ext cx="79709" cy="72138"/>
            <a:chOff x="3615395" y="3792759"/>
            <a:chExt cx="140970" cy="119253"/>
          </a:xfrm>
          <a:solidFill>
            <a:srgbClr val="0E3E8B"/>
          </a:solidFill>
        </p:grpSpPr>
        <p:sp>
          <p:nvSpPr>
            <p:cNvPr id="120" name="자유형: 도형 496"/>
            <p:cNvSpPr/>
            <p:nvPr/>
          </p:nvSpPr>
          <p:spPr>
            <a:xfrm>
              <a:off x="3727790" y="3792759"/>
              <a:ext cx="28575" cy="28575"/>
            </a:xfrm>
            <a:custGeom>
              <a:avLst/>
              <a:gdLst>
                <a:gd name="connsiteX0" fmla="*/ 18288 w 28575"/>
                <a:gd name="connsiteY0" fmla="*/ 7144 h 28575"/>
                <a:gd name="connsiteX1" fmla="*/ 7144 w 28575"/>
                <a:gd name="connsiteY1" fmla="*/ 18288 h 28575"/>
                <a:gd name="connsiteX2" fmla="*/ 18288 w 28575"/>
                <a:gd name="connsiteY2" fmla="*/ 29432 h 28575"/>
                <a:gd name="connsiteX3" fmla="*/ 29432 w 28575"/>
                <a:gd name="connsiteY3" fmla="*/ 18288 h 28575"/>
                <a:gd name="connsiteX4" fmla="*/ 18288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288" y="7144"/>
                  </a:moveTo>
                  <a:cubicBezTo>
                    <a:pt x="12002" y="7144"/>
                    <a:pt x="7144" y="12002"/>
                    <a:pt x="7144" y="18288"/>
                  </a:cubicBezTo>
                  <a:cubicBezTo>
                    <a:pt x="7144" y="24574"/>
                    <a:pt x="12002" y="29432"/>
                    <a:pt x="18288" y="29432"/>
                  </a:cubicBezTo>
                  <a:cubicBezTo>
                    <a:pt x="24574" y="29432"/>
                    <a:pt x="29432" y="24574"/>
                    <a:pt x="29432" y="18288"/>
                  </a:cubicBezTo>
                  <a:cubicBezTo>
                    <a:pt x="29432" y="12002"/>
                    <a:pt x="24574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Calibri" panose="020F0502020204030204" pitchFamily="34" charset="0"/>
              </a:endParaRPr>
            </a:p>
          </p:txBody>
        </p:sp>
        <p:sp>
          <p:nvSpPr>
            <p:cNvPr id="121" name="자유형: 도형 504"/>
            <p:cNvSpPr/>
            <p:nvPr/>
          </p:nvSpPr>
          <p:spPr>
            <a:xfrm>
              <a:off x="3727790" y="3792759"/>
              <a:ext cx="28575" cy="28575"/>
            </a:xfrm>
            <a:custGeom>
              <a:avLst/>
              <a:gdLst>
                <a:gd name="connsiteX0" fmla="*/ 18288 w 28575"/>
                <a:gd name="connsiteY0" fmla="*/ 7144 h 28575"/>
                <a:gd name="connsiteX1" fmla="*/ 7144 w 28575"/>
                <a:gd name="connsiteY1" fmla="*/ 18288 h 28575"/>
                <a:gd name="connsiteX2" fmla="*/ 18288 w 28575"/>
                <a:gd name="connsiteY2" fmla="*/ 29432 h 28575"/>
                <a:gd name="connsiteX3" fmla="*/ 29432 w 28575"/>
                <a:gd name="connsiteY3" fmla="*/ 18288 h 28575"/>
                <a:gd name="connsiteX4" fmla="*/ 18288 w 28575"/>
                <a:gd name="connsiteY4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18288" y="7144"/>
                  </a:moveTo>
                  <a:cubicBezTo>
                    <a:pt x="12192" y="7144"/>
                    <a:pt x="7144" y="12097"/>
                    <a:pt x="7144" y="18288"/>
                  </a:cubicBezTo>
                  <a:cubicBezTo>
                    <a:pt x="7144" y="24479"/>
                    <a:pt x="12192" y="29432"/>
                    <a:pt x="18288" y="29432"/>
                  </a:cubicBezTo>
                  <a:cubicBezTo>
                    <a:pt x="24384" y="29432"/>
                    <a:pt x="29432" y="24479"/>
                    <a:pt x="29432" y="18288"/>
                  </a:cubicBezTo>
                  <a:cubicBezTo>
                    <a:pt x="29432" y="12097"/>
                    <a:pt x="24479" y="7144"/>
                    <a:pt x="18288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Calibri" panose="020F0502020204030204" pitchFamily="34" charset="0"/>
              </a:endParaRPr>
            </a:p>
          </p:txBody>
        </p:sp>
        <p:sp>
          <p:nvSpPr>
            <p:cNvPr id="122" name="자유형: 도형 505"/>
            <p:cNvSpPr/>
            <p:nvPr/>
          </p:nvSpPr>
          <p:spPr>
            <a:xfrm>
              <a:off x="3615395" y="3873912"/>
              <a:ext cx="66675" cy="38100"/>
            </a:xfrm>
            <a:custGeom>
              <a:avLst/>
              <a:gdLst>
                <a:gd name="connsiteX0" fmla="*/ 55435 w 66675"/>
                <a:gd name="connsiteY0" fmla="*/ 7144 h 38100"/>
                <a:gd name="connsiteX1" fmla="*/ 7144 w 66675"/>
                <a:gd name="connsiteY1" fmla="*/ 36481 h 38100"/>
                <a:gd name="connsiteX2" fmla="*/ 7144 w 66675"/>
                <a:gd name="connsiteY2" fmla="*/ 36957 h 38100"/>
                <a:gd name="connsiteX3" fmla="*/ 64675 w 66675"/>
                <a:gd name="connsiteY3" fmla="*/ 23146 h 38100"/>
                <a:gd name="connsiteX4" fmla="*/ 55435 w 66675"/>
                <a:gd name="connsiteY4" fmla="*/ 714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38100">
                  <a:moveTo>
                    <a:pt x="55435" y="7144"/>
                  </a:moveTo>
                  <a:cubicBezTo>
                    <a:pt x="41910" y="22955"/>
                    <a:pt x="24765" y="33338"/>
                    <a:pt x="7144" y="36481"/>
                  </a:cubicBezTo>
                  <a:lnTo>
                    <a:pt x="7144" y="36957"/>
                  </a:lnTo>
                  <a:cubicBezTo>
                    <a:pt x="27051" y="35624"/>
                    <a:pt x="47244" y="30766"/>
                    <a:pt x="64675" y="23146"/>
                  </a:cubicBezTo>
                  <a:lnTo>
                    <a:pt x="55435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Calibri" panose="020F0502020204030204" pitchFamily="34" charset="0"/>
              </a:endParaRPr>
            </a:p>
          </p:txBody>
        </p:sp>
      </p:grpSp>
      <p:sp>
        <p:nvSpPr>
          <p:cNvPr id="123" name="자유형: 도형 304"/>
          <p:cNvSpPr/>
          <p:nvPr/>
        </p:nvSpPr>
        <p:spPr>
          <a:xfrm>
            <a:off x="5995721" y="7502787"/>
            <a:ext cx="139290" cy="209543"/>
          </a:xfrm>
          <a:custGeom>
            <a:avLst/>
            <a:gdLst>
              <a:gd name="connsiteX0" fmla="*/ 144875 w 285750"/>
              <a:gd name="connsiteY0" fmla="*/ 7144 h 390525"/>
              <a:gd name="connsiteX1" fmla="*/ 7144 w 285750"/>
              <a:gd name="connsiteY1" fmla="*/ 144875 h 390525"/>
              <a:gd name="connsiteX2" fmla="*/ 135636 w 285750"/>
              <a:gd name="connsiteY2" fmla="*/ 383381 h 390525"/>
              <a:gd name="connsiteX3" fmla="*/ 154115 w 285750"/>
              <a:gd name="connsiteY3" fmla="*/ 383381 h 390525"/>
              <a:gd name="connsiteX4" fmla="*/ 282607 w 285750"/>
              <a:gd name="connsiteY4" fmla="*/ 144875 h 390525"/>
              <a:gd name="connsiteX5" fmla="*/ 144875 w 285750"/>
              <a:gd name="connsiteY5" fmla="*/ 7144 h 390525"/>
              <a:gd name="connsiteX6" fmla="*/ 144875 w 285750"/>
              <a:gd name="connsiteY6" fmla="*/ 214217 h 390525"/>
              <a:gd name="connsiteX7" fmla="*/ 75533 w 285750"/>
              <a:gd name="connsiteY7" fmla="*/ 144875 h 390525"/>
              <a:gd name="connsiteX8" fmla="*/ 144875 w 285750"/>
              <a:gd name="connsiteY8" fmla="*/ 75533 h 390525"/>
              <a:gd name="connsiteX9" fmla="*/ 214217 w 285750"/>
              <a:gd name="connsiteY9" fmla="*/ 144875 h 390525"/>
              <a:gd name="connsiteX10" fmla="*/ 144875 w 285750"/>
              <a:gd name="connsiteY10" fmla="*/ 214217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390525">
                <a:moveTo>
                  <a:pt x="144875" y="7144"/>
                </a:moveTo>
                <a:cubicBezTo>
                  <a:pt x="68866" y="7144"/>
                  <a:pt x="7144" y="68961"/>
                  <a:pt x="7144" y="144875"/>
                </a:cubicBezTo>
                <a:cubicBezTo>
                  <a:pt x="7144" y="239173"/>
                  <a:pt x="130397" y="377571"/>
                  <a:pt x="135636" y="383381"/>
                </a:cubicBezTo>
                <a:cubicBezTo>
                  <a:pt x="140589" y="388906"/>
                  <a:pt x="149162" y="388906"/>
                  <a:pt x="154115" y="383381"/>
                </a:cubicBezTo>
                <a:cubicBezTo>
                  <a:pt x="159353" y="377571"/>
                  <a:pt x="282607" y="239173"/>
                  <a:pt x="282607" y="144875"/>
                </a:cubicBezTo>
                <a:cubicBezTo>
                  <a:pt x="282607" y="68961"/>
                  <a:pt x="220790" y="7144"/>
                  <a:pt x="144875" y="7144"/>
                </a:cubicBezTo>
                <a:close/>
                <a:moveTo>
                  <a:pt x="144875" y="214217"/>
                </a:moveTo>
                <a:cubicBezTo>
                  <a:pt x="106680" y="214217"/>
                  <a:pt x="75533" y="183166"/>
                  <a:pt x="75533" y="144875"/>
                </a:cubicBezTo>
                <a:cubicBezTo>
                  <a:pt x="75533" y="106680"/>
                  <a:pt x="106585" y="75533"/>
                  <a:pt x="144875" y="75533"/>
                </a:cubicBezTo>
                <a:cubicBezTo>
                  <a:pt x="183166" y="75533"/>
                  <a:pt x="214217" y="106585"/>
                  <a:pt x="214217" y="144875"/>
                </a:cubicBezTo>
                <a:cubicBezTo>
                  <a:pt x="214217" y="183166"/>
                  <a:pt x="183071" y="214217"/>
                  <a:pt x="144875" y="214217"/>
                </a:cubicBezTo>
                <a:close/>
              </a:path>
            </a:pathLst>
          </a:custGeom>
          <a:solidFill>
            <a:srgbClr val="FFFF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Calibri" panose="020F0502020204030204" pitchFamily="34" charset="0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9311313" y="1999716"/>
            <a:ext cx="96618" cy="948095"/>
          </a:xfrm>
          <a:prstGeom prst="rect">
            <a:avLst/>
          </a:prstGeom>
          <a:solidFill>
            <a:srgbClr val="42BA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6" name="组合 125"/>
          <p:cNvGrpSpPr/>
          <p:nvPr/>
        </p:nvGrpSpPr>
        <p:grpSpPr>
          <a:xfrm>
            <a:off x="2402355" y="4204208"/>
            <a:ext cx="7349372" cy="4521484"/>
            <a:chOff x="1983" y="4985"/>
            <a:chExt cx="9128" cy="5265"/>
          </a:xfrm>
        </p:grpSpPr>
        <p:grpSp>
          <p:nvGrpSpPr>
            <p:cNvPr id="138" name="组合 137"/>
            <p:cNvGrpSpPr/>
            <p:nvPr/>
          </p:nvGrpSpPr>
          <p:grpSpPr>
            <a:xfrm>
              <a:off x="7710" y="6809"/>
              <a:ext cx="3401" cy="812"/>
              <a:chOff x="7710" y="6809"/>
              <a:chExt cx="3401" cy="812"/>
            </a:xfrm>
          </p:grpSpPr>
          <p:sp>
            <p:nvSpPr>
              <p:cNvPr id="148" name="文本框 147"/>
              <p:cNvSpPr txBox="1"/>
              <p:nvPr/>
            </p:nvSpPr>
            <p:spPr>
              <a:xfrm>
                <a:off x="7760" y="6809"/>
                <a:ext cx="3351" cy="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>
                    <a:solidFill>
                      <a:schemeClr val="tx2"/>
                    </a:solidFill>
                    <a:latin typeface="思源黑体 CN Light" pitchFamily="34" charset="-122"/>
                    <a:ea typeface="思源黑体 CN Light" pitchFamily="34" charset="-122"/>
                  </a:rPr>
                  <a:t>쿤산 베이즈 정보컨설팅(주)</a:t>
                </a:r>
              </a:p>
            </p:txBody>
          </p:sp>
          <p:sp>
            <p:nvSpPr>
              <p:cNvPr id="149" name="文本框 148"/>
              <p:cNvSpPr txBox="1"/>
              <p:nvPr/>
            </p:nvSpPr>
            <p:spPr>
              <a:xfrm>
                <a:off x="7760" y="7263"/>
                <a:ext cx="2013" cy="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2"/>
                    </a:solidFill>
                    <a:latin typeface="思源黑体 CN Light" pitchFamily="34" charset="-122"/>
                    <a:ea typeface="思源黑体 CN Light" pitchFamily="34" charset="-122"/>
                  </a:rPr>
                  <a:t>닝보 고객서비스센터</a:t>
                </a:r>
              </a:p>
            </p:txBody>
          </p:sp>
          <p:sp>
            <p:nvSpPr>
              <p:cNvPr id="150" name="椭圆 149"/>
              <p:cNvSpPr/>
              <p:nvPr/>
            </p:nvSpPr>
            <p:spPr>
              <a:xfrm>
                <a:off x="7710" y="6930"/>
                <a:ext cx="120" cy="12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椭圆 150"/>
              <p:cNvSpPr/>
              <p:nvPr/>
            </p:nvSpPr>
            <p:spPr>
              <a:xfrm>
                <a:off x="7710" y="7375"/>
                <a:ext cx="120" cy="12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/>
            <p:cNvGrpSpPr/>
            <p:nvPr/>
          </p:nvGrpSpPr>
          <p:grpSpPr>
            <a:xfrm>
              <a:off x="8438" y="4985"/>
              <a:ext cx="2048" cy="358"/>
              <a:chOff x="8438" y="4985"/>
              <a:chExt cx="2048" cy="358"/>
            </a:xfrm>
          </p:grpSpPr>
          <p:sp>
            <p:nvSpPr>
              <p:cNvPr id="146" name="文本框 145"/>
              <p:cNvSpPr txBox="1"/>
              <p:nvPr/>
            </p:nvSpPr>
            <p:spPr>
              <a:xfrm>
                <a:off x="8473" y="4985"/>
                <a:ext cx="2013" cy="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>
                    <a:solidFill>
                      <a:schemeClr val="tx2"/>
                    </a:solidFill>
                    <a:latin typeface="思源黑体 CN Light" pitchFamily="34" charset="-122"/>
                    <a:ea typeface="思源黑体 CN Light" pitchFamily="34" charset="-122"/>
                  </a:rPr>
                  <a:t>톈진 고객서비스센터</a:t>
                </a:r>
              </a:p>
            </p:txBody>
          </p:sp>
          <p:sp>
            <p:nvSpPr>
              <p:cNvPr id="147" name="椭圆 146"/>
              <p:cNvSpPr/>
              <p:nvPr/>
            </p:nvSpPr>
            <p:spPr>
              <a:xfrm>
                <a:off x="8438" y="5106"/>
                <a:ext cx="120" cy="12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0" name="组合 139"/>
            <p:cNvGrpSpPr/>
            <p:nvPr/>
          </p:nvGrpSpPr>
          <p:grpSpPr>
            <a:xfrm>
              <a:off x="6598" y="9892"/>
              <a:ext cx="3185" cy="358"/>
              <a:chOff x="6598" y="9892"/>
              <a:chExt cx="3185" cy="358"/>
            </a:xfrm>
          </p:grpSpPr>
          <p:sp>
            <p:nvSpPr>
              <p:cNvPr id="144" name="文本框 143"/>
              <p:cNvSpPr txBox="1"/>
              <p:nvPr/>
            </p:nvSpPr>
            <p:spPr>
              <a:xfrm>
                <a:off x="6655" y="9892"/>
                <a:ext cx="3128" cy="358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2"/>
                    </a:solidFill>
                    <a:latin typeface="思源黑体 CN Light" pitchFamily="34" charset="-122"/>
                    <a:ea typeface="思源黑体 CN Light" pitchFamily="34" charset="-122"/>
                    <a:sym typeface="+mn-ea"/>
                  </a:rPr>
                  <a:t>둥관 모더바오 스마트테크(주)</a:t>
                </a:r>
              </a:p>
            </p:txBody>
          </p:sp>
          <p:sp>
            <p:nvSpPr>
              <p:cNvPr id="145" name="椭圆 144"/>
              <p:cNvSpPr/>
              <p:nvPr/>
            </p:nvSpPr>
            <p:spPr>
              <a:xfrm>
                <a:off x="6598" y="10013"/>
                <a:ext cx="120" cy="12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1" name="组合 140"/>
            <p:cNvGrpSpPr/>
            <p:nvPr/>
          </p:nvGrpSpPr>
          <p:grpSpPr>
            <a:xfrm>
              <a:off x="1983" y="9465"/>
              <a:ext cx="2082" cy="358"/>
              <a:chOff x="1983" y="9465"/>
              <a:chExt cx="2082" cy="358"/>
            </a:xfrm>
          </p:grpSpPr>
          <p:sp>
            <p:nvSpPr>
              <p:cNvPr id="142" name="文本框 141"/>
              <p:cNvSpPr txBox="1"/>
              <p:nvPr/>
            </p:nvSpPr>
            <p:spPr>
              <a:xfrm>
                <a:off x="2052" y="9465"/>
                <a:ext cx="2013" cy="358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2"/>
                    </a:solidFill>
                    <a:latin typeface="思源黑体 CN Light" pitchFamily="34" charset="-122"/>
                    <a:ea typeface="思源黑体 CN Light" pitchFamily="34" charset="-122"/>
                    <a:sym typeface="+mn-ea"/>
                  </a:rPr>
                  <a:t>충칭 고객서비스센터</a:t>
                </a:r>
              </a:p>
            </p:txBody>
          </p:sp>
          <p:sp>
            <p:nvSpPr>
              <p:cNvPr id="143" name="椭圆 142"/>
              <p:cNvSpPr/>
              <p:nvPr/>
            </p:nvSpPr>
            <p:spPr>
              <a:xfrm>
                <a:off x="1983" y="9586"/>
                <a:ext cx="120" cy="12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27" name="组合 126"/>
          <p:cNvGrpSpPr/>
          <p:nvPr/>
        </p:nvGrpSpPr>
        <p:grpSpPr>
          <a:xfrm>
            <a:off x="1918462" y="2043514"/>
            <a:ext cx="2648125" cy="662120"/>
            <a:chOff x="1382" y="2469"/>
            <a:chExt cx="3289" cy="771"/>
          </a:xfrm>
        </p:grpSpPr>
        <p:sp>
          <p:nvSpPr>
            <p:cNvPr id="128" name="矩形 127"/>
            <p:cNvSpPr/>
            <p:nvPr/>
          </p:nvSpPr>
          <p:spPr>
            <a:xfrm>
              <a:off x="1395" y="2595"/>
              <a:ext cx="147" cy="160"/>
            </a:xfrm>
            <a:prstGeom prst="rect">
              <a:avLst/>
            </a:prstGeom>
            <a:solidFill>
              <a:srgbClr val="5FA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1508" y="2495"/>
              <a:ext cx="88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>
                  <a:latin typeface="思源黑体 CN Bold" panose="020B0800000000000000" charset="-122"/>
                  <a:ea typeface="思源黑体 CN Bold" panose="020B0800000000000000" charset="-122"/>
                </a:rPr>
                <a:t>화북 지역</a:t>
              </a:r>
            </a:p>
          </p:txBody>
        </p:sp>
        <p:sp>
          <p:nvSpPr>
            <p:cNvPr id="130" name="矩形 129"/>
            <p:cNvSpPr/>
            <p:nvPr/>
          </p:nvSpPr>
          <p:spPr>
            <a:xfrm>
              <a:off x="2556" y="2595"/>
              <a:ext cx="147" cy="160"/>
            </a:xfrm>
            <a:prstGeom prst="rect">
              <a:avLst/>
            </a:prstGeom>
            <a:solidFill>
              <a:srgbClr val="F4C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2632" y="2482"/>
              <a:ext cx="88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>
                  <a:latin typeface="思源黑体 CN Bold" panose="020B0800000000000000" charset="-122"/>
                  <a:ea typeface="思源黑体 CN Bold" panose="020B0800000000000000" charset="-122"/>
                </a:rPr>
                <a:t>화동 지역</a:t>
              </a:r>
            </a:p>
          </p:txBody>
        </p:sp>
        <p:sp>
          <p:nvSpPr>
            <p:cNvPr id="132" name="矩形 131"/>
            <p:cNvSpPr/>
            <p:nvPr/>
          </p:nvSpPr>
          <p:spPr>
            <a:xfrm>
              <a:off x="1382" y="2967"/>
              <a:ext cx="147" cy="160"/>
            </a:xfrm>
            <a:prstGeom prst="rect">
              <a:avLst/>
            </a:prstGeom>
            <a:solidFill>
              <a:srgbClr val="94DA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1490" y="2854"/>
              <a:ext cx="88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>
                  <a:latin typeface="思源黑体 CN Bold" panose="020B0800000000000000" charset="-122"/>
                  <a:ea typeface="思源黑体 CN Bold" panose="020B0800000000000000" charset="-122"/>
                </a:rPr>
                <a:t>화남 지역</a:t>
              </a:r>
            </a:p>
          </p:txBody>
        </p:sp>
        <p:sp>
          <p:nvSpPr>
            <p:cNvPr id="134" name="矩形 133"/>
            <p:cNvSpPr/>
            <p:nvPr/>
          </p:nvSpPr>
          <p:spPr>
            <a:xfrm>
              <a:off x="3682" y="2595"/>
              <a:ext cx="147" cy="160"/>
            </a:xfrm>
            <a:prstGeom prst="rect">
              <a:avLst/>
            </a:prstGeom>
            <a:solidFill>
              <a:srgbClr val="EF83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3783" y="2469"/>
              <a:ext cx="88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>
                  <a:latin typeface="思源黑体 CN Bold" panose="020B0800000000000000" charset="-122"/>
                  <a:ea typeface="思源黑体 CN Bold" panose="020B0800000000000000" charset="-122"/>
                </a:rPr>
                <a:t>화중 지역</a:t>
              </a:r>
            </a:p>
          </p:txBody>
        </p:sp>
        <p:sp>
          <p:nvSpPr>
            <p:cNvPr id="136" name="矩形 135"/>
            <p:cNvSpPr/>
            <p:nvPr/>
          </p:nvSpPr>
          <p:spPr>
            <a:xfrm>
              <a:off x="2556" y="2967"/>
              <a:ext cx="147" cy="160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2630" y="2854"/>
              <a:ext cx="888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>
                  <a:latin typeface="思源黑体 CN Bold" panose="020B0800000000000000" charset="-122"/>
                  <a:ea typeface="思源黑体 CN Bold" panose="020B0800000000000000" charset="-122"/>
                </a:rPr>
                <a:t>서남 지역</a:t>
              </a:r>
            </a:p>
          </p:txBody>
        </p:sp>
      </p:grpSp>
      <p:sp>
        <p:nvSpPr>
          <p:cNvPr id="7" name="path 150"/>
          <p:cNvSpPr/>
          <p:nvPr/>
        </p:nvSpPr>
        <p:spPr>
          <a:xfrm>
            <a:off x="470395" y="1051559"/>
            <a:ext cx="1612799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" name="textbox 152"/>
          <p:cNvSpPr/>
          <p:nvPr/>
        </p:nvSpPr>
        <p:spPr>
          <a:xfrm>
            <a:off x="487577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001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4" name="path 154"/>
          <p:cNvSpPr/>
          <p:nvPr/>
        </p:nvSpPr>
        <p:spPr>
          <a:xfrm>
            <a:off x="1554523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6" name="textbox 226"/>
          <p:cNvSpPr/>
          <p:nvPr/>
        </p:nvSpPr>
        <p:spPr>
          <a:xfrm>
            <a:off x="1678974" y="403590"/>
            <a:ext cx="1718945" cy="589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9000"/>
              </a:lnSpc>
            </a:pPr>
            <a:r>
              <a:rPr lang="ko-KR" sz="2200" b="1" kern="0" spc="3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고객 분포</a:t>
            </a:r>
            <a:endParaRPr sz="2200" dirty="0">
              <a:latin typeface="맑은 고딕"/>
              <a:ea typeface="맑은 고딕"/>
              <a:cs typeface="맑은 고딕"/>
            </a:endParaRPr>
          </a:p>
          <a:p>
            <a:pPr marL="12700" algn="l" rtl="0" eaLnBrk="0">
              <a:lnSpc>
                <a:spcPts val="1705"/>
              </a:lnSpc>
              <a:spcBef>
                <a:spcPts val="115"/>
              </a:spcBef>
            </a:pPr>
            <a:r>
              <a:rPr sz="1400" kern="0" spc="20" dirty="0">
                <a:solidFill>
                  <a:srgbClr val="17406D">
                    <a:alpha val="100000"/>
                  </a:srgbClr>
                </a:solidFill>
                <a:latin typeface="Arial"/>
                <a:ea typeface="Arial"/>
                <a:cs typeface="Arial"/>
              </a:rPr>
              <a:t>customer distribution</a:t>
            </a:r>
          </a:p>
        </p:txBody>
      </p:sp>
    </p:spTree>
    <p:extLst>
      <p:ext uri="{BB962C8B-B14F-4D97-AF65-F5344CB8AC3E}">
        <p14:creationId xmlns:p14="http://schemas.microsoft.com/office/powerpoint/2010/main" val="102343065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th 150"/>
          <p:cNvSpPr/>
          <p:nvPr/>
        </p:nvSpPr>
        <p:spPr>
          <a:xfrm>
            <a:off x="470395" y="1051559"/>
            <a:ext cx="1612799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textbox 152"/>
          <p:cNvSpPr/>
          <p:nvPr/>
        </p:nvSpPr>
        <p:spPr>
          <a:xfrm>
            <a:off x="487577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001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path 154"/>
          <p:cNvSpPr/>
          <p:nvPr/>
        </p:nvSpPr>
        <p:spPr>
          <a:xfrm>
            <a:off x="1554523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" name="圆角矩形 8"/>
          <p:cNvSpPr/>
          <p:nvPr/>
        </p:nvSpPr>
        <p:spPr>
          <a:xfrm>
            <a:off x="342900" y="2449830"/>
            <a:ext cx="2255520" cy="900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/>
          </a:p>
        </p:txBody>
      </p:sp>
      <p:pic>
        <p:nvPicPr>
          <p:cNvPr id="14" name="图片 13" descr="华为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449830"/>
            <a:ext cx="1358265" cy="929640"/>
          </a:xfrm>
          <a:prstGeom prst="rect">
            <a:avLst/>
          </a:prstGeom>
        </p:spPr>
      </p:pic>
      <p:sp>
        <p:nvSpPr>
          <p:cNvPr id="15" name="圆角矩形 11"/>
          <p:cNvSpPr/>
          <p:nvPr/>
        </p:nvSpPr>
        <p:spPr>
          <a:xfrm>
            <a:off x="2698115" y="2465070"/>
            <a:ext cx="2255520" cy="900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/>
          </a:p>
        </p:txBody>
      </p:sp>
      <p:pic>
        <p:nvPicPr>
          <p:cNvPr id="16" name="图片 15" descr="飞利浦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845" y="2425700"/>
            <a:ext cx="2440305" cy="989330"/>
          </a:xfrm>
          <a:prstGeom prst="rect">
            <a:avLst/>
          </a:prstGeom>
        </p:spPr>
      </p:pic>
      <p:pic>
        <p:nvPicPr>
          <p:cNvPr id="18" name="图片 17" descr="H:\品牌资产库\关于公司\常用logo\合作伙伴logo\大疆.png大疆"/>
          <p:cNvPicPr>
            <a:picLocks noChangeAspect="1"/>
          </p:cNvPicPr>
          <p:nvPr/>
        </p:nvPicPr>
        <p:blipFill>
          <a:blip r:embed="rId4"/>
          <a:srcRect l="34131" t="9587" r="33118" b="8189"/>
          <a:stretch>
            <a:fillRect/>
          </a:stretch>
        </p:blipFill>
        <p:spPr>
          <a:xfrm>
            <a:off x="5454650" y="2480945"/>
            <a:ext cx="1127760" cy="963930"/>
          </a:xfrm>
          <a:prstGeom prst="rect">
            <a:avLst/>
          </a:prstGeom>
        </p:spPr>
      </p:pic>
      <p:sp>
        <p:nvSpPr>
          <p:cNvPr id="19" name="圆角矩形 26"/>
          <p:cNvSpPr/>
          <p:nvPr/>
        </p:nvSpPr>
        <p:spPr>
          <a:xfrm>
            <a:off x="7399020" y="2458720"/>
            <a:ext cx="2255520" cy="900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/>
          </a:p>
        </p:txBody>
      </p:sp>
      <p:grpSp>
        <p:nvGrpSpPr>
          <p:cNvPr id="20" name="组合 19"/>
          <p:cNvGrpSpPr/>
          <p:nvPr/>
        </p:nvGrpSpPr>
        <p:grpSpPr>
          <a:xfrm>
            <a:off x="9618345" y="2473960"/>
            <a:ext cx="2427605" cy="900430"/>
            <a:chOff x="8426" y="3346"/>
            <a:chExt cx="2731" cy="1013"/>
          </a:xfrm>
        </p:grpSpPr>
        <p:sp>
          <p:nvSpPr>
            <p:cNvPr id="21" name="圆角矩形 31"/>
            <p:cNvSpPr/>
            <p:nvPr/>
          </p:nvSpPr>
          <p:spPr>
            <a:xfrm>
              <a:off x="8563" y="3346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22" name="图片 21" descr="H:\品牌资产库\关于公司\常用logo\合作伙伴logo\格力.png格力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8426" y="3353"/>
              <a:ext cx="2731" cy="980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/>
        </p:nvGrpSpPr>
        <p:grpSpPr>
          <a:xfrm>
            <a:off x="11944350" y="2465705"/>
            <a:ext cx="2438400" cy="900430"/>
            <a:chOff x="8420" y="3346"/>
            <a:chExt cx="2743" cy="1013"/>
          </a:xfrm>
        </p:grpSpPr>
        <p:sp>
          <p:nvSpPr>
            <p:cNvPr id="24" name="圆角矩形 34"/>
            <p:cNvSpPr/>
            <p:nvPr/>
          </p:nvSpPr>
          <p:spPr>
            <a:xfrm>
              <a:off x="8563" y="3346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25" name="图片 24" descr="H:\品牌资产库\关于公司\常用logo\合作伙伴logo\美的.png美的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8420" y="3353"/>
              <a:ext cx="2743" cy="980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>
            <a:off x="14361795" y="2480945"/>
            <a:ext cx="2427605" cy="900430"/>
            <a:chOff x="8506" y="3346"/>
            <a:chExt cx="2731" cy="1013"/>
          </a:xfrm>
        </p:grpSpPr>
        <p:sp>
          <p:nvSpPr>
            <p:cNvPr id="27" name="圆角矩形 37"/>
            <p:cNvSpPr/>
            <p:nvPr/>
          </p:nvSpPr>
          <p:spPr>
            <a:xfrm>
              <a:off x="8563" y="3346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28" name="图片 27" descr="H:\品牌资产库\关于公司\常用logo\合作伙伴logo\海信.png海信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8506" y="3459"/>
              <a:ext cx="2731" cy="769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/>
        </p:nvGrpSpPr>
        <p:grpSpPr>
          <a:xfrm>
            <a:off x="335154" y="3563748"/>
            <a:ext cx="16461613" cy="946785"/>
            <a:chOff x="386" y="3320"/>
            <a:chExt cx="18517" cy="1065"/>
          </a:xfrm>
        </p:grpSpPr>
        <p:sp>
          <p:nvSpPr>
            <p:cNvPr id="30" name="圆角矩形 51"/>
            <p:cNvSpPr/>
            <p:nvPr/>
          </p:nvSpPr>
          <p:spPr>
            <a:xfrm>
              <a:off x="386" y="3320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31" name="图片 30" descr="H:\品牌资产库\关于公司\常用logo\合作伙伴logo\长虹.png长虹"/>
            <p:cNvPicPr>
              <a:picLocks noChangeAspect="1"/>
            </p:cNvPicPr>
            <p:nvPr/>
          </p:nvPicPr>
          <p:blipFill>
            <a:blip r:embed="rId8"/>
            <a:srcRect b="14478"/>
            <a:stretch>
              <a:fillRect/>
            </a:stretch>
          </p:blipFill>
          <p:spPr>
            <a:xfrm>
              <a:off x="640" y="3325"/>
              <a:ext cx="1979" cy="987"/>
            </a:xfrm>
            <a:prstGeom prst="rect">
              <a:avLst/>
            </a:prstGeom>
          </p:spPr>
        </p:pic>
        <p:sp>
          <p:nvSpPr>
            <p:cNvPr id="32" name="圆角矩形 53"/>
            <p:cNvSpPr/>
            <p:nvPr/>
          </p:nvSpPr>
          <p:spPr>
            <a:xfrm>
              <a:off x="3035" y="3337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33" name="图片 32" descr="H:\品牌资产库\关于公司\常用logo\合作伙伴logo\立讯精密.png立讯精密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>
            <a:xfrm>
              <a:off x="2923" y="3363"/>
              <a:ext cx="2745" cy="973"/>
            </a:xfrm>
            <a:prstGeom prst="rect">
              <a:avLst/>
            </a:prstGeom>
          </p:spPr>
        </p:pic>
        <p:sp>
          <p:nvSpPr>
            <p:cNvPr id="34" name="圆角矩形 55"/>
            <p:cNvSpPr/>
            <p:nvPr/>
          </p:nvSpPr>
          <p:spPr>
            <a:xfrm>
              <a:off x="5674" y="3329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35" name="图片 34" descr="H:\品牌资产库\关于公司\常用logo\合作伙伴logo\欣旺达.png欣旺达"/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>
            <a:xfrm>
              <a:off x="5921" y="3362"/>
              <a:ext cx="2078" cy="968"/>
            </a:xfrm>
            <a:prstGeom prst="rect">
              <a:avLst/>
            </a:prstGeom>
          </p:spPr>
        </p:pic>
        <p:grpSp>
          <p:nvGrpSpPr>
            <p:cNvPr id="36" name="组合 35"/>
            <p:cNvGrpSpPr/>
            <p:nvPr/>
          </p:nvGrpSpPr>
          <p:grpSpPr>
            <a:xfrm>
              <a:off x="8323" y="3321"/>
              <a:ext cx="2537" cy="1064"/>
              <a:chOff x="8563" y="3337"/>
              <a:chExt cx="2537" cy="1064"/>
            </a:xfrm>
          </p:grpSpPr>
          <p:sp>
            <p:nvSpPr>
              <p:cNvPr id="37" name="圆角矩形 58"/>
              <p:cNvSpPr/>
              <p:nvPr/>
            </p:nvSpPr>
            <p:spPr>
              <a:xfrm>
                <a:off x="8563" y="3346"/>
                <a:ext cx="2537" cy="101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940"/>
              </a:p>
            </p:txBody>
          </p:sp>
          <p:pic>
            <p:nvPicPr>
              <p:cNvPr id="38" name="图片 37" descr="H:\品牌资产库\关于公司\常用logo\合作伙伴logo\领益智造.png领益智造"/>
              <p:cNvPicPr>
                <a:picLocks noChangeAspect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>
              <a:xfrm>
                <a:off x="8861" y="3337"/>
                <a:ext cx="2021" cy="1064"/>
              </a:xfrm>
              <a:prstGeom prst="rect">
                <a:avLst/>
              </a:prstGeom>
            </p:spPr>
          </p:pic>
        </p:grpSp>
        <p:grpSp>
          <p:nvGrpSpPr>
            <p:cNvPr id="39" name="组合 38"/>
            <p:cNvGrpSpPr/>
            <p:nvPr/>
          </p:nvGrpSpPr>
          <p:grpSpPr>
            <a:xfrm>
              <a:off x="10867" y="3347"/>
              <a:ext cx="2674" cy="1013"/>
              <a:chOff x="8474" y="3346"/>
              <a:chExt cx="2674" cy="1013"/>
            </a:xfrm>
          </p:grpSpPr>
          <p:sp>
            <p:nvSpPr>
              <p:cNvPr id="40" name="圆角矩形 61"/>
              <p:cNvSpPr/>
              <p:nvPr/>
            </p:nvSpPr>
            <p:spPr>
              <a:xfrm>
                <a:off x="8563" y="3346"/>
                <a:ext cx="2537" cy="101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940"/>
              </a:p>
            </p:txBody>
          </p:sp>
          <p:pic>
            <p:nvPicPr>
              <p:cNvPr id="41" name="图片 40" descr="H:\品牌资产库\关于公司\常用logo\合作伙伴logo\logo_foxlink.pnglogo_foxlink"/>
              <p:cNvPicPr>
                <a:picLocks noChangeAspect="1"/>
              </p:cNvPicPr>
              <p:nvPr/>
            </p:nvPicPr>
            <p:blipFill>
              <a:blip r:embed="rId12"/>
              <a:srcRect/>
              <a:stretch>
                <a:fillRect/>
              </a:stretch>
            </p:blipFill>
            <p:spPr>
              <a:xfrm>
                <a:off x="8474" y="3372"/>
                <a:ext cx="2674" cy="955"/>
              </a:xfrm>
              <a:prstGeom prst="rect">
                <a:avLst/>
              </a:prstGeom>
            </p:spPr>
          </p:pic>
        </p:grpSp>
        <p:grpSp>
          <p:nvGrpSpPr>
            <p:cNvPr id="42" name="组合 41"/>
            <p:cNvGrpSpPr/>
            <p:nvPr/>
          </p:nvGrpSpPr>
          <p:grpSpPr>
            <a:xfrm>
              <a:off x="13490" y="3338"/>
              <a:ext cx="2731" cy="1013"/>
              <a:chOff x="8474" y="3346"/>
              <a:chExt cx="2731" cy="1013"/>
            </a:xfrm>
          </p:grpSpPr>
          <p:sp>
            <p:nvSpPr>
              <p:cNvPr id="43" name="圆角矩形 64"/>
              <p:cNvSpPr/>
              <p:nvPr/>
            </p:nvSpPr>
            <p:spPr>
              <a:xfrm>
                <a:off x="8563" y="3346"/>
                <a:ext cx="2537" cy="101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940"/>
              </a:p>
            </p:txBody>
          </p:sp>
          <p:pic>
            <p:nvPicPr>
              <p:cNvPr id="44" name="图片 43" descr="H:\品牌资产库\关于公司\常用logo\合作伙伴logo\molex.pngmolex"/>
              <p:cNvPicPr>
                <a:picLocks noChangeAspect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>
              <a:xfrm>
                <a:off x="8474" y="3353"/>
                <a:ext cx="2731" cy="980"/>
              </a:xfrm>
              <a:prstGeom prst="rect">
                <a:avLst/>
              </a:prstGeom>
            </p:spPr>
          </p:pic>
        </p:grpSp>
        <p:grpSp>
          <p:nvGrpSpPr>
            <p:cNvPr id="45" name="组合 44"/>
            <p:cNvGrpSpPr/>
            <p:nvPr/>
          </p:nvGrpSpPr>
          <p:grpSpPr>
            <a:xfrm>
              <a:off x="16141" y="3352"/>
              <a:ext cx="2762" cy="1016"/>
              <a:chOff x="8492" y="3343"/>
              <a:chExt cx="2762" cy="1016"/>
            </a:xfrm>
          </p:grpSpPr>
          <p:sp>
            <p:nvSpPr>
              <p:cNvPr id="46" name="圆角矩形 67"/>
              <p:cNvSpPr/>
              <p:nvPr/>
            </p:nvSpPr>
            <p:spPr>
              <a:xfrm>
                <a:off x="8563" y="3346"/>
                <a:ext cx="2537" cy="101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940"/>
              </a:p>
            </p:txBody>
          </p:sp>
          <p:pic>
            <p:nvPicPr>
              <p:cNvPr id="47" name="图片 46" descr="H:\品牌资产库\关于公司\常用logo\合作伙伴logo\群创光电.png群创光电"/>
              <p:cNvPicPr>
                <a:picLocks noChangeAspect="1"/>
              </p:cNvPicPr>
              <p:nvPr/>
            </p:nvPicPr>
            <p:blipFill>
              <a:blip r:embed="rId14"/>
              <a:srcRect/>
              <a:stretch>
                <a:fillRect/>
              </a:stretch>
            </p:blipFill>
            <p:spPr>
              <a:xfrm>
                <a:off x="8492" y="3343"/>
                <a:ext cx="2762" cy="992"/>
              </a:xfrm>
              <a:prstGeom prst="rect">
                <a:avLst/>
              </a:prstGeom>
            </p:spPr>
          </p:pic>
        </p:grpSp>
      </p:grpSp>
      <p:grpSp>
        <p:nvGrpSpPr>
          <p:cNvPr id="48" name="组合 47"/>
          <p:cNvGrpSpPr/>
          <p:nvPr/>
        </p:nvGrpSpPr>
        <p:grpSpPr>
          <a:xfrm>
            <a:off x="199136" y="4641215"/>
            <a:ext cx="16453612" cy="931672"/>
            <a:chOff x="241" y="3320"/>
            <a:chExt cx="18508" cy="1048"/>
          </a:xfrm>
        </p:grpSpPr>
        <p:sp>
          <p:nvSpPr>
            <p:cNvPr id="49" name="圆角矩形 70"/>
            <p:cNvSpPr/>
            <p:nvPr/>
          </p:nvSpPr>
          <p:spPr>
            <a:xfrm>
              <a:off x="386" y="3320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50" name="图片 49" descr="H:\品牌资产库\关于公司\常用logo\合作伙伴logo\宏发股份.png宏发股份"/>
            <p:cNvPicPr>
              <a:picLocks noChangeAspect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>
            <a:xfrm>
              <a:off x="241" y="3356"/>
              <a:ext cx="2681" cy="962"/>
            </a:xfrm>
            <a:prstGeom prst="rect">
              <a:avLst/>
            </a:prstGeom>
          </p:spPr>
        </p:pic>
        <p:sp>
          <p:nvSpPr>
            <p:cNvPr id="51" name="圆角矩形 72"/>
            <p:cNvSpPr/>
            <p:nvPr/>
          </p:nvSpPr>
          <p:spPr>
            <a:xfrm>
              <a:off x="3035" y="3337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52" name="图片 51" descr="H:\品牌资产库\关于公司\常用logo\合作伙伴logo\欧普照明.png欧普照明"/>
            <p:cNvPicPr>
              <a:picLocks noChangeAspect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>
            <a:xfrm>
              <a:off x="2923" y="3342"/>
              <a:ext cx="2745" cy="984"/>
            </a:xfrm>
            <a:prstGeom prst="rect">
              <a:avLst/>
            </a:prstGeom>
          </p:spPr>
        </p:pic>
        <p:sp>
          <p:nvSpPr>
            <p:cNvPr id="53" name="圆角矩形 74"/>
            <p:cNvSpPr/>
            <p:nvPr/>
          </p:nvSpPr>
          <p:spPr>
            <a:xfrm>
              <a:off x="5674" y="3329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54" name="图片 53" descr="H:\品牌资产库\关于公司\常用logo\合作伙伴logo\银宝山新.png银宝山新"/>
            <p:cNvPicPr>
              <a:picLocks noChangeAspect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>
            <a:xfrm>
              <a:off x="5662" y="3358"/>
              <a:ext cx="2602" cy="930"/>
            </a:xfrm>
            <a:prstGeom prst="rect">
              <a:avLst/>
            </a:prstGeom>
          </p:spPr>
        </p:pic>
        <p:grpSp>
          <p:nvGrpSpPr>
            <p:cNvPr id="55" name="组合 54"/>
            <p:cNvGrpSpPr/>
            <p:nvPr/>
          </p:nvGrpSpPr>
          <p:grpSpPr>
            <a:xfrm>
              <a:off x="8323" y="3330"/>
              <a:ext cx="2537" cy="1013"/>
              <a:chOff x="8563" y="3346"/>
              <a:chExt cx="2537" cy="1013"/>
            </a:xfrm>
          </p:grpSpPr>
          <p:sp>
            <p:nvSpPr>
              <p:cNvPr id="56" name="圆角矩形 77"/>
              <p:cNvSpPr/>
              <p:nvPr/>
            </p:nvSpPr>
            <p:spPr>
              <a:xfrm>
                <a:off x="8563" y="3346"/>
                <a:ext cx="2537" cy="101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940"/>
              </a:p>
            </p:txBody>
          </p:sp>
          <p:pic>
            <p:nvPicPr>
              <p:cNvPr id="57" name="图片 56" descr="H:\品牌资产库\关于公司\常用logo\合作伙伴logo\企业微信截图_20230217172830-removebg-preview.png企业微信截图_20230217172830-removebg-preview"/>
              <p:cNvPicPr>
                <a:picLocks noChangeAspect="1"/>
              </p:cNvPicPr>
              <p:nvPr/>
            </p:nvPicPr>
            <p:blipFill>
              <a:blip r:embed="rId18"/>
              <a:srcRect/>
              <a:stretch>
                <a:fillRect/>
              </a:stretch>
            </p:blipFill>
            <p:spPr>
              <a:xfrm>
                <a:off x="9076" y="3473"/>
                <a:ext cx="1568" cy="811"/>
              </a:xfrm>
              <a:prstGeom prst="rect">
                <a:avLst/>
              </a:prstGeom>
            </p:spPr>
          </p:pic>
        </p:grpSp>
        <p:grpSp>
          <p:nvGrpSpPr>
            <p:cNvPr id="58" name="组合 57"/>
            <p:cNvGrpSpPr/>
            <p:nvPr/>
          </p:nvGrpSpPr>
          <p:grpSpPr>
            <a:xfrm>
              <a:off x="10956" y="3347"/>
              <a:ext cx="2537" cy="1013"/>
              <a:chOff x="8563" y="3346"/>
              <a:chExt cx="2537" cy="1013"/>
            </a:xfrm>
          </p:grpSpPr>
          <p:sp>
            <p:nvSpPr>
              <p:cNvPr id="59" name="圆角矩形 80"/>
              <p:cNvSpPr/>
              <p:nvPr/>
            </p:nvSpPr>
            <p:spPr>
              <a:xfrm>
                <a:off x="8563" y="3346"/>
                <a:ext cx="2537" cy="101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940"/>
              </a:p>
            </p:txBody>
          </p:sp>
          <p:pic>
            <p:nvPicPr>
              <p:cNvPr id="60" name="图片 59" descr="H:\品牌资产库\关于公司\常用logo\合作伙伴logo\杰美特.png杰美特"/>
              <p:cNvPicPr>
                <a:picLocks noChangeAspect="1"/>
              </p:cNvPicPr>
              <p:nvPr/>
            </p:nvPicPr>
            <p:blipFill>
              <a:blip r:embed="rId19"/>
              <a:srcRect/>
              <a:stretch>
                <a:fillRect/>
              </a:stretch>
            </p:blipFill>
            <p:spPr>
              <a:xfrm>
                <a:off x="8730" y="3558"/>
                <a:ext cx="2105" cy="676"/>
              </a:xfrm>
              <a:prstGeom prst="rect">
                <a:avLst/>
              </a:prstGeom>
            </p:spPr>
          </p:pic>
        </p:grpSp>
        <p:grpSp>
          <p:nvGrpSpPr>
            <p:cNvPr id="61" name="组合 60"/>
            <p:cNvGrpSpPr/>
            <p:nvPr/>
          </p:nvGrpSpPr>
          <p:grpSpPr>
            <a:xfrm>
              <a:off x="13579" y="3338"/>
              <a:ext cx="2537" cy="1013"/>
              <a:chOff x="8563" y="3346"/>
              <a:chExt cx="2537" cy="1013"/>
            </a:xfrm>
          </p:grpSpPr>
          <p:sp>
            <p:nvSpPr>
              <p:cNvPr id="62" name="圆角矩形 83"/>
              <p:cNvSpPr/>
              <p:nvPr/>
            </p:nvSpPr>
            <p:spPr>
              <a:xfrm>
                <a:off x="8563" y="3346"/>
                <a:ext cx="2537" cy="101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940"/>
              </a:p>
            </p:txBody>
          </p:sp>
          <p:pic>
            <p:nvPicPr>
              <p:cNvPr id="63" name="图片 62" descr="H:\品牌资产库\关于公司\常用logo\合作伙伴logo\MEIHOW.pngMEIHOW"/>
              <p:cNvPicPr>
                <a:picLocks noChangeAspect="1"/>
              </p:cNvPicPr>
              <p:nvPr/>
            </p:nvPicPr>
            <p:blipFill>
              <a:blip r:embed="rId20"/>
              <a:srcRect/>
              <a:stretch>
                <a:fillRect/>
              </a:stretch>
            </p:blipFill>
            <p:spPr>
              <a:xfrm>
                <a:off x="8660" y="3434"/>
                <a:ext cx="2267" cy="851"/>
              </a:xfrm>
              <a:prstGeom prst="rect">
                <a:avLst/>
              </a:prstGeom>
            </p:spPr>
          </p:pic>
        </p:grpSp>
        <p:sp>
          <p:nvSpPr>
            <p:cNvPr id="64" name="圆角矩形 86"/>
            <p:cNvSpPr/>
            <p:nvPr/>
          </p:nvSpPr>
          <p:spPr>
            <a:xfrm>
              <a:off x="16212" y="3355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328042" y="5724907"/>
            <a:ext cx="16324707" cy="936117"/>
            <a:chOff x="386" y="3320"/>
            <a:chExt cx="18363" cy="1053"/>
          </a:xfrm>
        </p:grpSpPr>
        <p:sp>
          <p:nvSpPr>
            <p:cNvPr id="66" name="圆角矩形 89"/>
            <p:cNvSpPr/>
            <p:nvPr/>
          </p:nvSpPr>
          <p:spPr>
            <a:xfrm>
              <a:off x="386" y="3320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67" name="图片 66" descr="H:\品牌资产库\关于公司\常用logo\合作伙伴logo\爱柯达.png爱柯达"/>
            <p:cNvPicPr>
              <a:picLocks noChangeAspect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>
            <a:xfrm>
              <a:off x="490" y="3434"/>
              <a:ext cx="2255" cy="816"/>
            </a:xfrm>
            <a:prstGeom prst="rect">
              <a:avLst/>
            </a:prstGeom>
          </p:spPr>
        </p:pic>
        <p:sp>
          <p:nvSpPr>
            <p:cNvPr id="68" name="圆角矩形 91"/>
            <p:cNvSpPr/>
            <p:nvPr/>
          </p:nvSpPr>
          <p:spPr>
            <a:xfrm>
              <a:off x="3035" y="3337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69" name="图片 68" descr="H:\品牌资产库\关于公司\常用logo\合作伙伴logo\立达信.png立达信"/>
            <p:cNvPicPr>
              <a:picLocks noChangeAspect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>
            <a:xfrm>
              <a:off x="3163" y="3569"/>
              <a:ext cx="2250" cy="559"/>
            </a:xfrm>
            <a:prstGeom prst="rect">
              <a:avLst/>
            </a:prstGeom>
          </p:spPr>
        </p:pic>
        <p:sp>
          <p:nvSpPr>
            <p:cNvPr id="70" name="圆角矩形 93"/>
            <p:cNvSpPr/>
            <p:nvPr/>
          </p:nvSpPr>
          <p:spPr>
            <a:xfrm>
              <a:off x="5674" y="3329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71" name="图片 70" descr="H:\品牌资产库\关于公司\常用logo\合作伙伴logo\理光.png理光"/>
            <p:cNvPicPr>
              <a:picLocks noChangeAspect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>
            <a:xfrm>
              <a:off x="5947" y="3447"/>
              <a:ext cx="1984" cy="870"/>
            </a:xfrm>
            <a:prstGeom prst="rect">
              <a:avLst/>
            </a:prstGeom>
          </p:spPr>
        </p:pic>
        <p:grpSp>
          <p:nvGrpSpPr>
            <p:cNvPr id="72" name="组合 71"/>
            <p:cNvGrpSpPr/>
            <p:nvPr/>
          </p:nvGrpSpPr>
          <p:grpSpPr>
            <a:xfrm>
              <a:off x="8323" y="3330"/>
              <a:ext cx="2537" cy="1013"/>
              <a:chOff x="8563" y="3346"/>
              <a:chExt cx="2537" cy="1013"/>
            </a:xfrm>
          </p:grpSpPr>
          <p:sp>
            <p:nvSpPr>
              <p:cNvPr id="73" name="圆角矩形 96"/>
              <p:cNvSpPr/>
              <p:nvPr/>
            </p:nvSpPr>
            <p:spPr>
              <a:xfrm>
                <a:off x="8563" y="3346"/>
                <a:ext cx="2537" cy="101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940"/>
              </a:p>
            </p:txBody>
          </p:sp>
          <p:pic>
            <p:nvPicPr>
              <p:cNvPr id="74" name="图片 73" descr="H:\品牌资产库\关于公司\常用logo\合作伙伴logo\西蒙电气.png西蒙电气"/>
              <p:cNvPicPr>
                <a:picLocks noChangeAspect="1"/>
              </p:cNvPicPr>
              <p:nvPr/>
            </p:nvPicPr>
            <p:blipFill>
              <a:blip r:embed="rId24"/>
              <a:srcRect t="14434" b="19674"/>
              <a:stretch>
                <a:fillRect/>
              </a:stretch>
            </p:blipFill>
            <p:spPr>
              <a:xfrm>
                <a:off x="9105" y="3403"/>
                <a:ext cx="1500" cy="855"/>
              </a:xfrm>
              <a:prstGeom prst="rect">
                <a:avLst/>
              </a:prstGeom>
            </p:spPr>
          </p:pic>
        </p:grpSp>
        <p:grpSp>
          <p:nvGrpSpPr>
            <p:cNvPr id="75" name="组合 74"/>
            <p:cNvGrpSpPr/>
            <p:nvPr/>
          </p:nvGrpSpPr>
          <p:grpSpPr>
            <a:xfrm>
              <a:off x="10956" y="3347"/>
              <a:ext cx="2537" cy="1013"/>
              <a:chOff x="8563" y="3346"/>
              <a:chExt cx="2537" cy="1013"/>
            </a:xfrm>
          </p:grpSpPr>
          <p:sp>
            <p:nvSpPr>
              <p:cNvPr id="76" name="圆角矩形 99"/>
              <p:cNvSpPr/>
              <p:nvPr/>
            </p:nvSpPr>
            <p:spPr>
              <a:xfrm>
                <a:off x="8563" y="3346"/>
                <a:ext cx="2537" cy="101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940"/>
              </a:p>
            </p:txBody>
          </p:sp>
          <p:pic>
            <p:nvPicPr>
              <p:cNvPr id="77" name="图片 76" descr="H:\品牌资产库\关于公司\常用logo\合作伙伴logo\湃视科技（无白底）小.png湃视科技（无白底）小"/>
              <p:cNvPicPr>
                <a:picLocks noChangeAspect="1"/>
              </p:cNvPicPr>
              <p:nvPr/>
            </p:nvPicPr>
            <p:blipFill>
              <a:blip r:embed="rId25"/>
              <a:srcRect/>
              <a:stretch>
                <a:fillRect/>
              </a:stretch>
            </p:blipFill>
            <p:spPr>
              <a:xfrm>
                <a:off x="8998" y="3534"/>
                <a:ext cx="1653" cy="616"/>
              </a:xfrm>
              <a:prstGeom prst="rect">
                <a:avLst/>
              </a:prstGeom>
            </p:spPr>
          </p:pic>
        </p:grpSp>
        <p:grpSp>
          <p:nvGrpSpPr>
            <p:cNvPr id="78" name="组合 77"/>
            <p:cNvGrpSpPr/>
            <p:nvPr/>
          </p:nvGrpSpPr>
          <p:grpSpPr>
            <a:xfrm>
              <a:off x="13579" y="3338"/>
              <a:ext cx="2537" cy="1035"/>
              <a:chOff x="8563" y="3346"/>
              <a:chExt cx="2537" cy="1035"/>
            </a:xfrm>
          </p:grpSpPr>
          <p:sp>
            <p:nvSpPr>
              <p:cNvPr id="79" name="圆角矩形 102"/>
              <p:cNvSpPr/>
              <p:nvPr/>
            </p:nvSpPr>
            <p:spPr>
              <a:xfrm>
                <a:off x="8563" y="3346"/>
                <a:ext cx="2537" cy="101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940"/>
              </a:p>
            </p:txBody>
          </p:sp>
          <p:pic>
            <p:nvPicPr>
              <p:cNvPr id="80" name="图片 79" descr="H:\品牌资产库\关于公司\常用logo\合作伙伴logo\速普logo-2-removebg-preview.png速普logo-2-removebg-preview"/>
              <p:cNvPicPr>
                <a:picLocks noChangeAspect="1"/>
              </p:cNvPicPr>
              <p:nvPr/>
            </p:nvPicPr>
            <p:blipFill>
              <a:blip r:embed="rId26"/>
              <a:srcRect/>
              <a:stretch>
                <a:fillRect/>
              </a:stretch>
            </p:blipFill>
            <p:spPr>
              <a:xfrm>
                <a:off x="8774" y="3353"/>
                <a:ext cx="2067" cy="1028"/>
              </a:xfrm>
              <a:prstGeom prst="rect">
                <a:avLst/>
              </a:prstGeom>
            </p:spPr>
          </p:pic>
        </p:grpSp>
        <p:grpSp>
          <p:nvGrpSpPr>
            <p:cNvPr id="81" name="组合 80"/>
            <p:cNvGrpSpPr/>
            <p:nvPr/>
          </p:nvGrpSpPr>
          <p:grpSpPr>
            <a:xfrm>
              <a:off x="16212" y="3355"/>
              <a:ext cx="2537" cy="1013"/>
              <a:chOff x="8563" y="3346"/>
              <a:chExt cx="2537" cy="1013"/>
            </a:xfrm>
          </p:grpSpPr>
          <p:sp>
            <p:nvSpPr>
              <p:cNvPr id="82" name="圆角矩形 105"/>
              <p:cNvSpPr/>
              <p:nvPr/>
            </p:nvSpPr>
            <p:spPr>
              <a:xfrm>
                <a:off x="8563" y="3346"/>
                <a:ext cx="2537" cy="101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940"/>
              </a:p>
            </p:txBody>
          </p:sp>
          <p:pic>
            <p:nvPicPr>
              <p:cNvPr id="83" name="图片 82" descr="H:\品牌资产库\关于公司\常用logo\合作伙伴logo\logo.pnglogo"/>
              <p:cNvPicPr>
                <a:picLocks noChangeAspect="1"/>
              </p:cNvPicPr>
              <p:nvPr/>
            </p:nvPicPr>
            <p:blipFill>
              <a:blip r:embed="rId27"/>
              <a:srcRect/>
              <a:stretch>
                <a:fillRect/>
              </a:stretch>
            </p:blipFill>
            <p:spPr>
              <a:xfrm>
                <a:off x="8991" y="3609"/>
                <a:ext cx="1713" cy="587"/>
              </a:xfrm>
              <a:prstGeom prst="rect">
                <a:avLst/>
              </a:prstGeom>
            </p:spPr>
          </p:pic>
        </p:grpSp>
      </p:grpSp>
      <p:sp>
        <p:nvSpPr>
          <p:cNvPr id="85" name="圆角矩形 108"/>
          <p:cNvSpPr/>
          <p:nvPr/>
        </p:nvSpPr>
        <p:spPr>
          <a:xfrm>
            <a:off x="342900" y="6787515"/>
            <a:ext cx="2255520" cy="900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/>
          </a:p>
        </p:txBody>
      </p:sp>
      <p:sp>
        <p:nvSpPr>
          <p:cNvPr id="86" name="圆角矩形 110"/>
          <p:cNvSpPr/>
          <p:nvPr/>
        </p:nvSpPr>
        <p:spPr>
          <a:xfrm>
            <a:off x="2698115" y="6802120"/>
            <a:ext cx="2255520" cy="900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/>
          </a:p>
        </p:txBody>
      </p:sp>
      <p:pic>
        <p:nvPicPr>
          <p:cNvPr id="87" name="图片 86" descr="H:\品牌资产库\关于公司\常用logo\合作伙伴logo\新海集团.jpg新海集团"/>
          <p:cNvPicPr>
            <a:picLocks noChangeAspect="1"/>
          </p:cNvPicPr>
          <p:nvPr/>
        </p:nvPicPr>
        <p:blipFill>
          <a:blip r:embed="rId28"/>
          <a:srcRect/>
          <a:stretch>
            <a:fillRect/>
          </a:stretch>
        </p:blipFill>
        <p:spPr>
          <a:xfrm>
            <a:off x="408940" y="6983095"/>
            <a:ext cx="2142490" cy="629285"/>
          </a:xfrm>
          <a:prstGeom prst="rect">
            <a:avLst/>
          </a:prstGeom>
        </p:spPr>
      </p:pic>
      <p:sp>
        <p:nvSpPr>
          <p:cNvPr id="88" name="圆角矩形 112"/>
          <p:cNvSpPr/>
          <p:nvPr/>
        </p:nvSpPr>
        <p:spPr>
          <a:xfrm>
            <a:off x="5044440" y="6795135"/>
            <a:ext cx="2255520" cy="900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/>
          </a:p>
        </p:txBody>
      </p:sp>
      <p:grpSp>
        <p:nvGrpSpPr>
          <p:cNvPr id="89" name="组合 88"/>
          <p:cNvGrpSpPr/>
          <p:nvPr/>
        </p:nvGrpSpPr>
        <p:grpSpPr>
          <a:xfrm>
            <a:off x="7399020" y="4723765"/>
            <a:ext cx="9221470" cy="2973070"/>
            <a:chOff x="8563" y="1015"/>
            <a:chExt cx="10373" cy="3344"/>
          </a:xfrm>
        </p:grpSpPr>
        <p:sp>
          <p:nvSpPr>
            <p:cNvPr id="90" name="圆角矩形 115"/>
            <p:cNvSpPr/>
            <p:nvPr/>
          </p:nvSpPr>
          <p:spPr>
            <a:xfrm>
              <a:off x="8563" y="3346"/>
              <a:ext cx="2537" cy="10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40"/>
            </a:p>
          </p:txBody>
        </p:sp>
        <p:pic>
          <p:nvPicPr>
            <p:cNvPr id="91" name="图片 90" descr="H:\品牌资产库\关于公司\常用logo\合作伙伴logo\金三维.png金三维"/>
            <p:cNvPicPr>
              <a:picLocks noChangeAspect="1"/>
            </p:cNvPicPr>
            <p:nvPr/>
          </p:nvPicPr>
          <p:blipFill>
            <a:blip r:embed="rId29"/>
            <a:srcRect/>
            <a:stretch>
              <a:fillRect/>
            </a:stretch>
          </p:blipFill>
          <p:spPr>
            <a:xfrm>
              <a:off x="16473" y="1015"/>
              <a:ext cx="2463" cy="900"/>
            </a:xfrm>
            <a:prstGeom prst="rect">
              <a:avLst/>
            </a:prstGeom>
          </p:spPr>
        </p:pic>
      </p:grpSp>
      <p:sp>
        <p:nvSpPr>
          <p:cNvPr id="92" name="圆角矩形 118"/>
          <p:cNvSpPr/>
          <p:nvPr/>
        </p:nvSpPr>
        <p:spPr>
          <a:xfrm>
            <a:off x="9739630" y="6811010"/>
            <a:ext cx="2255520" cy="900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/>
          </a:p>
        </p:txBody>
      </p:sp>
      <p:sp>
        <p:nvSpPr>
          <p:cNvPr id="93" name="圆角矩形 121"/>
          <p:cNvSpPr/>
          <p:nvPr/>
        </p:nvSpPr>
        <p:spPr>
          <a:xfrm>
            <a:off x="12071985" y="6803390"/>
            <a:ext cx="2255520" cy="900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/>
          </a:p>
        </p:txBody>
      </p:sp>
      <p:sp>
        <p:nvSpPr>
          <p:cNvPr id="94" name="圆角矩形 124"/>
          <p:cNvSpPr/>
          <p:nvPr/>
        </p:nvSpPr>
        <p:spPr>
          <a:xfrm>
            <a:off x="14412595" y="6818630"/>
            <a:ext cx="2255520" cy="9004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/>
          </a:p>
        </p:txBody>
      </p:sp>
      <p:pic>
        <p:nvPicPr>
          <p:cNvPr id="95" name="图片 94" descr="图片包含 文本&#10;&#10;描述已自动生成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866" y="6835633"/>
            <a:ext cx="1958179" cy="838100"/>
          </a:xfrm>
          <a:prstGeom prst="rect">
            <a:avLst/>
          </a:prstGeom>
        </p:spPr>
      </p:pic>
      <p:pic>
        <p:nvPicPr>
          <p:cNvPr id="96" name="图片 95" descr="图片包含 图标&#10;&#10;描述已自动生成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531" y="6851690"/>
            <a:ext cx="1214581" cy="789478"/>
          </a:xfrm>
          <a:prstGeom prst="rect">
            <a:avLst/>
          </a:prstGeom>
        </p:spPr>
      </p:pic>
      <p:pic>
        <p:nvPicPr>
          <p:cNvPr id="97" name="图片 96" descr="图片包含 文本&#10;&#10;描述已自动生成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679" y="2642756"/>
            <a:ext cx="1988762" cy="560932"/>
          </a:xfrm>
          <a:prstGeom prst="rect">
            <a:avLst/>
          </a:prstGeom>
        </p:spPr>
      </p:pic>
      <p:pic>
        <p:nvPicPr>
          <p:cNvPr id="98" name="图片 97" descr="徽标&#10;&#10;中度可信度描述已自动生成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33" y="7061713"/>
            <a:ext cx="1987472" cy="490062"/>
          </a:xfrm>
          <a:prstGeom prst="rect">
            <a:avLst/>
          </a:prstGeom>
        </p:spPr>
      </p:pic>
      <p:pic>
        <p:nvPicPr>
          <p:cNvPr id="99" name="图片 9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114479" y="7108680"/>
            <a:ext cx="2178786" cy="407750"/>
          </a:xfrm>
          <a:prstGeom prst="rect">
            <a:avLst/>
          </a:prstGeom>
        </p:spPr>
      </p:pic>
      <p:pic>
        <p:nvPicPr>
          <p:cNvPr id="100" name="图片 99" descr="文本&#10;&#10;描述已自动生成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150" y="7078451"/>
            <a:ext cx="2085594" cy="431754"/>
          </a:xfrm>
          <a:prstGeom prst="rect">
            <a:avLst/>
          </a:prstGeom>
        </p:spPr>
      </p:pic>
      <p:pic>
        <p:nvPicPr>
          <p:cNvPr id="109" name="图片 108" descr="H:\品牌资产库\关于公司\常用logo\合作伙伴logo\公牛.png公牛"/>
          <p:cNvPicPr>
            <a:picLocks noChangeAspect="1"/>
          </p:cNvPicPr>
          <p:nvPr/>
        </p:nvPicPr>
        <p:blipFill>
          <a:blip r:embed="rId36"/>
          <a:srcRect/>
          <a:stretch>
            <a:fillRect/>
          </a:stretch>
        </p:blipFill>
        <p:spPr>
          <a:xfrm>
            <a:off x="7265720" y="6783004"/>
            <a:ext cx="2440305" cy="871220"/>
          </a:xfrm>
          <a:prstGeom prst="rect">
            <a:avLst/>
          </a:prstGeom>
        </p:spPr>
      </p:pic>
      <p:sp>
        <p:nvSpPr>
          <p:cNvPr id="262" name="textbox 262"/>
          <p:cNvSpPr/>
          <p:nvPr/>
        </p:nvSpPr>
        <p:spPr>
          <a:xfrm>
            <a:off x="1665852" y="403590"/>
            <a:ext cx="1558289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48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주요 고객</a:t>
            </a:r>
            <a:endParaRPr sz="2200" dirty="0">
              <a:latin typeface="맑은 고딕"/>
              <a:ea typeface="맑은 고딕"/>
              <a:cs typeface="맑은 고딕"/>
            </a:endParaRPr>
          </a:p>
          <a:p>
            <a:pPr marL="12700" algn="l" rtl="0" eaLnBrk="0">
              <a:lnSpc>
                <a:spcPct val="85000"/>
              </a:lnSpc>
              <a:spcBef>
                <a:spcPts val="115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Typical Customers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6058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046460" y="3288665"/>
            <a:ext cx="5552440" cy="37236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960" dirty="0">
              <a:latin typeface="思源黑体 CN Light" pitchFamily="34" charset="-122"/>
              <a:ea typeface="思源黑体 CN Light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48020" y="3288665"/>
            <a:ext cx="4648835" cy="37236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960" dirty="0">
              <a:latin typeface="思源黑体 CN Light" pitchFamily="34" charset="-122"/>
              <a:ea typeface="思源黑体 CN Light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71170" y="3288665"/>
            <a:ext cx="4625975" cy="37236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960" dirty="0">
              <a:latin typeface="思源黑体 CN Light" pitchFamily="34" charset="-122"/>
              <a:ea typeface="思源黑体 CN Light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29418" y="755144"/>
            <a:ext cx="8540675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sz="2240" dirty="0">
                <a:solidFill>
                  <a:schemeClr val="bg1"/>
                </a:solidFill>
                <a:latin typeface="맑은 고딕"/>
                <a:ea typeface="맑은 고딕"/>
              </a:rPr>
              <a:t>제품 전략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5574483" y="3735057"/>
            <a:ext cx="4985512" cy="4707891"/>
            <a:chOff x="8522335" y="2667898"/>
            <a:chExt cx="3561080" cy="3362779"/>
          </a:xfrm>
        </p:grpSpPr>
        <p:sp>
          <p:nvSpPr>
            <p:cNvPr id="6" name="矩形 5"/>
            <p:cNvSpPr/>
            <p:nvPr/>
          </p:nvSpPr>
          <p:spPr>
            <a:xfrm>
              <a:off x="8646160" y="5211527"/>
              <a:ext cx="3320143" cy="819150"/>
            </a:xfrm>
            <a:prstGeom prst="rect">
              <a:avLst/>
            </a:prstGeom>
            <a:solidFill>
              <a:srgbClr val="0070C0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60" dirty="0">
                  <a:latin typeface="思源黑体 CN Light" pitchFamily="34" charset="-122"/>
                  <a:ea typeface="思源黑体 CN Light" pitchFamily="34" charset="-122"/>
                </a:rPr>
                <a:t>모더바오 산학융합</a:t>
              </a:r>
            </a:p>
            <a:p>
              <a:pPr algn="ctr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40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Integration Between Industry &amp; Education</a:t>
              </a:r>
              <a:endParaRPr lang="en-US" altLang="zh-CN" sz="1960" dirty="0">
                <a:latin typeface="思源黑体 CN Light" pitchFamily="34" charset="-122"/>
                <a:ea typeface="思源黑体 CN Light" pitchFamily="34" charset="-122"/>
              </a:endParaRPr>
            </a:p>
          </p:txBody>
        </p:sp>
        <p:pic>
          <p:nvPicPr>
            <p:cNvPr id="12" name="图片 11" descr="产教融合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22335" y="2667898"/>
              <a:ext cx="3561080" cy="2418080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11045307" y="4128321"/>
            <a:ext cx="5578105" cy="4314881"/>
            <a:chOff x="4282069" y="2948800"/>
            <a:chExt cx="3984361" cy="3082058"/>
          </a:xfrm>
        </p:grpSpPr>
        <p:sp>
          <p:nvSpPr>
            <p:cNvPr id="11" name="矩形 10"/>
            <p:cNvSpPr/>
            <p:nvPr/>
          </p:nvSpPr>
          <p:spPr>
            <a:xfrm>
              <a:off x="4288765" y="5211708"/>
              <a:ext cx="3977665" cy="8191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6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모더바오 유연 제조 자동화 시스템 솔루션</a:t>
              </a:r>
              <a:r>
                <a:rPr lang="en-US" altLang="zh-CN" sz="196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MFMS</a:t>
              </a:r>
            </a:p>
            <a:p>
              <a:pPr algn="ctr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40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Flexible Manufacturing Automation System Solution MFMS</a:t>
              </a:r>
            </a:p>
          </p:txBody>
        </p:sp>
        <p:pic>
          <p:nvPicPr>
            <p:cNvPr id="13" name="图片 12" descr="模德宝柔性制造自动化系统FM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2069" y="2948800"/>
              <a:ext cx="3948793" cy="1695903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445390" y="3102979"/>
            <a:ext cx="4652137" cy="5340223"/>
            <a:chOff x="318135" y="2216413"/>
            <a:chExt cx="3322955" cy="3814445"/>
          </a:xfrm>
        </p:grpSpPr>
        <p:sp>
          <p:nvSpPr>
            <p:cNvPr id="8" name="矩形 7"/>
            <p:cNvSpPr/>
            <p:nvPr/>
          </p:nvSpPr>
          <p:spPr>
            <a:xfrm>
              <a:off x="318135" y="5211708"/>
              <a:ext cx="3322955" cy="819150"/>
            </a:xfrm>
            <a:prstGeom prst="rect">
              <a:avLst/>
            </a:prstGeom>
            <a:solidFill>
              <a:srgbClr val="0070C0">
                <a:alpha val="59000"/>
              </a:srgb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6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모운(Mo-Cloud) 스마트 제조 클라우드 플랫폼(</a:t>
              </a:r>
              <a:r>
                <a:rPr lang="en-US" altLang="zh-CN" sz="196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MES</a:t>
              </a:r>
              <a:r>
                <a:rPr lang="zh-CN" altLang="en-US" sz="196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시스템)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Moldyun Intelligent Manufacturing Cloud Platform</a:t>
              </a:r>
            </a:p>
          </p:txBody>
        </p:sp>
        <p:pic>
          <p:nvPicPr>
            <p:cNvPr id="15" name="图片 14" descr="模云智能制造云平台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5610" y="2216413"/>
              <a:ext cx="2869565" cy="2869565"/>
            </a:xfrm>
            <a:prstGeom prst="rect">
              <a:avLst/>
            </a:prstGeom>
          </p:spPr>
        </p:pic>
      </p:grpSp>
      <p:sp>
        <p:nvSpPr>
          <p:cNvPr id="20" name="矩形: 圆角 19"/>
          <p:cNvSpPr/>
          <p:nvPr/>
        </p:nvSpPr>
        <p:spPr>
          <a:xfrm>
            <a:off x="5555823" y="1591325"/>
            <a:ext cx="5957154" cy="1411357"/>
          </a:xfrm>
          <a:prstGeom prst="roundRect">
            <a:avLst/>
          </a:prstGeom>
          <a:noFill/>
          <a:ln w="6350">
            <a:solidFill>
              <a:srgbClr val="0A6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 dirty="0"/>
          </a:p>
        </p:txBody>
      </p:sp>
      <p:cxnSp>
        <p:nvCxnSpPr>
          <p:cNvPr id="22" name="连接符: 肘形 21"/>
          <p:cNvCxnSpPr>
            <a:stCxn id="20" idx="1"/>
            <a:endCxn id="15" idx="0"/>
          </p:cNvCxnSpPr>
          <p:nvPr/>
        </p:nvCxnSpPr>
        <p:spPr>
          <a:xfrm rot="10800000" flipV="1">
            <a:off x="2618550" y="2297003"/>
            <a:ext cx="2937273" cy="520225"/>
          </a:xfrm>
          <a:prstGeom prst="bentConnector2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/>
          <p:cNvCxnSpPr>
            <a:stCxn id="20" idx="3"/>
          </p:cNvCxnSpPr>
          <p:nvPr/>
        </p:nvCxnSpPr>
        <p:spPr>
          <a:xfrm>
            <a:off x="11512978" y="2297004"/>
            <a:ext cx="2717572" cy="683488"/>
          </a:xfrm>
          <a:prstGeom prst="bentConnector2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 descr="图片包含 游戏机&#10;&#10;描述已自动生成"/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1" b="12061"/>
          <a:stretch>
            <a:fillRect/>
          </a:stretch>
        </p:blipFill>
        <p:spPr>
          <a:xfrm>
            <a:off x="6109496" y="1700371"/>
            <a:ext cx="2049184" cy="1116857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2" name="图片 31" descr="卡通人物&#10;&#10;低可信度描述已自动生成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890" y="1756523"/>
            <a:ext cx="1869790" cy="1139403"/>
          </a:xfrm>
          <a:prstGeom prst="rect">
            <a:avLst/>
          </a:prstGeom>
        </p:spPr>
      </p:pic>
      <p:sp>
        <p:nvSpPr>
          <p:cNvPr id="290" name="textbox 290"/>
          <p:cNvSpPr/>
          <p:nvPr/>
        </p:nvSpPr>
        <p:spPr>
          <a:xfrm>
            <a:off x="1675974" y="403590"/>
            <a:ext cx="1255394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778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제품 범위</a:t>
            </a:r>
            <a:endParaRPr sz="2200" dirty="0">
              <a:latin typeface="맑은 고딕"/>
              <a:ea typeface="맑은 고딕"/>
              <a:cs typeface="맑은 고딕"/>
            </a:endParaRPr>
          </a:p>
          <a:p>
            <a:pPr marL="12700" algn="l" rtl="0" eaLnBrk="0">
              <a:lnSpc>
                <a:spcPct val="85000"/>
              </a:lnSpc>
              <a:spcBef>
                <a:spcPts val="115"/>
              </a:spcBef>
            </a:pPr>
            <a:r>
              <a:rPr sz="1400" kern="0" spc="10" dirty="0">
                <a:solidFill>
                  <a:srgbClr val="17406D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 Range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92" name="path 292"/>
          <p:cNvSpPr/>
          <p:nvPr/>
        </p:nvSpPr>
        <p:spPr>
          <a:xfrm>
            <a:off x="470395" y="1051559"/>
            <a:ext cx="1612799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4" name="textbox 294"/>
          <p:cNvSpPr/>
          <p:nvPr/>
        </p:nvSpPr>
        <p:spPr>
          <a:xfrm>
            <a:off x="487577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001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6" name="path 296"/>
          <p:cNvSpPr/>
          <p:nvPr/>
        </p:nvSpPr>
        <p:spPr>
          <a:xfrm>
            <a:off x="1554523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143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29418" y="755144"/>
            <a:ext cx="8540675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sz="2240" dirty="0">
                <a:solidFill>
                  <a:schemeClr val="bg1"/>
                </a:solidFill>
                <a:latin typeface="맑은 고딕"/>
                <a:ea typeface="맑은 고딕"/>
              </a:rPr>
              <a:t>제품 전략</a:t>
            </a:r>
          </a:p>
        </p:txBody>
      </p:sp>
      <p:sp>
        <p:nvSpPr>
          <p:cNvPr id="290" name="textbox 290"/>
          <p:cNvSpPr/>
          <p:nvPr/>
        </p:nvSpPr>
        <p:spPr>
          <a:xfrm>
            <a:off x="1675974" y="403590"/>
            <a:ext cx="1255394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제품 전략</a:t>
            </a:r>
            <a:endParaRPr sz="22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2" name="path 292"/>
          <p:cNvSpPr/>
          <p:nvPr/>
        </p:nvSpPr>
        <p:spPr>
          <a:xfrm>
            <a:off x="470395" y="1051559"/>
            <a:ext cx="1612799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4" name="textbox 294"/>
          <p:cNvSpPr/>
          <p:nvPr/>
        </p:nvSpPr>
        <p:spPr>
          <a:xfrm>
            <a:off x="487577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001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6" name="path 296"/>
          <p:cNvSpPr/>
          <p:nvPr/>
        </p:nvSpPr>
        <p:spPr>
          <a:xfrm>
            <a:off x="1554523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0028" y="1305851"/>
            <a:ext cx="16128365" cy="8046085"/>
          </a:xfrm>
          <a:prstGeom prst="rect">
            <a:avLst/>
          </a:prstGeom>
        </p:spPr>
      </p:pic>
      <p:sp>
        <p:nvSpPr>
          <p:cNvPr id="136" name="textbox 136"/>
          <p:cNvSpPr/>
          <p:nvPr/>
        </p:nvSpPr>
        <p:spPr>
          <a:xfrm>
            <a:off x="1675974" y="6235413"/>
            <a:ext cx="13442106" cy="2364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234315" algn="l" rtl="0" eaLnBrk="0">
              <a:lnSpc>
                <a:spcPct val="100000"/>
              </a:lnSpc>
            </a:pPr>
            <a:r>
              <a:rPr sz="2900" kern="0" spc="290" dirty="0">
                <a:solidFill>
                  <a:srgbClr val="FFFFFF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2900" kern="0" spc="60" dirty="0">
                <a:solidFill>
                  <a:srgbClr val="FFFFFF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R&amp;D 중시  현장 적용 가능  서비스 중시  지속 가능  </a:t>
            </a:r>
            <a:endParaRPr sz="2900" dirty="0">
              <a:latin typeface="맑은 고딕"/>
              <a:ea typeface="맑은 고딕"/>
              <a:cs typeface="맑은 고딕"/>
            </a:endParaRPr>
          </a:p>
          <a:p>
            <a:pPr algn="l" rtl="0" eaLnBrk="0">
              <a:lnSpc>
                <a:spcPct val="102000"/>
              </a:lnSpc>
            </a:pPr>
            <a:endParaRPr sz="2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0000" b="1" kern="0" spc="50" dirty="0">
                <a:solidFill>
                  <a:srgbClr val="FFFFFF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고품질 제조 R&amp;D 센터</a:t>
            </a:r>
            <a:endParaRPr sz="10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6211951" y="8837612"/>
            <a:ext cx="4645025" cy="422275"/>
          </a:xfrm>
          <a:prstGeom prst="rect">
            <a:avLst/>
          </a:prstGeom>
          <a:solidFill>
            <a:srgbClr val="C00000">
              <a:alpha val="78823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600" dirty="0">
              <a:latin typeface="Arial"/>
              <a:ea typeface="Arial"/>
              <a:cs typeface="Arial"/>
            </a:endParaRPr>
          </a:p>
          <a:p>
            <a:pPr marL="615315" algn="l" rtl="0" eaLnBrk="0">
              <a:lnSpc>
                <a:spcPct val="99000"/>
              </a:lnSpc>
              <a:spcBef>
                <a:spcPts val="5"/>
              </a:spcBef>
            </a:pP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「1cm 너비에 1km 깊이」의 업계 진입 장벽 구축</a:t>
            </a:r>
            <a:endParaRPr sz="1800" dirty="0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7152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picture 13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09395" y="5083302"/>
            <a:ext cx="4597780" cy="2597657"/>
          </a:xfrm>
          <a:prstGeom prst="rect">
            <a:avLst/>
          </a:prstGeom>
        </p:spPr>
      </p:pic>
      <p:pic>
        <p:nvPicPr>
          <p:cNvPr id="1372" name="picture 13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71700" y="3631438"/>
            <a:ext cx="5295011" cy="1099311"/>
          </a:xfrm>
          <a:prstGeom prst="rect">
            <a:avLst/>
          </a:prstGeom>
        </p:spPr>
      </p:pic>
      <p:sp>
        <p:nvSpPr>
          <p:cNvPr id="1374" name="textbox 1374"/>
          <p:cNvSpPr/>
          <p:nvPr/>
        </p:nvSpPr>
        <p:spPr>
          <a:xfrm>
            <a:off x="6490335" y="6120130"/>
            <a:ext cx="3305175" cy="1962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 anchorCtr="0"/>
          <a:lstStyle/>
          <a:p>
            <a:pPr algn="l" rtl="0" eaLnBrk="0">
              <a:lnSpc>
                <a:spcPct val="79000"/>
              </a:lnSpc>
            </a:pPr>
            <a:r>
              <a:rPr sz="1900" kern="0" spc="4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위야오시 징이 플라스틱 유한공사</a:t>
            </a:r>
          </a:p>
          <a:p>
            <a:pPr marL="15875" algn="l" rtl="0" eaLnBrk="0">
              <a:lnSpc>
                <a:spcPct val="100000"/>
              </a:lnSpc>
            </a:pPr>
            <a:r>
              <a:rPr sz="1900" kern="0" spc="4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아이크디 주식회사</a:t>
            </a:r>
          </a:p>
          <a:p>
            <a:pPr marL="15875" algn="l" rtl="0" eaLnBrk="0">
              <a:lnSpc>
                <a:spcPct val="100000"/>
              </a:lnSpc>
            </a:pPr>
            <a:r>
              <a:rPr sz="1900" kern="0" spc="4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샤먼 홍파전성 주식회사</a:t>
            </a:r>
          </a:p>
          <a:p>
            <a:pPr marL="15875" algn="l" rtl="0" eaLnBrk="0">
              <a:lnSpc>
                <a:spcPct val="100000"/>
              </a:lnSpc>
            </a:pPr>
            <a:endParaRPr sz="19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76" name="textbox 1376"/>
          <p:cNvSpPr/>
          <p:nvPr/>
        </p:nvSpPr>
        <p:spPr>
          <a:xfrm>
            <a:off x="6437630" y="5062220"/>
            <a:ext cx="7940675" cy="687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</a:pPr>
            <a:r>
              <a:rPr lang="ko-KR" sz="4400" b="1" kern="0" spc="52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정밀제조 공장 방안 - 유사 사례</a:t>
            </a:r>
          </a:p>
        </p:txBody>
      </p:sp>
      <p:sp>
        <p:nvSpPr>
          <p:cNvPr id="1380" name="textbox 1380"/>
          <p:cNvSpPr/>
          <p:nvPr/>
        </p:nvSpPr>
        <p:spPr>
          <a:xfrm>
            <a:off x="2500833" y="4038143"/>
            <a:ext cx="3801745" cy="358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1000"/>
              </a:lnSpc>
            </a:pPr>
            <a:r>
              <a:rPr sz="1200" kern="0" spc="-10" dirty="0">
                <a:solidFill>
                  <a:srgbClr val="17406D">
                    <a:alpha val="100000"/>
                  </a:srgbClr>
                </a:solidFill>
                <a:latin typeface="Arial"/>
                <a:ea typeface="Arial"/>
                <a:cs typeface="Arial"/>
              </a:rPr>
              <a:t>상위 기획은 자원의 효율적 배분과 낭비 방지에 도움이 됩니다.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382" name="textbox 1382"/>
          <p:cNvSpPr/>
          <p:nvPr/>
        </p:nvSpPr>
        <p:spPr>
          <a:xfrm>
            <a:off x="1622858" y="403590"/>
            <a:ext cx="1330325" cy="551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7406D">
                    <a:alpha val="100000"/>
                  </a:srgbClr>
                </a:solidFill>
                <a:latin typeface="맑은 고딕"/>
                <a:ea typeface="맑은 고딕"/>
                <a:cs typeface="맑은 고딕"/>
              </a:rPr>
              <a:t>고객 사례</a:t>
            </a:r>
            <a:endParaRPr sz="2200" dirty="0">
              <a:latin typeface="맑은 고딕"/>
              <a:ea typeface="맑은 고딕"/>
              <a:cs typeface="맑은 고딕"/>
            </a:endParaRPr>
          </a:p>
          <a:p>
            <a:pPr marL="27305" algn="l" rtl="0" eaLnBrk="0">
              <a:lnSpc>
                <a:spcPct val="84000"/>
              </a:lnSpc>
              <a:spcBef>
                <a:spcPts val="11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/>
                <a:ea typeface="Arial"/>
                <a:cs typeface="Arial"/>
              </a:rPr>
              <a:t>Customer Case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1384" name="path 1384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6" name="textbox 1386"/>
          <p:cNvSpPr/>
          <p:nvPr/>
        </p:nvSpPr>
        <p:spPr>
          <a:xfrm>
            <a:off x="6466020" y="3919453"/>
            <a:ext cx="875664" cy="772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  <a:spcBef>
                <a:spcPts val="0"/>
              </a:spcBef>
            </a:pPr>
            <a:r>
              <a:rPr sz="61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sz="61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1388" name="textbox 1388"/>
          <p:cNvSpPr/>
          <p:nvPr/>
        </p:nvSpPr>
        <p:spPr>
          <a:xfrm>
            <a:off x="428141" y="454248"/>
            <a:ext cx="948689" cy="567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4400" b="1" kern="0" spc="-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1392" name="rect 1392"/>
          <p:cNvSpPr/>
          <p:nvPr/>
        </p:nvSpPr>
        <p:spPr>
          <a:xfrm>
            <a:off x="6426200" y="5783834"/>
            <a:ext cx="7312660" cy="3175"/>
          </a:xfrm>
          <a:prstGeom prst="rect">
            <a:avLst/>
          </a:prstGeom>
          <a:solidFill>
            <a:srgbClr val="425C8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94" name="path 1394"/>
          <p:cNvSpPr/>
          <p:nvPr/>
        </p:nvSpPr>
        <p:spPr>
          <a:xfrm>
            <a:off x="1499869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276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6" name="picture 13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0946" y="4132623"/>
            <a:ext cx="7912848" cy="5064987"/>
          </a:xfrm>
          <a:prstGeom prst="rect">
            <a:avLst/>
          </a:prstGeom>
        </p:spPr>
      </p:pic>
      <p:sp>
        <p:nvSpPr>
          <p:cNvPr id="1398" name="textbox 1398"/>
          <p:cNvSpPr/>
          <p:nvPr/>
        </p:nvSpPr>
        <p:spPr>
          <a:xfrm>
            <a:off x="8921202" y="2622956"/>
            <a:ext cx="7517765" cy="3689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97000"/>
              </a:lnSpc>
            </a:pPr>
            <a:r>
              <a:rPr sz="2400" b="1" kern="0" spc="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여요시 징이 플라스틱 산업 유한공사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3335" algn="l" rtl="0" eaLnBrk="0">
              <a:lnSpc>
                <a:spcPct val="100000"/>
              </a:lnSpc>
              <a:spcBef>
                <a:spcPts val="775"/>
              </a:spcBef>
            </a:pPr>
            <a:r>
              <a:rPr sz="1900" kern="0" spc="2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1999년 설립, 현재 직원 700명 이상, 전문 기술 인력 60명 이상,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5875" indent="-3810" algn="l" rtl="0" eaLnBrk="0">
              <a:lnSpc>
                <a:spcPct val="123000"/>
              </a:lnSpc>
              <a:spcBef>
                <a:spcPts val="515"/>
              </a:spcBef>
            </a:pPr>
            <a:r>
              <a:rPr sz="1900" kern="0" spc="7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설계·개발·생산을 일체화한 전문 화장품 포장재 생산기업으로, 국내외 고객에게 진공병·유액병·크림병 등 고품질 제품을 제공합니다. 다수의 고객, 다양한 조합, 국내외 시장을 동시에 커버합니다.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100000"/>
              </a:lnSpc>
              <a:spcBef>
                <a:spcPts val="580"/>
              </a:spcBef>
            </a:pPr>
            <a:r>
              <a:rPr sz="1900" b="1" kern="0" spc="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프로젝트 기간: </a:t>
            </a:r>
            <a:r>
              <a:rPr sz="1900" kern="0" spc="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2019년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3970" algn="l" rtl="0" eaLnBrk="0">
              <a:lnSpc>
                <a:spcPct val="91000"/>
              </a:lnSpc>
              <a:spcBef>
                <a:spcPts val="1260"/>
              </a:spcBef>
            </a:pPr>
            <a:r>
              <a:rPr sz="1900" b="1" kern="0" spc="4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프로젝트 범위: </a:t>
            </a:r>
            <a:r>
              <a:rPr sz="1900" kern="0" spc="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MES 시스템 + 유연 자동화 + 검사 자동화 + AGV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3970" algn="l" rtl="0" eaLnBrk="0">
              <a:lnSpc>
                <a:spcPts val="3525"/>
              </a:lnSpc>
            </a:pPr>
            <a:r>
              <a:rPr sz="1900" b="1" kern="0" spc="1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적용 업종: </a:t>
            </a: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포장재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400" name="picture 14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82448" y="6358216"/>
            <a:ext cx="4048125" cy="2751074"/>
          </a:xfrm>
          <a:prstGeom prst="rect">
            <a:avLst/>
          </a:prstGeom>
        </p:spPr>
      </p:pic>
      <p:pic>
        <p:nvPicPr>
          <p:cNvPr id="1404" name="picture 14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19519" y="1805051"/>
            <a:ext cx="3209925" cy="619125"/>
          </a:xfrm>
          <a:prstGeom prst="rect">
            <a:avLst/>
          </a:prstGeom>
        </p:spPr>
      </p:pic>
      <p:sp>
        <p:nvSpPr>
          <p:cNvPr id="1406" name="path 1406"/>
          <p:cNvSpPr/>
          <p:nvPr/>
        </p:nvSpPr>
        <p:spPr>
          <a:xfrm>
            <a:off x="8551735" y="1818132"/>
            <a:ext cx="9525" cy="2773171"/>
          </a:xfrm>
          <a:custGeom>
            <a:avLst/>
            <a:gdLst/>
            <a:ahLst/>
            <a:cxnLst/>
            <a:rect l="0" t="0" r="0" b="0"/>
            <a:pathLst>
              <a:path w="15" h="4367">
                <a:moveTo>
                  <a:pt x="7" y="0"/>
                </a:moveTo>
                <a:lnTo>
                  <a:pt x="7" y="4367"/>
                </a:lnTo>
              </a:path>
            </a:pathLst>
          </a:custGeom>
          <a:noFill/>
          <a:ln w="9525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6" name="group 46"/>
          <p:cNvGrpSpPr/>
          <p:nvPr/>
        </p:nvGrpSpPr>
        <p:grpSpPr>
          <a:xfrm rot="21600000">
            <a:off x="8153273" y="1989315"/>
            <a:ext cx="3931665" cy="302399"/>
            <a:chOff x="0" y="0"/>
            <a:chExt cx="3931665" cy="302399"/>
          </a:xfrm>
        </p:grpSpPr>
        <p:sp>
          <p:nvSpPr>
            <p:cNvPr id="1408" name="path 1408"/>
            <p:cNvSpPr/>
            <p:nvPr/>
          </p:nvSpPr>
          <p:spPr>
            <a:xfrm>
              <a:off x="0" y="146379"/>
              <a:ext cx="3931665" cy="9525"/>
            </a:xfrm>
            <a:custGeom>
              <a:avLst/>
              <a:gdLst/>
              <a:ahLst/>
              <a:cxnLst/>
              <a:rect l="0" t="0" r="0" b="0"/>
              <a:pathLst>
                <a:path w="6191" h="15">
                  <a:moveTo>
                    <a:pt x="0" y="7"/>
                  </a:moveTo>
                  <a:lnTo>
                    <a:pt x="6191" y="7"/>
                  </a:lnTo>
                </a:path>
              </a:pathLst>
            </a:custGeom>
            <a:noFill/>
            <a:ln w="9525" cap="flat">
              <a:solidFill>
                <a:srgbClr val="17406D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10" name="path 1410"/>
            <p:cNvSpPr/>
            <p:nvPr/>
          </p:nvSpPr>
          <p:spPr>
            <a:xfrm>
              <a:off x="252093" y="0"/>
              <a:ext cx="302399" cy="302399"/>
            </a:xfrm>
            <a:custGeom>
              <a:avLst/>
              <a:gdLst/>
              <a:ahLst/>
              <a:cxnLst/>
              <a:rect l="0" t="0" r="0" b="0"/>
              <a:pathLst>
                <a:path w="476" h="476">
                  <a:moveTo>
                    <a:pt x="0" y="476"/>
                  </a:moveTo>
                  <a:lnTo>
                    <a:pt x="476" y="476"/>
                  </a:lnTo>
                  <a:lnTo>
                    <a:pt x="476" y="0"/>
                  </a:lnTo>
                  <a:lnTo>
                    <a:pt x="0" y="0"/>
                  </a:lnTo>
                  <a:lnTo>
                    <a:pt x="0" y="476"/>
                  </a:lnTo>
                  <a:close/>
                </a:path>
              </a:pathLst>
            </a:custGeom>
            <a:solidFill>
              <a:srgbClr val="17406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12" name="textbox 1412"/>
          <p:cNvSpPr/>
          <p:nvPr/>
        </p:nvSpPr>
        <p:spPr>
          <a:xfrm>
            <a:off x="1622858" y="403590"/>
            <a:ext cx="1330325" cy="551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고객 사례</a:t>
            </a:r>
            <a:endParaRPr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7305" algn="l" rtl="0" eaLnBrk="0">
              <a:lnSpc>
                <a:spcPct val="84000"/>
              </a:lnSpc>
              <a:spcBef>
                <a:spcPts val="11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Customer Case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14" name="path 1414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16" name="textbox 1416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18" name="path 1418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503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picture 14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1683" y="3540500"/>
            <a:ext cx="8209526" cy="5408706"/>
          </a:xfrm>
          <a:prstGeom prst="rect">
            <a:avLst/>
          </a:prstGeom>
        </p:spPr>
      </p:pic>
      <p:sp>
        <p:nvSpPr>
          <p:cNvPr id="1424" name="textbox 1424"/>
          <p:cNvSpPr/>
          <p:nvPr/>
        </p:nvSpPr>
        <p:spPr>
          <a:xfrm>
            <a:off x="9202364" y="2863815"/>
            <a:ext cx="7317740" cy="1866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100000"/>
              </a:lnSpc>
            </a:pPr>
            <a:r>
              <a:rPr sz="1900" b="1" kern="0" spc="3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아이커디 주식유한공사 (IKD)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indent="635" algn="l" rtl="0" eaLnBrk="0">
              <a:lnSpc>
                <a:spcPct val="128000"/>
              </a:lnSpc>
              <a:spcBef>
                <a:spcPts val="555"/>
              </a:spcBef>
            </a:pPr>
            <a:r>
              <a:rPr sz="1900" kern="0" spc="7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2003년 12월 설립, </a:t>
            </a:r>
            <a:r>
              <a:rPr sz="1900" b="1" kern="0" spc="7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닝보</a:t>
            </a:r>
            <a:r>
              <a:rPr sz="1900" kern="0" spc="7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소재, </a:t>
            </a:r>
            <a:r>
              <a:rPr sz="1900" b="1" kern="0" spc="7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국내 선도적인 자동차 알루미늄 합금 정밀 다이캐스팅 전문 공급업체</a:t>
            </a:r>
            <a:r>
              <a:rPr sz="1900" kern="0" spc="5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로서, 자동차 경량화·에너지 절감·신에너지·전동화·자율주행에 주력하며, 글로벌 자동차 시장에 알루미늄 합금 경량화 솔루션을 제공합니다.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26" name="textbox 1426"/>
          <p:cNvSpPr/>
          <p:nvPr/>
        </p:nvSpPr>
        <p:spPr>
          <a:xfrm>
            <a:off x="9203358" y="5185128"/>
            <a:ext cx="7143750" cy="1659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900" b="1" kern="0" spc="2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프로젝트 기간: </a:t>
            </a:r>
            <a:r>
              <a:rPr sz="1900" kern="0" spc="2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2017년 ~ 2023년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100000"/>
              </a:lnSpc>
              <a:spcBef>
                <a:spcPts val="1250"/>
              </a:spcBef>
            </a:pPr>
            <a:r>
              <a:rPr sz="1900" b="1" kern="0" spc="6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프로젝트 범위: </a:t>
            </a:r>
            <a:r>
              <a:rPr sz="1900" b="1" kern="0" spc="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MES</a:t>
            </a:r>
            <a:r>
              <a:rPr sz="1900" b="1" kern="0" spc="6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시스템</a:t>
            </a:r>
            <a:r>
              <a:rPr sz="1900" kern="0" spc="6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CNC 전극 자동화 + GF 5축 강재 자동화 + CNC 비표준 부품 자동화 + 마자크 와가(와가) 셀 + 전기 스파크 자동화 라인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900" b="1" kern="0" spc="1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적용 업종: </a:t>
            </a: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다이캐스팅 금형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428" name="picture 14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87511" y="7220115"/>
            <a:ext cx="3931665" cy="1729104"/>
          </a:xfrm>
          <a:prstGeom prst="rect">
            <a:avLst/>
          </a:prstGeom>
        </p:spPr>
      </p:pic>
      <p:pic>
        <p:nvPicPr>
          <p:cNvPr id="1430" name="picture 14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786106" y="7220101"/>
            <a:ext cx="3669157" cy="1729105"/>
          </a:xfrm>
          <a:prstGeom prst="rect">
            <a:avLst/>
          </a:prstGeom>
        </p:spPr>
      </p:pic>
      <p:pic>
        <p:nvPicPr>
          <p:cNvPr id="1434" name="picture 14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2790" y="1986406"/>
            <a:ext cx="2773045" cy="763016"/>
          </a:xfrm>
          <a:prstGeom prst="rect">
            <a:avLst/>
          </a:prstGeom>
        </p:spPr>
      </p:pic>
      <p:sp>
        <p:nvSpPr>
          <p:cNvPr id="1436" name="path 1436"/>
          <p:cNvSpPr/>
          <p:nvPr/>
        </p:nvSpPr>
        <p:spPr>
          <a:xfrm>
            <a:off x="8832024" y="2078735"/>
            <a:ext cx="9525" cy="2773045"/>
          </a:xfrm>
          <a:custGeom>
            <a:avLst/>
            <a:gdLst/>
            <a:ahLst/>
            <a:cxnLst/>
            <a:rect l="0" t="0" r="0" b="0"/>
            <a:pathLst>
              <a:path w="15" h="4367">
                <a:moveTo>
                  <a:pt x="7" y="0"/>
                </a:moveTo>
                <a:lnTo>
                  <a:pt x="7" y="4367"/>
                </a:lnTo>
              </a:path>
            </a:pathLst>
          </a:custGeom>
          <a:noFill/>
          <a:ln w="9525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8" name="group 48"/>
          <p:cNvGrpSpPr/>
          <p:nvPr/>
        </p:nvGrpSpPr>
        <p:grpSpPr>
          <a:xfrm rot="21600000">
            <a:off x="8433561" y="2249792"/>
            <a:ext cx="3931665" cy="302399"/>
            <a:chOff x="0" y="0"/>
            <a:chExt cx="3931665" cy="302399"/>
          </a:xfrm>
        </p:grpSpPr>
        <p:sp>
          <p:nvSpPr>
            <p:cNvPr id="1438" name="path 1438"/>
            <p:cNvSpPr/>
            <p:nvPr/>
          </p:nvSpPr>
          <p:spPr>
            <a:xfrm>
              <a:off x="0" y="146506"/>
              <a:ext cx="3931665" cy="9525"/>
            </a:xfrm>
            <a:custGeom>
              <a:avLst/>
              <a:gdLst/>
              <a:ahLst/>
              <a:cxnLst/>
              <a:rect l="0" t="0" r="0" b="0"/>
              <a:pathLst>
                <a:path w="6191" h="15">
                  <a:moveTo>
                    <a:pt x="0" y="7"/>
                  </a:moveTo>
                  <a:lnTo>
                    <a:pt x="6191" y="7"/>
                  </a:lnTo>
                </a:path>
              </a:pathLst>
            </a:custGeom>
            <a:noFill/>
            <a:ln w="9525" cap="flat">
              <a:solidFill>
                <a:srgbClr val="17406D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40" name="path 1440"/>
            <p:cNvSpPr/>
            <p:nvPr/>
          </p:nvSpPr>
          <p:spPr>
            <a:xfrm>
              <a:off x="252095" y="0"/>
              <a:ext cx="302399" cy="302399"/>
            </a:xfrm>
            <a:custGeom>
              <a:avLst/>
              <a:gdLst/>
              <a:ahLst/>
              <a:cxnLst/>
              <a:rect l="0" t="0" r="0" b="0"/>
              <a:pathLst>
                <a:path w="476" h="476">
                  <a:moveTo>
                    <a:pt x="0" y="476"/>
                  </a:moveTo>
                  <a:lnTo>
                    <a:pt x="476" y="476"/>
                  </a:lnTo>
                  <a:lnTo>
                    <a:pt x="476" y="0"/>
                  </a:lnTo>
                  <a:lnTo>
                    <a:pt x="0" y="0"/>
                  </a:lnTo>
                  <a:lnTo>
                    <a:pt x="0" y="476"/>
                  </a:lnTo>
                  <a:close/>
                </a:path>
              </a:pathLst>
            </a:custGeom>
            <a:solidFill>
              <a:srgbClr val="17406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42" name="textbox 1442"/>
          <p:cNvSpPr/>
          <p:nvPr/>
        </p:nvSpPr>
        <p:spPr>
          <a:xfrm>
            <a:off x="1622858" y="403590"/>
            <a:ext cx="1330325" cy="551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고객 사례</a:t>
            </a:r>
            <a:endParaRPr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7305" algn="l" rtl="0" eaLnBrk="0">
              <a:lnSpc>
                <a:spcPct val="84000"/>
              </a:lnSpc>
              <a:spcBef>
                <a:spcPts val="11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Customer Case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44" name="path 1444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46" name="textbox 1446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48" name="path 1448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922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8" name="picture 15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284217" y="11172"/>
            <a:ext cx="12784582" cy="9590023"/>
          </a:xfrm>
          <a:prstGeom prst="rect">
            <a:avLst/>
          </a:prstGeom>
        </p:spPr>
      </p:pic>
      <p:sp>
        <p:nvSpPr>
          <p:cNvPr id="1510" name="rect 1510"/>
          <p:cNvSpPr/>
          <p:nvPr/>
        </p:nvSpPr>
        <p:spPr>
          <a:xfrm>
            <a:off x="0" y="0"/>
            <a:ext cx="4189475" cy="9601197"/>
          </a:xfrm>
          <a:prstGeom prst="rect">
            <a:avLst/>
          </a:prstGeom>
          <a:solidFill>
            <a:srgbClr val="000F3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12" name="textbox 1512"/>
          <p:cNvSpPr/>
          <p:nvPr/>
        </p:nvSpPr>
        <p:spPr>
          <a:xfrm>
            <a:off x="385521" y="1480184"/>
            <a:ext cx="3107689" cy="2392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175" algn="l" rtl="0" eaLnBrk="0">
              <a:lnSpc>
                <a:spcPct val="980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전체 금형 생산 프로세스에서 모더바오 스마트 제조 클라우드 플랫폼을 활용할 수 있으며, 다양한 업종·규모·발전 단계의 수요에 적합합니다.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5570" algn="l" rtl="0" eaLnBrk="0">
              <a:lnSpc>
                <a:spcPct val="94000"/>
              </a:lnSpc>
              <a:spcBef>
                <a:spcPts val="725"/>
              </a:spcBef>
            </a:pPr>
            <a:r>
              <a:rPr sz="2400" b="1" kern="0" spc="-20" dirty="0">
                <a:solidFill>
                  <a:srgbClr val="FFC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유연 자동화 가공 라인</a:t>
            </a:r>
            <a:endParaRPr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8585" algn="l" rtl="0" eaLnBrk="0">
              <a:lnSpc>
                <a:spcPct val="93000"/>
              </a:lnSpc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여요 징이 플라스틱 산업 유한공사</a:t>
            </a:r>
            <a:endParaRPr sz="20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514" name="picture 15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91691" y="5318632"/>
            <a:ext cx="1934844" cy="1976755"/>
          </a:xfrm>
          <a:prstGeom prst="rect">
            <a:avLst/>
          </a:prstGeom>
        </p:spPr>
      </p:pic>
      <p:graphicFrame>
        <p:nvGraphicFramePr>
          <p:cNvPr id="1516" name="table 1516"/>
          <p:cNvGraphicFramePr>
            <a:graphicFrameLocks noGrp="1"/>
          </p:cNvGraphicFramePr>
          <p:nvPr/>
        </p:nvGraphicFramePr>
        <p:xfrm>
          <a:off x="576262" y="8347075"/>
          <a:ext cx="2981325" cy="561975"/>
        </p:xfrm>
        <a:graphic>
          <a:graphicData uri="http://schemas.openxmlformats.org/drawingml/2006/table">
            <a:tbl>
              <a:tblPr/>
              <a:tblGrid>
                <a:gridCol w="298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330" indent="-287655" algn="l" rtl="0" eaLnBrk="0">
                        <a:lnSpc>
                          <a:spcPct val="105000"/>
                        </a:lnSpc>
                        <a:spcBef>
                          <a:spcPts val="5"/>
                        </a:spcBef>
                      </a:pP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모운(Mo-Cloud) 기반(</a:t>
                      </a:r>
                      <a:r>
                        <a:rPr sz="1500" b="1" kern="0" spc="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MES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sz="1500" b="1" kern="0" spc="23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금형</a:t>
                      </a:r>
                      <a:r>
                        <a:rPr sz="1500" b="1" kern="0" spc="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작업장 완전 디지털 생산 모델 구축</a:t>
                      </a:r>
                      <a:endParaRPr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18" name="textbox 1518"/>
          <p:cNvSpPr/>
          <p:nvPr/>
        </p:nvSpPr>
        <p:spPr>
          <a:xfrm>
            <a:off x="362510" y="497847"/>
            <a:ext cx="2463164" cy="734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모더바오(ModerBao)</a:t>
            </a:r>
            <a:endParaRPr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0955" algn="l" rtl="0" eaLnBrk="0">
              <a:lnSpc>
                <a:spcPct val="93000"/>
              </a:lnSpc>
              <a:spcBef>
                <a:spcPts val="19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스마트 제조 솔루션</a:t>
            </a:r>
            <a:endParaRPr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20" name="rect 1520"/>
          <p:cNvSpPr/>
          <p:nvPr/>
        </p:nvSpPr>
        <p:spPr>
          <a:xfrm>
            <a:off x="4181475" y="0"/>
            <a:ext cx="107950" cy="9601197"/>
          </a:xfrm>
          <a:prstGeom prst="rect">
            <a:avLst/>
          </a:prstGeom>
          <a:solidFill>
            <a:srgbClr val="000F3D">
              <a:alpha val="6470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22" name="picture 15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4420" y="5330316"/>
            <a:ext cx="930275" cy="1069213"/>
          </a:xfrm>
          <a:prstGeom prst="rect">
            <a:avLst/>
          </a:prstGeom>
        </p:spPr>
      </p:pic>
      <p:pic>
        <p:nvPicPr>
          <p:cNvPr id="1524" name="picture 15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91260" y="6226175"/>
            <a:ext cx="930199" cy="1069213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 rot="21600000">
            <a:off x="1091260" y="6226175"/>
            <a:ext cx="930199" cy="1069213"/>
            <a:chOff x="0" y="0"/>
            <a:chExt cx="930199" cy="1069213"/>
          </a:xfrm>
        </p:grpSpPr>
        <p:sp>
          <p:nvSpPr>
            <p:cNvPr id="1526" name="textbox 1526"/>
            <p:cNvSpPr/>
            <p:nvPr/>
          </p:nvSpPr>
          <p:spPr>
            <a:xfrm>
              <a:off x="-12700" y="-12700"/>
              <a:ext cx="955675" cy="1108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8115" algn="l" rtl="0" eaLnBrk="0">
                <a:lnSpc>
                  <a:spcPct val="94000"/>
                </a:lnSpc>
                <a:spcBef>
                  <a:spcPts val="5"/>
                </a:spcBef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유연한 설정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graphicFrame>
        <p:nvGraphicFramePr>
          <p:cNvPr id="1528" name="table 1528"/>
          <p:cNvGraphicFramePr>
            <a:graphicFrameLocks noGrp="1"/>
          </p:cNvGraphicFramePr>
          <p:nvPr/>
        </p:nvGraphicFramePr>
        <p:xfrm>
          <a:off x="593037" y="7995537"/>
          <a:ext cx="1428750" cy="280669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874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언제 어디서나 시스템 접근</a:t>
                      </a:r>
                      <a:endParaRPr sz="12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0" name="table 1530"/>
          <p:cNvGraphicFramePr>
            <a:graphicFrameLocks noGrp="1"/>
          </p:cNvGraphicFramePr>
          <p:nvPr/>
        </p:nvGraphicFramePr>
        <p:xfrm>
          <a:off x="2128901" y="7983537"/>
          <a:ext cx="1428750" cy="280669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93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높은 보안의 비즈니스 데이터</a:t>
                      </a:r>
                      <a:endParaRPr sz="12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2" name="table 1532"/>
          <p:cNvGraphicFramePr>
            <a:graphicFrameLocks noGrp="1"/>
          </p:cNvGraphicFramePr>
          <p:nvPr/>
        </p:nvGraphicFramePr>
        <p:xfrm>
          <a:off x="577850" y="7621523"/>
          <a:ext cx="1428750" cy="2794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986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더 짧은 도입 주기</a:t>
                      </a:r>
                      <a:endParaRPr sz="12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4" name="table 1534"/>
          <p:cNvGraphicFramePr>
            <a:graphicFrameLocks noGrp="1"/>
          </p:cNvGraphicFramePr>
          <p:nvPr/>
        </p:nvGraphicFramePr>
        <p:xfrm>
          <a:off x="2128901" y="7621523"/>
          <a:ext cx="1428750" cy="2794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796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편리한 시스템 운영·유지보수</a:t>
                      </a:r>
                      <a:endParaRPr sz="12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6" name="textbox 1536"/>
          <p:cNvSpPr/>
          <p:nvPr/>
        </p:nvSpPr>
        <p:spPr>
          <a:xfrm>
            <a:off x="1744141" y="5989701"/>
            <a:ext cx="1630045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편리한 조작</a:t>
            </a:r>
            <a:r>
              <a:rPr sz="1200" kern="0" spc="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전문 서비스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38" name="path 1538"/>
          <p:cNvSpPr/>
          <p:nvPr/>
        </p:nvSpPr>
        <p:spPr>
          <a:xfrm>
            <a:off x="2883154" y="5551042"/>
            <a:ext cx="359917" cy="396113"/>
          </a:xfrm>
          <a:custGeom>
            <a:avLst/>
            <a:gdLst/>
            <a:ahLst/>
            <a:cxnLst/>
            <a:rect l="0" t="0" r="0" b="0"/>
            <a:pathLst>
              <a:path w="566" h="623">
                <a:moveTo>
                  <a:pt x="62" y="307"/>
                </a:moveTo>
                <a:cubicBezTo>
                  <a:pt x="33" y="307"/>
                  <a:pt x="0" y="285"/>
                  <a:pt x="0" y="258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169"/>
                  <a:pt x="33" y="147"/>
                  <a:pt x="62" y="147"/>
                </a:cubicBezTo>
                <a:cubicBezTo>
                  <a:pt x="129" y="133"/>
                  <a:pt x="129" y="133"/>
                  <a:pt x="129" y="133"/>
                </a:cubicBezTo>
                <a:cubicBezTo>
                  <a:pt x="154" y="133"/>
                  <a:pt x="175" y="142"/>
                  <a:pt x="175" y="173"/>
                </a:cubicBezTo>
                <a:cubicBezTo>
                  <a:pt x="175" y="258"/>
                  <a:pt x="175" y="258"/>
                  <a:pt x="175" y="258"/>
                </a:cubicBezTo>
                <a:cubicBezTo>
                  <a:pt x="175" y="285"/>
                  <a:pt x="154" y="307"/>
                  <a:pt x="129" y="307"/>
                </a:cubicBezTo>
                <a:lnTo>
                  <a:pt x="62" y="307"/>
                </a:lnTo>
                <a:close/>
                <a:moveTo>
                  <a:pt x="441" y="26"/>
                </a:moveTo>
                <a:cubicBezTo>
                  <a:pt x="404" y="26"/>
                  <a:pt x="375" y="57"/>
                  <a:pt x="375" y="97"/>
                </a:cubicBezTo>
                <a:cubicBezTo>
                  <a:pt x="375" y="138"/>
                  <a:pt x="404" y="169"/>
                  <a:pt x="441" y="169"/>
                </a:cubicBezTo>
                <a:cubicBezTo>
                  <a:pt x="475" y="169"/>
                  <a:pt x="508" y="138"/>
                  <a:pt x="508" y="97"/>
                </a:cubicBezTo>
                <a:cubicBezTo>
                  <a:pt x="508" y="57"/>
                  <a:pt x="475" y="26"/>
                  <a:pt x="441" y="26"/>
                </a:cubicBezTo>
                <a:moveTo>
                  <a:pt x="350" y="165"/>
                </a:moveTo>
                <a:cubicBezTo>
                  <a:pt x="379" y="182"/>
                  <a:pt x="379" y="182"/>
                  <a:pt x="379" y="182"/>
                </a:cubicBezTo>
                <a:cubicBezTo>
                  <a:pt x="387" y="187"/>
                  <a:pt x="396" y="182"/>
                  <a:pt x="396" y="178"/>
                </a:cubicBezTo>
                <a:cubicBezTo>
                  <a:pt x="400" y="169"/>
                  <a:pt x="396" y="165"/>
                  <a:pt x="387" y="160"/>
                </a:cubicBezTo>
                <a:cubicBezTo>
                  <a:pt x="375" y="151"/>
                  <a:pt x="375" y="151"/>
                  <a:pt x="375" y="151"/>
                </a:cubicBezTo>
                <a:cubicBezTo>
                  <a:pt x="375" y="151"/>
                  <a:pt x="375" y="151"/>
                  <a:pt x="375" y="151"/>
                </a:cubicBezTo>
                <a:cubicBezTo>
                  <a:pt x="362" y="138"/>
                  <a:pt x="358" y="120"/>
                  <a:pt x="358" y="97"/>
                </a:cubicBezTo>
                <a:cubicBezTo>
                  <a:pt x="358" y="49"/>
                  <a:pt x="396" y="9"/>
                  <a:pt x="441" y="9"/>
                </a:cubicBezTo>
                <a:cubicBezTo>
                  <a:pt x="487" y="9"/>
                  <a:pt x="521" y="49"/>
                  <a:pt x="521" y="97"/>
                </a:cubicBezTo>
                <a:cubicBezTo>
                  <a:pt x="521" y="102"/>
                  <a:pt x="521" y="107"/>
                  <a:pt x="521" y="107"/>
                </a:cubicBezTo>
                <a:cubicBezTo>
                  <a:pt x="529" y="107"/>
                  <a:pt x="529" y="107"/>
                  <a:pt x="529" y="107"/>
                </a:cubicBezTo>
                <a:cubicBezTo>
                  <a:pt x="529" y="107"/>
                  <a:pt x="529" y="102"/>
                  <a:pt x="529" y="97"/>
                </a:cubicBezTo>
                <a:cubicBezTo>
                  <a:pt x="529" y="44"/>
                  <a:pt x="491" y="0"/>
                  <a:pt x="441" y="0"/>
                </a:cubicBezTo>
                <a:cubicBezTo>
                  <a:pt x="391" y="0"/>
                  <a:pt x="350" y="44"/>
                  <a:pt x="350" y="97"/>
                </a:cubicBezTo>
                <a:cubicBezTo>
                  <a:pt x="350" y="115"/>
                  <a:pt x="354" y="133"/>
                  <a:pt x="362" y="147"/>
                </a:cubicBezTo>
                <a:cubicBezTo>
                  <a:pt x="358" y="147"/>
                  <a:pt x="358" y="147"/>
                  <a:pt x="358" y="147"/>
                </a:cubicBezTo>
                <a:cubicBezTo>
                  <a:pt x="354" y="142"/>
                  <a:pt x="345" y="142"/>
                  <a:pt x="341" y="151"/>
                </a:cubicBezTo>
                <a:cubicBezTo>
                  <a:pt x="337" y="155"/>
                  <a:pt x="341" y="165"/>
                  <a:pt x="350" y="165"/>
                </a:cubicBezTo>
                <a:moveTo>
                  <a:pt x="533" y="267"/>
                </a:moveTo>
                <a:cubicBezTo>
                  <a:pt x="529" y="258"/>
                  <a:pt x="529" y="253"/>
                  <a:pt x="525" y="245"/>
                </a:cubicBezTo>
                <a:cubicBezTo>
                  <a:pt x="525" y="231"/>
                  <a:pt x="525" y="231"/>
                  <a:pt x="525" y="231"/>
                </a:cubicBezTo>
                <a:cubicBezTo>
                  <a:pt x="521" y="222"/>
                  <a:pt x="508" y="182"/>
                  <a:pt x="441" y="182"/>
                </a:cubicBezTo>
                <a:cubicBezTo>
                  <a:pt x="383" y="182"/>
                  <a:pt x="362" y="222"/>
                  <a:pt x="362" y="231"/>
                </a:cubicBezTo>
                <a:cubicBezTo>
                  <a:pt x="358" y="245"/>
                  <a:pt x="358" y="245"/>
                  <a:pt x="358" y="245"/>
                </a:cubicBezTo>
                <a:cubicBezTo>
                  <a:pt x="354" y="253"/>
                  <a:pt x="354" y="258"/>
                  <a:pt x="354" y="267"/>
                </a:cubicBezTo>
                <a:cubicBezTo>
                  <a:pt x="337" y="334"/>
                  <a:pt x="337" y="334"/>
                  <a:pt x="337" y="334"/>
                </a:cubicBezTo>
                <a:cubicBezTo>
                  <a:pt x="550" y="334"/>
                  <a:pt x="550" y="334"/>
                  <a:pt x="550" y="334"/>
                </a:cubicBezTo>
                <a:lnTo>
                  <a:pt x="533" y="267"/>
                </a:lnTo>
                <a:close/>
                <a:moveTo>
                  <a:pt x="566" y="347"/>
                </a:moveTo>
                <a:cubicBezTo>
                  <a:pt x="566" y="347"/>
                  <a:pt x="566" y="347"/>
                  <a:pt x="566" y="347"/>
                </a:cubicBezTo>
                <a:cubicBezTo>
                  <a:pt x="29" y="347"/>
                  <a:pt x="29" y="347"/>
                  <a:pt x="29" y="347"/>
                </a:cubicBezTo>
                <a:cubicBezTo>
                  <a:pt x="29" y="396"/>
                  <a:pt x="29" y="396"/>
                  <a:pt x="29" y="396"/>
                </a:cubicBezTo>
                <a:cubicBezTo>
                  <a:pt x="521" y="396"/>
                  <a:pt x="521" y="396"/>
                  <a:pt x="521" y="396"/>
                </a:cubicBezTo>
                <a:cubicBezTo>
                  <a:pt x="521" y="623"/>
                  <a:pt x="521" y="623"/>
                  <a:pt x="521" y="623"/>
                </a:cubicBezTo>
                <a:cubicBezTo>
                  <a:pt x="566" y="623"/>
                  <a:pt x="566" y="623"/>
                  <a:pt x="566" y="623"/>
                </a:cubicBezTo>
                <a:cubicBezTo>
                  <a:pt x="566" y="347"/>
                  <a:pt x="566" y="347"/>
                  <a:pt x="566" y="347"/>
                </a:cubicBezTo>
                <a:moveTo>
                  <a:pt x="162" y="334"/>
                </a:moveTo>
                <a:cubicBezTo>
                  <a:pt x="262" y="343"/>
                  <a:pt x="262" y="343"/>
                  <a:pt x="262" y="343"/>
                </a:cubicBezTo>
                <a:cubicBezTo>
                  <a:pt x="262" y="325"/>
                  <a:pt x="262" y="325"/>
                  <a:pt x="262" y="325"/>
                </a:cubicBezTo>
                <a:cubicBezTo>
                  <a:pt x="162" y="316"/>
                  <a:pt x="162" y="316"/>
                  <a:pt x="162" y="316"/>
                </a:cubicBezTo>
                <a:lnTo>
                  <a:pt x="162" y="334"/>
                </a:lnTo>
                <a:close/>
                <a:moveTo>
                  <a:pt x="58" y="338"/>
                </a:moveTo>
                <a:cubicBezTo>
                  <a:pt x="133" y="338"/>
                  <a:pt x="133" y="338"/>
                  <a:pt x="133" y="338"/>
                </a:cubicBezTo>
                <a:cubicBezTo>
                  <a:pt x="133" y="320"/>
                  <a:pt x="133" y="320"/>
                  <a:pt x="133" y="320"/>
                </a:cubicBezTo>
                <a:cubicBezTo>
                  <a:pt x="58" y="320"/>
                  <a:pt x="58" y="320"/>
                  <a:pt x="58" y="320"/>
                </a:cubicBezTo>
                <a:lnTo>
                  <a:pt x="58" y="33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0" name="path 1540"/>
          <p:cNvSpPr/>
          <p:nvPr/>
        </p:nvSpPr>
        <p:spPr>
          <a:xfrm>
            <a:off x="2382139" y="6423659"/>
            <a:ext cx="359917" cy="396113"/>
          </a:xfrm>
          <a:custGeom>
            <a:avLst/>
            <a:gdLst/>
            <a:ahLst/>
            <a:cxnLst/>
            <a:rect l="0" t="0" r="0" b="0"/>
            <a:pathLst>
              <a:path w="566" h="623">
                <a:moveTo>
                  <a:pt x="283" y="245"/>
                </a:moveTo>
                <a:cubicBezTo>
                  <a:pt x="283" y="307"/>
                  <a:pt x="283" y="307"/>
                  <a:pt x="283" y="307"/>
                </a:cubicBezTo>
                <a:cubicBezTo>
                  <a:pt x="55" y="307"/>
                  <a:pt x="55" y="307"/>
                  <a:pt x="55" y="307"/>
                </a:cubicBezTo>
                <a:cubicBezTo>
                  <a:pt x="51" y="289"/>
                  <a:pt x="51" y="267"/>
                  <a:pt x="46" y="245"/>
                </a:cubicBezTo>
                <a:cubicBezTo>
                  <a:pt x="46" y="231"/>
                  <a:pt x="46" y="164"/>
                  <a:pt x="46" y="151"/>
                </a:cubicBezTo>
                <a:cubicBezTo>
                  <a:pt x="162" y="120"/>
                  <a:pt x="222" y="44"/>
                  <a:pt x="283" y="44"/>
                </a:cubicBezTo>
                <a:lnTo>
                  <a:pt x="283" y="245"/>
                </a:lnTo>
                <a:close/>
                <a:moveTo>
                  <a:pt x="283" y="574"/>
                </a:moveTo>
                <a:cubicBezTo>
                  <a:pt x="283" y="574"/>
                  <a:pt x="459" y="512"/>
                  <a:pt x="506" y="307"/>
                </a:cubicBezTo>
                <a:cubicBezTo>
                  <a:pt x="283" y="307"/>
                  <a:pt x="283" y="307"/>
                  <a:pt x="283" y="307"/>
                </a:cubicBezTo>
                <a:lnTo>
                  <a:pt x="283" y="574"/>
                </a:lnTo>
                <a:close/>
                <a:moveTo>
                  <a:pt x="566" y="124"/>
                </a:moveTo>
                <a:cubicBezTo>
                  <a:pt x="566" y="151"/>
                  <a:pt x="566" y="151"/>
                  <a:pt x="566" y="151"/>
                </a:cubicBezTo>
                <a:cubicBezTo>
                  <a:pt x="566" y="160"/>
                  <a:pt x="566" y="231"/>
                  <a:pt x="566" y="245"/>
                </a:cubicBezTo>
                <a:cubicBezTo>
                  <a:pt x="562" y="271"/>
                  <a:pt x="557" y="293"/>
                  <a:pt x="552" y="316"/>
                </a:cubicBezTo>
                <a:cubicBezTo>
                  <a:pt x="501" y="543"/>
                  <a:pt x="306" y="614"/>
                  <a:pt x="297" y="619"/>
                </a:cubicBezTo>
                <a:cubicBezTo>
                  <a:pt x="287" y="623"/>
                  <a:pt x="287" y="623"/>
                  <a:pt x="287" y="623"/>
                </a:cubicBezTo>
                <a:cubicBezTo>
                  <a:pt x="283" y="623"/>
                  <a:pt x="283" y="623"/>
                  <a:pt x="283" y="623"/>
                </a:cubicBezTo>
                <a:cubicBezTo>
                  <a:pt x="283" y="623"/>
                  <a:pt x="278" y="623"/>
                  <a:pt x="278" y="623"/>
                </a:cubicBezTo>
                <a:cubicBezTo>
                  <a:pt x="264" y="619"/>
                  <a:pt x="264" y="619"/>
                  <a:pt x="264" y="619"/>
                </a:cubicBezTo>
                <a:cubicBezTo>
                  <a:pt x="255" y="614"/>
                  <a:pt x="60" y="543"/>
                  <a:pt x="9" y="316"/>
                </a:cubicBezTo>
                <a:cubicBezTo>
                  <a:pt x="4" y="293"/>
                  <a:pt x="0" y="271"/>
                  <a:pt x="0" y="245"/>
                </a:cubicBezTo>
                <a:cubicBezTo>
                  <a:pt x="0" y="231"/>
                  <a:pt x="0" y="160"/>
                  <a:pt x="0" y="151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20"/>
                  <a:pt x="0" y="120"/>
                  <a:pt x="4" y="115"/>
                </a:cubicBezTo>
                <a:cubicBezTo>
                  <a:pt x="32" y="111"/>
                  <a:pt x="32" y="111"/>
                  <a:pt x="32" y="111"/>
                </a:cubicBezTo>
                <a:cubicBezTo>
                  <a:pt x="88" y="93"/>
                  <a:pt x="130" y="71"/>
                  <a:pt x="162" y="48"/>
                </a:cubicBezTo>
                <a:cubicBezTo>
                  <a:pt x="204" y="22"/>
                  <a:pt x="241" y="0"/>
                  <a:pt x="283" y="0"/>
                </a:cubicBezTo>
                <a:cubicBezTo>
                  <a:pt x="325" y="0"/>
                  <a:pt x="357" y="22"/>
                  <a:pt x="399" y="48"/>
                </a:cubicBezTo>
                <a:cubicBezTo>
                  <a:pt x="436" y="71"/>
                  <a:pt x="478" y="93"/>
                  <a:pt x="529" y="111"/>
                </a:cubicBezTo>
                <a:cubicBezTo>
                  <a:pt x="557" y="115"/>
                  <a:pt x="557" y="115"/>
                  <a:pt x="557" y="115"/>
                </a:cubicBezTo>
                <a:cubicBezTo>
                  <a:pt x="562" y="120"/>
                  <a:pt x="566" y="120"/>
                  <a:pt x="566" y="124"/>
                </a:cubicBezTo>
                <a:moveTo>
                  <a:pt x="543" y="133"/>
                </a:moveTo>
                <a:cubicBezTo>
                  <a:pt x="525" y="129"/>
                  <a:pt x="525" y="129"/>
                  <a:pt x="525" y="129"/>
                </a:cubicBezTo>
                <a:cubicBezTo>
                  <a:pt x="469" y="111"/>
                  <a:pt x="427" y="84"/>
                  <a:pt x="390" y="62"/>
                </a:cubicBezTo>
                <a:cubicBezTo>
                  <a:pt x="352" y="40"/>
                  <a:pt x="320" y="17"/>
                  <a:pt x="283" y="17"/>
                </a:cubicBezTo>
                <a:cubicBezTo>
                  <a:pt x="246" y="17"/>
                  <a:pt x="213" y="40"/>
                  <a:pt x="176" y="62"/>
                </a:cubicBezTo>
                <a:cubicBezTo>
                  <a:pt x="139" y="84"/>
                  <a:pt x="97" y="111"/>
                  <a:pt x="36" y="129"/>
                </a:cubicBezTo>
                <a:cubicBezTo>
                  <a:pt x="18" y="133"/>
                  <a:pt x="18" y="133"/>
                  <a:pt x="18" y="133"/>
                </a:cubicBezTo>
                <a:cubicBezTo>
                  <a:pt x="18" y="151"/>
                  <a:pt x="18" y="151"/>
                  <a:pt x="18" y="151"/>
                </a:cubicBezTo>
                <a:cubicBezTo>
                  <a:pt x="18" y="164"/>
                  <a:pt x="18" y="231"/>
                  <a:pt x="18" y="245"/>
                </a:cubicBezTo>
                <a:cubicBezTo>
                  <a:pt x="23" y="267"/>
                  <a:pt x="27" y="289"/>
                  <a:pt x="32" y="311"/>
                </a:cubicBezTo>
                <a:cubicBezTo>
                  <a:pt x="78" y="525"/>
                  <a:pt x="264" y="596"/>
                  <a:pt x="273" y="601"/>
                </a:cubicBezTo>
                <a:cubicBezTo>
                  <a:pt x="283" y="601"/>
                  <a:pt x="283" y="601"/>
                  <a:pt x="283" y="601"/>
                </a:cubicBezTo>
                <a:cubicBezTo>
                  <a:pt x="292" y="601"/>
                  <a:pt x="292" y="601"/>
                  <a:pt x="292" y="601"/>
                </a:cubicBezTo>
                <a:cubicBezTo>
                  <a:pt x="302" y="596"/>
                  <a:pt x="487" y="525"/>
                  <a:pt x="534" y="311"/>
                </a:cubicBezTo>
                <a:cubicBezTo>
                  <a:pt x="538" y="289"/>
                  <a:pt x="543" y="267"/>
                  <a:pt x="543" y="245"/>
                </a:cubicBezTo>
                <a:cubicBezTo>
                  <a:pt x="543" y="231"/>
                  <a:pt x="543" y="164"/>
                  <a:pt x="543" y="151"/>
                </a:cubicBezTo>
                <a:lnTo>
                  <a:pt x="543" y="1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2" name="textbox 1542"/>
          <p:cNvSpPr/>
          <p:nvPr/>
        </p:nvSpPr>
        <p:spPr>
          <a:xfrm>
            <a:off x="2258085" y="6840422"/>
            <a:ext cx="625475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1305" algn="l" rtl="0" eaLnBrk="0">
              <a:lnSpc>
                <a:spcPts val="385"/>
              </a:lnSpc>
            </a:pPr>
            <a:r>
              <a:rPr sz="300" kern="0" spc="5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10"/>
              </a:spcBef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보안 보장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44" name="path 1544"/>
          <p:cNvSpPr/>
          <p:nvPr/>
        </p:nvSpPr>
        <p:spPr>
          <a:xfrm>
            <a:off x="1386687" y="6478073"/>
            <a:ext cx="352450" cy="352113"/>
          </a:xfrm>
          <a:custGeom>
            <a:avLst/>
            <a:gdLst/>
            <a:ahLst/>
            <a:cxnLst/>
            <a:rect l="0" t="0" r="0" b="0"/>
            <a:pathLst>
              <a:path w="555" h="554">
                <a:moveTo>
                  <a:pt x="542" y="351"/>
                </a:moveTo>
                <a:cubicBezTo>
                  <a:pt x="440" y="419"/>
                  <a:pt x="440" y="419"/>
                  <a:pt x="440" y="419"/>
                </a:cubicBezTo>
                <a:cubicBezTo>
                  <a:pt x="428" y="427"/>
                  <a:pt x="402" y="419"/>
                  <a:pt x="406" y="398"/>
                </a:cubicBezTo>
                <a:cubicBezTo>
                  <a:pt x="415" y="355"/>
                  <a:pt x="373" y="309"/>
                  <a:pt x="322" y="343"/>
                </a:cubicBezTo>
                <a:cubicBezTo>
                  <a:pt x="267" y="381"/>
                  <a:pt x="305" y="440"/>
                  <a:pt x="335" y="440"/>
                </a:cubicBezTo>
                <a:cubicBezTo>
                  <a:pt x="373" y="440"/>
                  <a:pt x="351" y="478"/>
                  <a:pt x="351" y="478"/>
                </a:cubicBezTo>
                <a:cubicBezTo>
                  <a:pt x="250" y="546"/>
                  <a:pt x="250" y="546"/>
                  <a:pt x="250" y="546"/>
                </a:cubicBezTo>
                <a:cubicBezTo>
                  <a:pt x="241" y="554"/>
                  <a:pt x="225" y="550"/>
                  <a:pt x="220" y="541"/>
                </a:cubicBezTo>
                <a:cubicBezTo>
                  <a:pt x="144" y="431"/>
                  <a:pt x="144" y="431"/>
                  <a:pt x="144" y="431"/>
                </a:cubicBezTo>
                <a:cubicBezTo>
                  <a:pt x="132" y="427"/>
                  <a:pt x="119" y="427"/>
                  <a:pt x="119" y="453"/>
                </a:cubicBezTo>
                <a:cubicBezTo>
                  <a:pt x="115" y="482"/>
                  <a:pt x="55" y="520"/>
                  <a:pt x="22" y="465"/>
                </a:cubicBezTo>
                <a:cubicBezTo>
                  <a:pt x="-11" y="414"/>
                  <a:pt x="30" y="372"/>
                  <a:pt x="72" y="381"/>
                </a:cubicBezTo>
                <a:cubicBezTo>
                  <a:pt x="89" y="385"/>
                  <a:pt x="98" y="376"/>
                  <a:pt x="102" y="364"/>
                </a:cubicBezTo>
                <a:cubicBezTo>
                  <a:pt x="22" y="249"/>
                  <a:pt x="22" y="249"/>
                  <a:pt x="22" y="249"/>
                </a:cubicBezTo>
                <a:cubicBezTo>
                  <a:pt x="17" y="241"/>
                  <a:pt x="17" y="228"/>
                  <a:pt x="26" y="220"/>
                </a:cubicBezTo>
                <a:cubicBezTo>
                  <a:pt x="140" y="144"/>
                  <a:pt x="140" y="144"/>
                  <a:pt x="140" y="144"/>
                </a:cubicBezTo>
                <a:cubicBezTo>
                  <a:pt x="144" y="135"/>
                  <a:pt x="140" y="118"/>
                  <a:pt x="119" y="118"/>
                </a:cubicBezTo>
                <a:cubicBezTo>
                  <a:pt x="89" y="118"/>
                  <a:pt x="51" y="59"/>
                  <a:pt x="106" y="21"/>
                </a:cubicBezTo>
                <a:cubicBezTo>
                  <a:pt x="153" y="-12"/>
                  <a:pt x="199" y="34"/>
                  <a:pt x="191" y="76"/>
                </a:cubicBezTo>
                <a:cubicBezTo>
                  <a:pt x="187" y="89"/>
                  <a:pt x="195" y="97"/>
                  <a:pt x="203" y="101"/>
                </a:cubicBezTo>
                <a:cubicBezTo>
                  <a:pt x="318" y="25"/>
                  <a:pt x="318" y="25"/>
                  <a:pt x="318" y="25"/>
                </a:cubicBezTo>
                <a:cubicBezTo>
                  <a:pt x="330" y="17"/>
                  <a:pt x="343" y="21"/>
                  <a:pt x="347" y="29"/>
                </a:cubicBezTo>
                <a:cubicBezTo>
                  <a:pt x="419" y="131"/>
                  <a:pt x="419" y="131"/>
                  <a:pt x="419" y="131"/>
                </a:cubicBezTo>
                <a:cubicBezTo>
                  <a:pt x="428" y="144"/>
                  <a:pt x="419" y="169"/>
                  <a:pt x="394" y="165"/>
                </a:cubicBezTo>
                <a:cubicBezTo>
                  <a:pt x="351" y="152"/>
                  <a:pt x="309" y="199"/>
                  <a:pt x="339" y="245"/>
                </a:cubicBezTo>
                <a:cubicBezTo>
                  <a:pt x="377" y="300"/>
                  <a:pt x="436" y="262"/>
                  <a:pt x="436" y="232"/>
                </a:cubicBezTo>
                <a:cubicBezTo>
                  <a:pt x="440" y="194"/>
                  <a:pt x="478" y="220"/>
                  <a:pt x="478" y="220"/>
                </a:cubicBezTo>
                <a:cubicBezTo>
                  <a:pt x="546" y="321"/>
                  <a:pt x="546" y="321"/>
                  <a:pt x="546" y="321"/>
                </a:cubicBezTo>
                <a:cubicBezTo>
                  <a:pt x="555" y="330"/>
                  <a:pt x="550" y="343"/>
                  <a:pt x="542" y="351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6" name="path 1546"/>
          <p:cNvSpPr/>
          <p:nvPr/>
        </p:nvSpPr>
        <p:spPr>
          <a:xfrm>
            <a:off x="862838" y="5587619"/>
            <a:ext cx="323938" cy="324103"/>
          </a:xfrm>
          <a:custGeom>
            <a:avLst/>
            <a:gdLst/>
            <a:ahLst/>
            <a:cxnLst/>
            <a:rect l="0" t="0" r="0" b="0"/>
            <a:pathLst>
              <a:path w="510" h="510">
                <a:moveTo>
                  <a:pt x="491" y="79"/>
                </a:moveTo>
                <a:cubicBezTo>
                  <a:pt x="389" y="79"/>
                  <a:pt x="389" y="79"/>
                  <a:pt x="389" y="79"/>
                </a:cubicBezTo>
                <a:cubicBezTo>
                  <a:pt x="389" y="510"/>
                  <a:pt x="389" y="510"/>
                  <a:pt x="389" y="510"/>
                </a:cubicBezTo>
                <a:cubicBezTo>
                  <a:pt x="491" y="510"/>
                  <a:pt x="491" y="510"/>
                  <a:pt x="491" y="510"/>
                </a:cubicBezTo>
                <a:cubicBezTo>
                  <a:pt x="502" y="510"/>
                  <a:pt x="510" y="502"/>
                  <a:pt x="510" y="490"/>
                </a:cubicBezTo>
                <a:cubicBezTo>
                  <a:pt x="510" y="99"/>
                  <a:pt x="510" y="99"/>
                  <a:pt x="510" y="99"/>
                </a:cubicBezTo>
                <a:cubicBezTo>
                  <a:pt x="510" y="87"/>
                  <a:pt x="502" y="79"/>
                  <a:pt x="491" y="79"/>
                </a:cubicBezTo>
                <a:moveTo>
                  <a:pt x="444" y="466"/>
                </a:moveTo>
                <a:cubicBezTo>
                  <a:pt x="444" y="470"/>
                  <a:pt x="440" y="474"/>
                  <a:pt x="437" y="474"/>
                </a:cubicBezTo>
                <a:cubicBezTo>
                  <a:pt x="415" y="474"/>
                  <a:pt x="415" y="474"/>
                  <a:pt x="415" y="474"/>
                </a:cubicBezTo>
                <a:cubicBezTo>
                  <a:pt x="411" y="474"/>
                  <a:pt x="408" y="470"/>
                  <a:pt x="408" y="466"/>
                </a:cubicBezTo>
                <a:cubicBezTo>
                  <a:pt x="408" y="118"/>
                  <a:pt x="408" y="118"/>
                  <a:pt x="408" y="118"/>
                </a:cubicBezTo>
                <a:cubicBezTo>
                  <a:pt x="408" y="114"/>
                  <a:pt x="411" y="110"/>
                  <a:pt x="415" y="110"/>
                </a:cubicBezTo>
                <a:cubicBezTo>
                  <a:pt x="437" y="110"/>
                  <a:pt x="437" y="110"/>
                  <a:pt x="437" y="110"/>
                </a:cubicBezTo>
                <a:cubicBezTo>
                  <a:pt x="440" y="110"/>
                  <a:pt x="444" y="114"/>
                  <a:pt x="444" y="118"/>
                </a:cubicBezTo>
                <a:lnTo>
                  <a:pt x="444" y="466"/>
                </a:lnTo>
                <a:close/>
                <a:moveTo>
                  <a:pt x="491" y="466"/>
                </a:moveTo>
                <a:cubicBezTo>
                  <a:pt x="491" y="470"/>
                  <a:pt x="488" y="474"/>
                  <a:pt x="484" y="474"/>
                </a:cubicBezTo>
                <a:cubicBezTo>
                  <a:pt x="466" y="474"/>
                  <a:pt x="466" y="474"/>
                  <a:pt x="466" y="474"/>
                </a:cubicBezTo>
                <a:cubicBezTo>
                  <a:pt x="462" y="474"/>
                  <a:pt x="459" y="470"/>
                  <a:pt x="459" y="466"/>
                </a:cubicBezTo>
                <a:cubicBezTo>
                  <a:pt x="459" y="118"/>
                  <a:pt x="459" y="118"/>
                  <a:pt x="459" y="118"/>
                </a:cubicBezTo>
                <a:cubicBezTo>
                  <a:pt x="459" y="114"/>
                  <a:pt x="462" y="110"/>
                  <a:pt x="466" y="110"/>
                </a:cubicBezTo>
                <a:cubicBezTo>
                  <a:pt x="484" y="110"/>
                  <a:pt x="484" y="110"/>
                  <a:pt x="484" y="110"/>
                </a:cubicBezTo>
                <a:cubicBezTo>
                  <a:pt x="488" y="110"/>
                  <a:pt x="491" y="114"/>
                  <a:pt x="491" y="118"/>
                </a:cubicBezTo>
                <a:lnTo>
                  <a:pt x="491" y="466"/>
                </a:lnTo>
                <a:close/>
                <a:moveTo>
                  <a:pt x="0" y="67"/>
                </a:moveTo>
                <a:cubicBezTo>
                  <a:pt x="0" y="490"/>
                  <a:pt x="0" y="490"/>
                  <a:pt x="0" y="490"/>
                </a:cubicBezTo>
                <a:cubicBezTo>
                  <a:pt x="0" y="502"/>
                  <a:pt x="7" y="510"/>
                  <a:pt x="18" y="510"/>
                </a:cubicBezTo>
                <a:cubicBezTo>
                  <a:pt x="123" y="510"/>
                  <a:pt x="123" y="510"/>
                  <a:pt x="123" y="510"/>
                </a:cubicBezTo>
                <a:cubicBezTo>
                  <a:pt x="123" y="47"/>
                  <a:pt x="123" y="47"/>
                  <a:pt x="123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7" y="47"/>
                  <a:pt x="0" y="55"/>
                  <a:pt x="0" y="67"/>
                </a:cubicBezTo>
                <a:moveTo>
                  <a:pt x="69" y="87"/>
                </a:moveTo>
                <a:cubicBezTo>
                  <a:pt x="69" y="83"/>
                  <a:pt x="72" y="79"/>
                  <a:pt x="76" y="79"/>
                </a:cubicBezTo>
                <a:cubicBezTo>
                  <a:pt x="94" y="79"/>
                  <a:pt x="94" y="79"/>
                  <a:pt x="94" y="79"/>
                </a:cubicBezTo>
                <a:cubicBezTo>
                  <a:pt x="98" y="79"/>
                  <a:pt x="102" y="83"/>
                  <a:pt x="102" y="87"/>
                </a:cubicBezTo>
                <a:cubicBezTo>
                  <a:pt x="102" y="466"/>
                  <a:pt x="102" y="466"/>
                  <a:pt x="102" y="466"/>
                </a:cubicBezTo>
                <a:cubicBezTo>
                  <a:pt x="102" y="470"/>
                  <a:pt x="98" y="474"/>
                  <a:pt x="94" y="474"/>
                </a:cubicBezTo>
                <a:cubicBezTo>
                  <a:pt x="76" y="474"/>
                  <a:pt x="76" y="474"/>
                  <a:pt x="76" y="474"/>
                </a:cubicBezTo>
                <a:cubicBezTo>
                  <a:pt x="72" y="474"/>
                  <a:pt x="69" y="470"/>
                  <a:pt x="69" y="466"/>
                </a:cubicBezTo>
                <a:lnTo>
                  <a:pt x="69" y="87"/>
                </a:lnTo>
                <a:close/>
                <a:moveTo>
                  <a:pt x="25" y="79"/>
                </a:moveTo>
                <a:cubicBezTo>
                  <a:pt x="47" y="79"/>
                  <a:pt x="47" y="79"/>
                  <a:pt x="47" y="79"/>
                </a:cubicBezTo>
                <a:cubicBezTo>
                  <a:pt x="51" y="79"/>
                  <a:pt x="54" y="83"/>
                  <a:pt x="54" y="87"/>
                </a:cubicBezTo>
                <a:cubicBezTo>
                  <a:pt x="54" y="466"/>
                  <a:pt x="54" y="466"/>
                  <a:pt x="54" y="466"/>
                </a:cubicBezTo>
                <a:cubicBezTo>
                  <a:pt x="54" y="470"/>
                  <a:pt x="51" y="474"/>
                  <a:pt x="47" y="474"/>
                </a:cubicBezTo>
                <a:cubicBezTo>
                  <a:pt x="25" y="474"/>
                  <a:pt x="25" y="474"/>
                  <a:pt x="25" y="474"/>
                </a:cubicBezTo>
                <a:cubicBezTo>
                  <a:pt x="21" y="474"/>
                  <a:pt x="18" y="470"/>
                  <a:pt x="18" y="466"/>
                </a:cubicBezTo>
                <a:cubicBezTo>
                  <a:pt x="18" y="87"/>
                  <a:pt x="18" y="87"/>
                  <a:pt x="18" y="87"/>
                </a:cubicBezTo>
                <a:cubicBezTo>
                  <a:pt x="18" y="83"/>
                  <a:pt x="21" y="79"/>
                  <a:pt x="25" y="79"/>
                </a:cubicBezTo>
                <a:moveTo>
                  <a:pt x="360" y="0"/>
                </a:moveTo>
                <a:cubicBezTo>
                  <a:pt x="149" y="0"/>
                  <a:pt x="149" y="0"/>
                  <a:pt x="149" y="0"/>
                </a:cubicBezTo>
                <a:cubicBezTo>
                  <a:pt x="138" y="0"/>
                  <a:pt x="131" y="7"/>
                  <a:pt x="131" y="19"/>
                </a:cubicBezTo>
                <a:cubicBezTo>
                  <a:pt x="131" y="490"/>
                  <a:pt x="131" y="490"/>
                  <a:pt x="131" y="490"/>
                </a:cubicBezTo>
                <a:cubicBezTo>
                  <a:pt x="131" y="502"/>
                  <a:pt x="138" y="510"/>
                  <a:pt x="149" y="510"/>
                </a:cubicBezTo>
                <a:cubicBezTo>
                  <a:pt x="214" y="510"/>
                  <a:pt x="214" y="510"/>
                  <a:pt x="214" y="510"/>
                </a:cubicBezTo>
                <a:cubicBezTo>
                  <a:pt x="214" y="435"/>
                  <a:pt x="214" y="435"/>
                  <a:pt x="214" y="435"/>
                </a:cubicBezTo>
                <a:cubicBezTo>
                  <a:pt x="214" y="435"/>
                  <a:pt x="218" y="431"/>
                  <a:pt x="218" y="431"/>
                </a:cubicBezTo>
                <a:cubicBezTo>
                  <a:pt x="291" y="431"/>
                  <a:pt x="291" y="431"/>
                  <a:pt x="291" y="431"/>
                </a:cubicBezTo>
                <a:cubicBezTo>
                  <a:pt x="295" y="431"/>
                  <a:pt x="295" y="435"/>
                  <a:pt x="295" y="435"/>
                </a:cubicBezTo>
                <a:cubicBezTo>
                  <a:pt x="295" y="510"/>
                  <a:pt x="295" y="510"/>
                  <a:pt x="295" y="510"/>
                </a:cubicBezTo>
                <a:cubicBezTo>
                  <a:pt x="360" y="510"/>
                  <a:pt x="360" y="510"/>
                  <a:pt x="360" y="510"/>
                </a:cubicBezTo>
                <a:cubicBezTo>
                  <a:pt x="371" y="510"/>
                  <a:pt x="378" y="502"/>
                  <a:pt x="378" y="490"/>
                </a:cubicBezTo>
                <a:cubicBezTo>
                  <a:pt x="378" y="19"/>
                  <a:pt x="378" y="19"/>
                  <a:pt x="378" y="19"/>
                </a:cubicBezTo>
                <a:cubicBezTo>
                  <a:pt x="378" y="7"/>
                  <a:pt x="371" y="0"/>
                  <a:pt x="360" y="0"/>
                </a:cubicBezTo>
                <a:moveTo>
                  <a:pt x="189" y="407"/>
                </a:moveTo>
                <a:cubicBezTo>
                  <a:pt x="189" y="411"/>
                  <a:pt x="185" y="415"/>
                  <a:pt x="182" y="415"/>
                </a:cubicBezTo>
                <a:cubicBezTo>
                  <a:pt x="160" y="415"/>
                  <a:pt x="160" y="415"/>
                  <a:pt x="160" y="415"/>
                </a:cubicBezTo>
                <a:cubicBezTo>
                  <a:pt x="156" y="415"/>
                  <a:pt x="153" y="411"/>
                  <a:pt x="153" y="407"/>
                </a:cubicBezTo>
                <a:cubicBezTo>
                  <a:pt x="153" y="59"/>
                  <a:pt x="153" y="59"/>
                  <a:pt x="153" y="59"/>
                </a:cubicBezTo>
                <a:cubicBezTo>
                  <a:pt x="153" y="55"/>
                  <a:pt x="156" y="51"/>
                  <a:pt x="160" y="51"/>
                </a:cubicBezTo>
                <a:cubicBezTo>
                  <a:pt x="182" y="51"/>
                  <a:pt x="182" y="51"/>
                  <a:pt x="182" y="51"/>
                </a:cubicBezTo>
                <a:cubicBezTo>
                  <a:pt x="185" y="51"/>
                  <a:pt x="189" y="55"/>
                  <a:pt x="189" y="59"/>
                </a:cubicBezTo>
                <a:lnTo>
                  <a:pt x="189" y="407"/>
                </a:lnTo>
                <a:close/>
                <a:moveTo>
                  <a:pt x="244" y="407"/>
                </a:moveTo>
                <a:cubicBezTo>
                  <a:pt x="244" y="411"/>
                  <a:pt x="240" y="415"/>
                  <a:pt x="236" y="415"/>
                </a:cubicBezTo>
                <a:cubicBezTo>
                  <a:pt x="218" y="415"/>
                  <a:pt x="218" y="415"/>
                  <a:pt x="218" y="415"/>
                </a:cubicBezTo>
                <a:cubicBezTo>
                  <a:pt x="214" y="415"/>
                  <a:pt x="211" y="411"/>
                  <a:pt x="211" y="407"/>
                </a:cubicBezTo>
                <a:cubicBezTo>
                  <a:pt x="211" y="59"/>
                  <a:pt x="211" y="59"/>
                  <a:pt x="211" y="59"/>
                </a:cubicBezTo>
                <a:cubicBezTo>
                  <a:pt x="211" y="55"/>
                  <a:pt x="214" y="51"/>
                  <a:pt x="218" y="51"/>
                </a:cubicBezTo>
                <a:cubicBezTo>
                  <a:pt x="236" y="51"/>
                  <a:pt x="236" y="51"/>
                  <a:pt x="236" y="51"/>
                </a:cubicBezTo>
                <a:cubicBezTo>
                  <a:pt x="240" y="51"/>
                  <a:pt x="244" y="55"/>
                  <a:pt x="244" y="59"/>
                </a:cubicBezTo>
                <a:lnTo>
                  <a:pt x="244" y="407"/>
                </a:lnTo>
                <a:close/>
                <a:moveTo>
                  <a:pt x="302" y="407"/>
                </a:moveTo>
                <a:cubicBezTo>
                  <a:pt x="302" y="411"/>
                  <a:pt x="298" y="415"/>
                  <a:pt x="291" y="415"/>
                </a:cubicBezTo>
                <a:cubicBezTo>
                  <a:pt x="273" y="415"/>
                  <a:pt x="273" y="415"/>
                  <a:pt x="273" y="415"/>
                </a:cubicBezTo>
                <a:cubicBezTo>
                  <a:pt x="269" y="415"/>
                  <a:pt x="265" y="411"/>
                  <a:pt x="265" y="407"/>
                </a:cubicBezTo>
                <a:cubicBezTo>
                  <a:pt x="265" y="59"/>
                  <a:pt x="265" y="59"/>
                  <a:pt x="265" y="59"/>
                </a:cubicBezTo>
                <a:cubicBezTo>
                  <a:pt x="265" y="55"/>
                  <a:pt x="269" y="51"/>
                  <a:pt x="273" y="51"/>
                </a:cubicBezTo>
                <a:cubicBezTo>
                  <a:pt x="291" y="51"/>
                  <a:pt x="291" y="51"/>
                  <a:pt x="291" y="51"/>
                </a:cubicBezTo>
                <a:cubicBezTo>
                  <a:pt x="298" y="51"/>
                  <a:pt x="302" y="55"/>
                  <a:pt x="302" y="59"/>
                </a:cubicBezTo>
                <a:lnTo>
                  <a:pt x="302" y="407"/>
                </a:lnTo>
                <a:close/>
                <a:moveTo>
                  <a:pt x="357" y="407"/>
                </a:moveTo>
                <a:cubicBezTo>
                  <a:pt x="357" y="411"/>
                  <a:pt x="353" y="415"/>
                  <a:pt x="349" y="415"/>
                </a:cubicBezTo>
                <a:cubicBezTo>
                  <a:pt x="331" y="415"/>
                  <a:pt x="331" y="415"/>
                  <a:pt x="331" y="415"/>
                </a:cubicBezTo>
                <a:cubicBezTo>
                  <a:pt x="324" y="415"/>
                  <a:pt x="320" y="411"/>
                  <a:pt x="320" y="407"/>
                </a:cubicBezTo>
                <a:cubicBezTo>
                  <a:pt x="320" y="59"/>
                  <a:pt x="320" y="59"/>
                  <a:pt x="320" y="59"/>
                </a:cubicBezTo>
                <a:cubicBezTo>
                  <a:pt x="320" y="55"/>
                  <a:pt x="324" y="51"/>
                  <a:pt x="331" y="51"/>
                </a:cubicBezTo>
                <a:cubicBezTo>
                  <a:pt x="349" y="51"/>
                  <a:pt x="349" y="51"/>
                  <a:pt x="349" y="51"/>
                </a:cubicBezTo>
                <a:cubicBezTo>
                  <a:pt x="353" y="51"/>
                  <a:pt x="357" y="55"/>
                  <a:pt x="357" y="59"/>
                </a:cubicBezTo>
                <a:lnTo>
                  <a:pt x="357" y="40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8" name="textbox 1548"/>
          <p:cNvSpPr/>
          <p:nvPr/>
        </p:nvSpPr>
        <p:spPr>
          <a:xfrm>
            <a:off x="711047" y="5989701"/>
            <a:ext cx="63055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모듈 완비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50" name="path 1550"/>
          <p:cNvSpPr/>
          <p:nvPr/>
        </p:nvSpPr>
        <p:spPr>
          <a:xfrm>
            <a:off x="1956942" y="5569330"/>
            <a:ext cx="251967" cy="360171"/>
          </a:xfrm>
          <a:custGeom>
            <a:avLst/>
            <a:gdLst/>
            <a:ahLst/>
            <a:cxnLst/>
            <a:rect l="0" t="0" r="0" b="0"/>
            <a:pathLst>
              <a:path w="396" h="567">
                <a:moveTo>
                  <a:pt x="396" y="371"/>
                </a:moveTo>
                <a:cubicBezTo>
                  <a:pt x="396" y="500"/>
                  <a:pt x="396" y="500"/>
                  <a:pt x="396" y="500"/>
                </a:cubicBezTo>
                <a:cubicBezTo>
                  <a:pt x="396" y="537"/>
                  <a:pt x="366" y="567"/>
                  <a:pt x="328" y="567"/>
                </a:cubicBezTo>
                <a:cubicBezTo>
                  <a:pt x="204" y="567"/>
                  <a:pt x="204" y="567"/>
                  <a:pt x="204" y="567"/>
                </a:cubicBezTo>
                <a:cubicBezTo>
                  <a:pt x="183" y="567"/>
                  <a:pt x="166" y="558"/>
                  <a:pt x="153" y="546"/>
                </a:cubicBezTo>
                <a:cubicBezTo>
                  <a:pt x="21" y="417"/>
                  <a:pt x="21" y="417"/>
                  <a:pt x="21" y="417"/>
                </a:cubicBezTo>
                <a:cubicBezTo>
                  <a:pt x="8" y="404"/>
                  <a:pt x="8" y="392"/>
                  <a:pt x="21" y="379"/>
                </a:cubicBezTo>
                <a:cubicBezTo>
                  <a:pt x="29" y="371"/>
                  <a:pt x="29" y="371"/>
                  <a:pt x="29" y="371"/>
                </a:cubicBezTo>
                <a:cubicBezTo>
                  <a:pt x="34" y="367"/>
                  <a:pt x="42" y="362"/>
                  <a:pt x="46" y="362"/>
                </a:cubicBezTo>
                <a:cubicBezTo>
                  <a:pt x="55" y="362"/>
                  <a:pt x="59" y="367"/>
                  <a:pt x="63" y="371"/>
                </a:cubicBezTo>
                <a:cubicBezTo>
                  <a:pt x="136" y="437"/>
                  <a:pt x="136" y="437"/>
                  <a:pt x="136" y="437"/>
                </a:cubicBezTo>
                <a:cubicBezTo>
                  <a:pt x="136" y="183"/>
                  <a:pt x="136" y="183"/>
                  <a:pt x="136" y="183"/>
                </a:cubicBezTo>
                <a:cubicBezTo>
                  <a:pt x="136" y="166"/>
                  <a:pt x="145" y="158"/>
                  <a:pt x="162" y="158"/>
                </a:cubicBezTo>
                <a:cubicBezTo>
                  <a:pt x="170" y="158"/>
                  <a:pt x="170" y="158"/>
                  <a:pt x="170" y="158"/>
                </a:cubicBezTo>
                <a:cubicBezTo>
                  <a:pt x="183" y="158"/>
                  <a:pt x="196" y="166"/>
                  <a:pt x="196" y="183"/>
                </a:cubicBezTo>
                <a:cubicBezTo>
                  <a:pt x="196" y="325"/>
                  <a:pt x="196" y="325"/>
                  <a:pt x="196" y="325"/>
                </a:cubicBezTo>
                <a:cubicBezTo>
                  <a:pt x="204" y="321"/>
                  <a:pt x="204" y="321"/>
                  <a:pt x="204" y="321"/>
                </a:cubicBezTo>
                <a:cubicBezTo>
                  <a:pt x="213" y="321"/>
                  <a:pt x="217" y="321"/>
                  <a:pt x="221" y="321"/>
                </a:cubicBezTo>
                <a:cubicBezTo>
                  <a:pt x="243" y="321"/>
                  <a:pt x="251" y="325"/>
                  <a:pt x="251" y="325"/>
                </a:cubicBezTo>
                <a:cubicBezTo>
                  <a:pt x="256" y="325"/>
                  <a:pt x="256" y="325"/>
                  <a:pt x="256" y="325"/>
                </a:cubicBezTo>
                <a:cubicBezTo>
                  <a:pt x="256" y="346"/>
                  <a:pt x="256" y="346"/>
                  <a:pt x="256" y="346"/>
                </a:cubicBezTo>
                <a:cubicBezTo>
                  <a:pt x="256" y="346"/>
                  <a:pt x="256" y="350"/>
                  <a:pt x="260" y="350"/>
                </a:cubicBezTo>
                <a:cubicBezTo>
                  <a:pt x="260" y="350"/>
                  <a:pt x="264" y="346"/>
                  <a:pt x="264" y="346"/>
                </a:cubicBezTo>
                <a:cubicBezTo>
                  <a:pt x="264" y="325"/>
                  <a:pt x="264" y="325"/>
                  <a:pt x="264" y="325"/>
                </a:cubicBezTo>
                <a:cubicBezTo>
                  <a:pt x="264" y="325"/>
                  <a:pt x="268" y="325"/>
                  <a:pt x="277" y="325"/>
                </a:cubicBezTo>
                <a:cubicBezTo>
                  <a:pt x="285" y="325"/>
                  <a:pt x="298" y="329"/>
                  <a:pt x="307" y="333"/>
                </a:cubicBezTo>
                <a:cubicBezTo>
                  <a:pt x="307" y="333"/>
                  <a:pt x="307" y="333"/>
                  <a:pt x="307" y="333"/>
                </a:cubicBezTo>
                <a:cubicBezTo>
                  <a:pt x="307" y="354"/>
                  <a:pt x="307" y="354"/>
                  <a:pt x="307" y="354"/>
                </a:cubicBezTo>
                <a:cubicBezTo>
                  <a:pt x="307" y="354"/>
                  <a:pt x="311" y="358"/>
                  <a:pt x="311" y="358"/>
                </a:cubicBezTo>
                <a:cubicBezTo>
                  <a:pt x="315" y="358"/>
                  <a:pt x="320" y="354"/>
                  <a:pt x="320" y="354"/>
                </a:cubicBezTo>
                <a:cubicBezTo>
                  <a:pt x="320" y="329"/>
                  <a:pt x="320" y="329"/>
                  <a:pt x="320" y="329"/>
                </a:cubicBezTo>
                <a:cubicBezTo>
                  <a:pt x="320" y="329"/>
                  <a:pt x="324" y="329"/>
                  <a:pt x="328" y="329"/>
                </a:cubicBezTo>
                <a:cubicBezTo>
                  <a:pt x="345" y="329"/>
                  <a:pt x="358" y="337"/>
                  <a:pt x="358" y="337"/>
                </a:cubicBezTo>
                <a:cubicBezTo>
                  <a:pt x="358" y="337"/>
                  <a:pt x="358" y="337"/>
                  <a:pt x="358" y="337"/>
                </a:cubicBezTo>
                <a:cubicBezTo>
                  <a:pt x="362" y="337"/>
                  <a:pt x="362" y="337"/>
                  <a:pt x="362" y="337"/>
                </a:cubicBezTo>
                <a:cubicBezTo>
                  <a:pt x="362" y="337"/>
                  <a:pt x="362" y="337"/>
                  <a:pt x="362" y="337"/>
                </a:cubicBezTo>
                <a:cubicBezTo>
                  <a:pt x="362" y="358"/>
                  <a:pt x="362" y="358"/>
                  <a:pt x="362" y="358"/>
                </a:cubicBezTo>
                <a:cubicBezTo>
                  <a:pt x="362" y="362"/>
                  <a:pt x="362" y="362"/>
                  <a:pt x="366" y="362"/>
                </a:cubicBezTo>
                <a:cubicBezTo>
                  <a:pt x="371" y="362"/>
                  <a:pt x="371" y="362"/>
                  <a:pt x="371" y="358"/>
                </a:cubicBezTo>
                <a:cubicBezTo>
                  <a:pt x="371" y="337"/>
                  <a:pt x="371" y="337"/>
                  <a:pt x="371" y="337"/>
                </a:cubicBezTo>
                <a:cubicBezTo>
                  <a:pt x="392" y="346"/>
                  <a:pt x="396" y="358"/>
                  <a:pt x="396" y="371"/>
                </a:cubicBezTo>
                <a:moveTo>
                  <a:pt x="243" y="162"/>
                </a:moveTo>
                <a:cubicBezTo>
                  <a:pt x="243" y="116"/>
                  <a:pt x="208" y="79"/>
                  <a:pt x="162" y="79"/>
                </a:cubicBezTo>
                <a:cubicBezTo>
                  <a:pt x="115" y="79"/>
                  <a:pt x="76" y="116"/>
                  <a:pt x="76" y="162"/>
                </a:cubicBezTo>
                <a:cubicBezTo>
                  <a:pt x="76" y="183"/>
                  <a:pt x="89" y="204"/>
                  <a:pt x="106" y="221"/>
                </a:cubicBezTo>
                <a:cubicBezTo>
                  <a:pt x="106" y="183"/>
                  <a:pt x="106" y="183"/>
                  <a:pt x="106" y="183"/>
                </a:cubicBezTo>
                <a:cubicBezTo>
                  <a:pt x="106" y="154"/>
                  <a:pt x="127" y="129"/>
                  <a:pt x="162" y="129"/>
                </a:cubicBezTo>
                <a:cubicBezTo>
                  <a:pt x="170" y="129"/>
                  <a:pt x="170" y="129"/>
                  <a:pt x="170" y="129"/>
                </a:cubicBezTo>
                <a:cubicBezTo>
                  <a:pt x="200" y="129"/>
                  <a:pt x="226" y="154"/>
                  <a:pt x="226" y="183"/>
                </a:cubicBezTo>
                <a:cubicBezTo>
                  <a:pt x="226" y="212"/>
                  <a:pt x="226" y="212"/>
                  <a:pt x="226" y="212"/>
                </a:cubicBezTo>
                <a:cubicBezTo>
                  <a:pt x="238" y="200"/>
                  <a:pt x="243" y="179"/>
                  <a:pt x="243" y="162"/>
                </a:cubicBezTo>
                <a:moveTo>
                  <a:pt x="106" y="308"/>
                </a:moveTo>
                <a:cubicBezTo>
                  <a:pt x="106" y="271"/>
                  <a:pt x="106" y="271"/>
                  <a:pt x="106" y="271"/>
                </a:cubicBezTo>
                <a:cubicBezTo>
                  <a:pt x="63" y="250"/>
                  <a:pt x="38" y="208"/>
                  <a:pt x="38" y="162"/>
                </a:cubicBezTo>
                <a:cubicBezTo>
                  <a:pt x="38" y="91"/>
                  <a:pt x="93" y="37"/>
                  <a:pt x="162" y="37"/>
                </a:cubicBezTo>
                <a:cubicBezTo>
                  <a:pt x="230" y="37"/>
                  <a:pt x="285" y="91"/>
                  <a:pt x="285" y="162"/>
                </a:cubicBezTo>
                <a:cubicBezTo>
                  <a:pt x="285" y="204"/>
                  <a:pt x="260" y="241"/>
                  <a:pt x="226" y="267"/>
                </a:cubicBezTo>
                <a:cubicBezTo>
                  <a:pt x="226" y="292"/>
                  <a:pt x="226" y="292"/>
                  <a:pt x="226" y="292"/>
                </a:cubicBezTo>
                <a:cubicBezTo>
                  <a:pt x="234" y="292"/>
                  <a:pt x="243" y="292"/>
                  <a:pt x="247" y="295"/>
                </a:cubicBezTo>
                <a:cubicBezTo>
                  <a:pt x="294" y="267"/>
                  <a:pt x="324" y="216"/>
                  <a:pt x="324" y="162"/>
                </a:cubicBezTo>
                <a:cubicBezTo>
                  <a:pt x="324" y="71"/>
                  <a:pt x="251" y="0"/>
                  <a:pt x="162" y="0"/>
                </a:cubicBezTo>
                <a:cubicBezTo>
                  <a:pt x="72" y="0"/>
                  <a:pt x="0" y="71"/>
                  <a:pt x="0" y="162"/>
                </a:cubicBezTo>
                <a:cubicBezTo>
                  <a:pt x="0" y="229"/>
                  <a:pt x="42" y="287"/>
                  <a:pt x="106" y="308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52" name="path 1552"/>
          <p:cNvSpPr/>
          <p:nvPr/>
        </p:nvSpPr>
        <p:spPr>
          <a:xfrm>
            <a:off x="393700" y="1296987"/>
            <a:ext cx="3170301" cy="9525"/>
          </a:xfrm>
          <a:custGeom>
            <a:avLst/>
            <a:gdLst/>
            <a:ahLst/>
            <a:cxnLst/>
            <a:rect l="0" t="0" r="0" b="0"/>
            <a:pathLst>
              <a:path w="4992" h="15">
                <a:moveTo>
                  <a:pt x="0" y="7"/>
                </a:moveTo>
                <a:lnTo>
                  <a:pt x="4992" y="7"/>
                </a:lnTo>
              </a:path>
            </a:pathLst>
          </a:custGeom>
          <a:noFill/>
          <a:ln w="9525" cap="flat">
            <a:solidFill>
              <a:srgbClr val="7F7F7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08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4" name="picture 15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068800" cy="9601197"/>
          </a:xfrm>
          <a:prstGeom prst="rect">
            <a:avLst/>
          </a:prstGeom>
        </p:spPr>
      </p:pic>
      <p:sp>
        <p:nvSpPr>
          <p:cNvPr id="1556" name="textbox 1556"/>
          <p:cNvSpPr/>
          <p:nvPr/>
        </p:nvSpPr>
        <p:spPr>
          <a:xfrm>
            <a:off x="385521" y="1480184"/>
            <a:ext cx="3165475" cy="2393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175" algn="l" rtl="0" eaLnBrk="0">
              <a:lnSpc>
                <a:spcPct val="980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전체 금형 생산 프로세스에서 모더바오 스마트 제조 클라우드 플랫폼을 활용할 수 있으며, 다양한 업종·규모·발전 단계의 수요에 적합합니다.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5570" algn="l" rtl="0" eaLnBrk="0">
              <a:lnSpc>
                <a:spcPct val="94000"/>
              </a:lnSpc>
              <a:spcBef>
                <a:spcPts val="725"/>
              </a:spcBef>
            </a:pPr>
            <a:r>
              <a:rPr sz="2400" b="1" kern="0" spc="-20" dirty="0">
                <a:solidFill>
                  <a:srgbClr val="FFC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유연 자동화 가공 라인</a:t>
            </a:r>
            <a:endParaRPr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저장 라이언 필터 시스템 유한공사</a:t>
            </a:r>
            <a:endParaRPr sz="20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558" name="picture 15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91691" y="5318632"/>
            <a:ext cx="1934844" cy="1976755"/>
          </a:xfrm>
          <a:prstGeom prst="rect">
            <a:avLst/>
          </a:prstGeom>
        </p:spPr>
      </p:pic>
      <p:graphicFrame>
        <p:nvGraphicFramePr>
          <p:cNvPr id="1560" name="table 1560"/>
          <p:cNvGraphicFramePr>
            <a:graphicFrameLocks noGrp="1"/>
          </p:cNvGraphicFramePr>
          <p:nvPr/>
        </p:nvGraphicFramePr>
        <p:xfrm>
          <a:off x="576262" y="8347075"/>
          <a:ext cx="2981325" cy="561975"/>
        </p:xfrm>
        <a:graphic>
          <a:graphicData uri="http://schemas.openxmlformats.org/drawingml/2006/table">
            <a:tbl>
              <a:tblPr/>
              <a:tblGrid>
                <a:gridCol w="298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330" indent="-287655" algn="l" rtl="0" eaLnBrk="0">
                        <a:lnSpc>
                          <a:spcPct val="105000"/>
                        </a:lnSpc>
                        <a:spcBef>
                          <a:spcPts val="5"/>
                        </a:spcBef>
                      </a:pP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모운(Mo-Cloud) 기반(</a:t>
                      </a:r>
                      <a:r>
                        <a:rPr sz="1500" b="1" kern="0" spc="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MES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sz="1500" b="1" kern="0" spc="23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금형</a:t>
                      </a:r>
                      <a:r>
                        <a:rPr sz="1500" b="1" kern="0" spc="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작업장 완전 디지털 생산 모델 구축</a:t>
                      </a:r>
                      <a:endParaRPr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62" name="textbox 1562"/>
          <p:cNvSpPr/>
          <p:nvPr/>
        </p:nvSpPr>
        <p:spPr>
          <a:xfrm>
            <a:off x="362510" y="497847"/>
            <a:ext cx="2463164" cy="734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모더바오(ModerBao)</a:t>
            </a:r>
            <a:endParaRPr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0955" algn="l" rtl="0" eaLnBrk="0">
              <a:lnSpc>
                <a:spcPct val="93000"/>
              </a:lnSpc>
              <a:spcBef>
                <a:spcPts val="19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스마트 제조 솔루션</a:t>
            </a:r>
            <a:endParaRPr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64" name="rect 1564"/>
          <p:cNvSpPr/>
          <p:nvPr/>
        </p:nvSpPr>
        <p:spPr>
          <a:xfrm>
            <a:off x="4181475" y="0"/>
            <a:ext cx="107950" cy="9601197"/>
          </a:xfrm>
          <a:prstGeom prst="rect">
            <a:avLst/>
          </a:prstGeom>
          <a:solidFill>
            <a:srgbClr val="000F3D">
              <a:alpha val="6470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66" name="picture 15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4420" y="5330316"/>
            <a:ext cx="930275" cy="1069213"/>
          </a:xfrm>
          <a:prstGeom prst="rect">
            <a:avLst/>
          </a:prstGeom>
        </p:spPr>
      </p:pic>
      <p:pic>
        <p:nvPicPr>
          <p:cNvPr id="1568" name="picture 15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91260" y="6226175"/>
            <a:ext cx="930199" cy="1069213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 rot="21600000">
            <a:off x="1091260" y="6226175"/>
            <a:ext cx="930199" cy="1069213"/>
            <a:chOff x="0" y="0"/>
            <a:chExt cx="930199" cy="1069213"/>
          </a:xfrm>
        </p:grpSpPr>
        <p:sp>
          <p:nvSpPr>
            <p:cNvPr id="1570" name="textbox 1570"/>
            <p:cNvSpPr/>
            <p:nvPr/>
          </p:nvSpPr>
          <p:spPr>
            <a:xfrm>
              <a:off x="-12700" y="-12700"/>
              <a:ext cx="955675" cy="1108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8115" algn="l" rtl="0" eaLnBrk="0">
                <a:lnSpc>
                  <a:spcPct val="94000"/>
                </a:lnSpc>
                <a:spcBef>
                  <a:spcPts val="5"/>
                </a:spcBef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유연한 설정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graphicFrame>
        <p:nvGraphicFramePr>
          <p:cNvPr id="1572" name="table 1572"/>
          <p:cNvGraphicFramePr>
            <a:graphicFrameLocks noGrp="1"/>
          </p:cNvGraphicFramePr>
          <p:nvPr/>
        </p:nvGraphicFramePr>
        <p:xfrm>
          <a:off x="577850" y="7983537"/>
          <a:ext cx="1428750" cy="280669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874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언제 어디서나 시스템 접근</a:t>
                      </a:r>
                      <a:endParaRPr sz="12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74" name="table 1574"/>
          <p:cNvGraphicFramePr>
            <a:graphicFrameLocks noGrp="1"/>
          </p:cNvGraphicFramePr>
          <p:nvPr/>
        </p:nvGraphicFramePr>
        <p:xfrm>
          <a:off x="2128901" y="7983537"/>
          <a:ext cx="1428750" cy="280669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93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높은 보안의 비즈니스 데이터</a:t>
                      </a:r>
                      <a:endParaRPr sz="12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76" name="table 1576"/>
          <p:cNvGraphicFramePr>
            <a:graphicFrameLocks noGrp="1"/>
          </p:cNvGraphicFramePr>
          <p:nvPr/>
        </p:nvGraphicFramePr>
        <p:xfrm>
          <a:off x="577850" y="7621523"/>
          <a:ext cx="1428750" cy="2794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986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더 짧은 도입 주기</a:t>
                      </a:r>
                      <a:endParaRPr sz="12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78" name="table 1578"/>
          <p:cNvGraphicFramePr>
            <a:graphicFrameLocks noGrp="1"/>
          </p:cNvGraphicFramePr>
          <p:nvPr/>
        </p:nvGraphicFramePr>
        <p:xfrm>
          <a:off x="2128901" y="7621523"/>
          <a:ext cx="1428750" cy="2794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796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편리한 시스템 운영·유지보수</a:t>
                      </a:r>
                      <a:endParaRPr sz="12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80" name="textbox 1580"/>
          <p:cNvSpPr/>
          <p:nvPr/>
        </p:nvSpPr>
        <p:spPr>
          <a:xfrm>
            <a:off x="1744141" y="5989701"/>
            <a:ext cx="1630045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편리한 조작</a:t>
            </a:r>
            <a:r>
              <a:rPr sz="1200" kern="0" spc="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전문 서비스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82" name="path 1582"/>
          <p:cNvSpPr/>
          <p:nvPr/>
        </p:nvSpPr>
        <p:spPr>
          <a:xfrm>
            <a:off x="2883154" y="5551042"/>
            <a:ext cx="359917" cy="396113"/>
          </a:xfrm>
          <a:custGeom>
            <a:avLst/>
            <a:gdLst/>
            <a:ahLst/>
            <a:cxnLst/>
            <a:rect l="0" t="0" r="0" b="0"/>
            <a:pathLst>
              <a:path w="566" h="623">
                <a:moveTo>
                  <a:pt x="62" y="307"/>
                </a:moveTo>
                <a:cubicBezTo>
                  <a:pt x="33" y="307"/>
                  <a:pt x="0" y="285"/>
                  <a:pt x="0" y="258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169"/>
                  <a:pt x="33" y="147"/>
                  <a:pt x="62" y="147"/>
                </a:cubicBezTo>
                <a:cubicBezTo>
                  <a:pt x="129" y="133"/>
                  <a:pt x="129" y="133"/>
                  <a:pt x="129" y="133"/>
                </a:cubicBezTo>
                <a:cubicBezTo>
                  <a:pt x="154" y="133"/>
                  <a:pt x="175" y="142"/>
                  <a:pt x="175" y="173"/>
                </a:cubicBezTo>
                <a:cubicBezTo>
                  <a:pt x="175" y="258"/>
                  <a:pt x="175" y="258"/>
                  <a:pt x="175" y="258"/>
                </a:cubicBezTo>
                <a:cubicBezTo>
                  <a:pt x="175" y="285"/>
                  <a:pt x="154" y="307"/>
                  <a:pt x="129" y="307"/>
                </a:cubicBezTo>
                <a:lnTo>
                  <a:pt x="62" y="307"/>
                </a:lnTo>
                <a:close/>
                <a:moveTo>
                  <a:pt x="441" y="26"/>
                </a:moveTo>
                <a:cubicBezTo>
                  <a:pt x="404" y="26"/>
                  <a:pt x="375" y="57"/>
                  <a:pt x="375" y="97"/>
                </a:cubicBezTo>
                <a:cubicBezTo>
                  <a:pt x="375" y="138"/>
                  <a:pt x="404" y="169"/>
                  <a:pt x="441" y="169"/>
                </a:cubicBezTo>
                <a:cubicBezTo>
                  <a:pt x="475" y="169"/>
                  <a:pt x="508" y="138"/>
                  <a:pt x="508" y="97"/>
                </a:cubicBezTo>
                <a:cubicBezTo>
                  <a:pt x="508" y="57"/>
                  <a:pt x="475" y="26"/>
                  <a:pt x="441" y="26"/>
                </a:cubicBezTo>
                <a:moveTo>
                  <a:pt x="350" y="165"/>
                </a:moveTo>
                <a:cubicBezTo>
                  <a:pt x="379" y="182"/>
                  <a:pt x="379" y="182"/>
                  <a:pt x="379" y="182"/>
                </a:cubicBezTo>
                <a:cubicBezTo>
                  <a:pt x="387" y="187"/>
                  <a:pt x="396" y="182"/>
                  <a:pt x="396" y="178"/>
                </a:cubicBezTo>
                <a:cubicBezTo>
                  <a:pt x="400" y="169"/>
                  <a:pt x="396" y="165"/>
                  <a:pt x="387" y="160"/>
                </a:cubicBezTo>
                <a:cubicBezTo>
                  <a:pt x="375" y="151"/>
                  <a:pt x="375" y="151"/>
                  <a:pt x="375" y="151"/>
                </a:cubicBezTo>
                <a:cubicBezTo>
                  <a:pt x="375" y="151"/>
                  <a:pt x="375" y="151"/>
                  <a:pt x="375" y="151"/>
                </a:cubicBezTo>
                <a:cubicBezTo>
                  <a:pt x="362" y="138"/>
                  <a:pt x="358" y="120"/>
                  <a:pt x="358" y="97"/>
                </a:cubicBezTo>
                <a:cubicBezTo>
                  <a:pt x="358" y="49"/>
                  <a:pt x="396" y="9"/>
                  <a:pt x="441" y="9"/>
                </a:cubicBezTo>
                <a:cubicBezTo>
                  <a:pt x="487" y="9"/>
                  <a:pt x="521" y="49"/>
                  <a:pt x="521" y="97"/>
                </a:cubicBezTo>
                <a:cubicBezTo>
                  <a:pt x="521" y="102"/>
                  <a:pt x="521" y="107"/>
                  <a:pt x="521" y="107"/>
                </a:cubicBezTo>
                <a:cubicBezTo>
                  <a:pt x="529" y="107"/>
                  <a:pt x="529" y="107"/>
                  <a:pt x="529" y="107"/>
                </a:cubicBezTo>
                <a:cubicBezTo>
                  <a:pt x="529" y="107"/>
                  <a:pt x="529" y="102"/>
                  <a:pt x="529" y="97"/>
                </a:cubicBezTo>
                <a:cubicBezTo>
                  <a:pt x="529" y="44"/>
                  <a:pt x="491" y="0"/>
                  <a:pt x="441" y="0"/>
                </a:cubicBezTo>
                <a:cubicBezTo>
                  <a:pt x="391" y="0"/>
                  <a:pt x="350" y="44"/>
                  <a:pt x="350" y="97"/>
                </a:cubicBezTo>
                <a:cubicBezTo>
                  <a:pt x="350" y="115"/>
                  <a:pt x="354" y="133"/>
                  <a:pt x="362" y="147"/>
                </a:cubicBezTo>
                <a:cubicBezTo>
                  <a:pt x="358" y="147"/>
                  <a:pt x="358" y="147"/>
                  <a:pt x="358" y="147"/>
                </a:cubicBezTo>
                <a:cubicBezTo>
                  <a:pt x="354" y="142"/>
                  <a:pt x="345" y="142"/>
                  <a:pt x="341" y="151"/>
                </a:cubicBezTo>
                <a:cubicBezTo>
                  <a:pt x="337" y="155"/>
                  <a:pt x="341" y="165"/>
                  <a:pt x="350" y="165"/>
                </a:cubicBezTo>
                <a:moveTo>
                  <a:pt x="533" y="267"/>
                </a:moveTo>
                <a:cubicBezTo>
                  <a:pt x="529" y="258"/>
                  <a:pt x="529" y="253"/>
                  <a:pt x="525" y="245"/>
                </a:cubicBezTo>
                <a:cubicBezTo>
                  <a:pt x="525" y="231"/>
                  <a:pt x="525" y="231"/>
                  <a:pt x="525" y="231"/>
                </a:cubicBezTo>
                <a:cubicBezTo>
                  <a:pt x="521" y="222"/>
                  <a:pt x="508" y="182"/>
                  <a:pt x="441" y="182"/>
                </a:cubicBezTo>
                <a:cubicBezTo>
                  <a:pt x="383" y="182"/>
                  <a:pt x="362" y="222"/>
                  <a:pt x="362" y="231"/>
                </a:cubicBezTo>
                <a:cubicBezTo>
                  <a:pt x="358" y="245"/>
                  <a:pt x="358" y="245"/>
                  <a:pt x="358" y="245"/>
                </a:cubicBezTo>
                <a:cubicBezTo>
                  <a:pt x="354" y="253"/>
                  <a:pt x="354" y="258"/>
                  <a:pt x="354" y="267"/>
                </a:cubicBezTo>
                <a:cubicBezTo>
                  <a:pt x="337" y="334"/>
                  <a:pt x="337" y="334"/>
                  <a:pt x="337" y="334"/>
                </a:cubicBezTo>
                <a:cubicBezTo>
                  <a:pt x="550" y="334"/>
                  <a:pt x="550" y="334"/>
                  <a:pt x="550" y="334"/>
                </a:cubicBezTo>
                <a:lnTo>
                  <a:pt x="533" y="267"/>
                </a:lnTo>
                <a:close/>
                <a:moveTo>
                  <a:pt x="566" y="347"/>
                </a:moveTo>
                <a:cubicBezTo>
                  <a:pt x="566" y="347"/>
                  <a:pt x="566" y="347"/>
                  <a:pt x="566" y="347"/>
                </a:cubicBezTo>
                <a:cubicBezTo>
                  <a:pt x="29" y="347"/>
                  <a:pt x="29" y="347"/>
                  <a:pt x="29" y="347"/>
                </a:cubicBezTo>
                <a:cubicBezTo>
                  <a:pt x="29" y="396"/>
                  <a:pt x="29" y="396"/>
                  <a:pt x="29" y="396"/>
                </a:cubicBezTo>
                <a:cubicBezTo>
                  <a:pt x="521" y="396"/>
                  <a:pt x="521" y="396"/>
                  <a:pt x="521" y="396"/>
                </a:cubicBezTo>
                <a:cubicBezTo>
                  <a:pt x="521" y="623"/>
                  <a:pt x="521" y="623"/>
                  <a:pt x="521" y="623"/>
                </a:cubicBezTo>
                <a:cubicBezTo>
                  <a:pt x="566" y="623"/>
                  <a:pt x="566" y="623"/>
                  <a:pt x="566" y="623"/>
                </a:cubicBezTo>
                <a:cubicBezTo>
                  <a:pt x="566" y="347"/>
                  <a:pt x="566" y="347"/>
                  <a:pt x="566" y="347"/>
                </a:cubicBezTo>
                <a:moveTo>
                  <a:pt x="162" y="334"/>
                </a:moveTo>
                <a:cubicBezTo>
                  <a:pt x="262" y="343"/>
                  <a:pt x="262" y="343"/>
                  <a:pt x="262" y="343"/>
                </a:cubicBezTo>
                <a:cubicBezTo>
                  <a:pt x="262" y="325"/>
                  <a:pt x="262" y="325"/>
                  <a:pt x="262" y="325"/>
                </a:cubicBezTo>
                <a:cubicBezTo>
                  <a:pt x="162" y="316"/>
                  <a:pt x="162" y="316"/>
                  <a:pt x="162" y="316"/>
                </a:cubicBezTo>
                <a:lnTo>
                  <a:pt x="162" y="334"/>
                </a:lnTo>
                <a:close/>
                <a:moveTo>
                  <a:pt x="58" y="338"/>
                </a:moveTo>
                <a:cubicBezTo>
                  <a:pt x="133" y="338"/>
                  <a:pt x="133" y="338"/>
                  <a:pt x="133" y="338"/>
                </a:cubicBezTo>
                <a:cubicBezTo>
                  <a:pt x="133" y="320"/>
                  <a:pt x="133" y="320"/>
                  <a:pt x="133" y="320"/>
                </a:cubicBezTo>
                <a:cubicBezTo>
                  <a:pt x="58" y="320"/>
                  <a:pt x="58" y="320"/>
                  <a:pt x="58" y="320"/>
                </a:cubicBezTo>
                <a:lnTo>
                  <a:pt x="58" y="33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4" name="path 1584"/>
          <p:cNvSpPr/>
          <p:nvPr/>
        </p:nvSpPr>
        <p:spPr>
          <a:xfrm>
            <a:off x="2382139" y="6423659"/>
            <a:ext cx="359917" cy="396113"/>
          </a:xfrm>
          <a:custGeom>
            <a:avLst/>
            <a:gdLst/>
            <a:ahLst/>
            <a:cxnLst/>
            <a:rect l="0" t="0" r="0" b="0"/>
            <a:pathLst>
              <a:path w="566" h="623">
                <a:moveTo>
                  <a:pt x="283" y="245"/>
                </a:moveTo>
                <a:cubicBezTo>
                  <a:pt x="283" y="307"/>
                  <a:pt x="283" y="307"/>
                  <a:pt x="283" y="307"/>
                </a:cubicBezTo>
                <a:cubicBezTo>
                  <a:pt x="55" y="307"/>
                  <a:pt x="55" y="307"/>
                  <a:pt x="55" y="307"/>
                </a:cubicBezTo>
                <a:cubicBezTo>
                  <a:pt x="51" y="289"/>
                  <a:pt x="51" y="267"/>
                  <a:pt x="46" y="245"/>
                </a:cubicBezTo>
                <a:cubicBezTo>
                  <a:pt x="46" y="231"/>
                  <a:pt x="46" y="164"/>
                  <a:pt x="46" y="151"/>
                </a:cubicBezTo>
                <a:cubicBezTo>
                  <a:pt x="162" y="120"/>
                  <a:pt x="222" y="44"/>
                  <a:pt x="283" y="44"/>
                </a:cubicBezTo>
                <a:lnTo>
                  <a:pt x="283" y="245"/>
                </a:lnTo>
                <a:close/>
                <a:moveTo>
                  <a:pt x="283" y="574"/>
                </a:moveTo>
                <a:cubicBezTo>
                  <a:pt x="283" y="574"/>
                  <a:pt x="459" y="512"/>
                  <a:pt x="506" y="307"/>
                </a:cubicBezTo>
                <a:cubicBezTo>
                  <a:pt x="283" y="307"/>
                  <a:pt x="283" y="307"/>
                  <a:pt x="283" y="307"/>
                </a:cubicBezTo>
                <a:lnTo>
                  <a:pt x="283" y="574"/>
                </a:lnTo>
                <a:close/>
                <a:moveTo>
                  <a:pt x="566" y="124"/>
                </a:moveTo>
                <a:cubicBezTo>
                  <a:pt x="566" y="151"/>
                  <a:pt x="566" y="151"/>
                  <a:pt x="566" y="151"/>
                </a:cubicBezTo>
                <a:cubicBezTo>
                  <a:pt x="566" y="160"/>
                  <a:pt x="566" y="231"/>
                  <a:pt x="566" y="245"/>
                </a:cubicBezTo>
                <a:cubicBezTo>
                  <a:pt x="562" y="271"/>
                  <a:pt x="557" y="293"/>
                  <a:pt x="552" y="316"/>
                </a:cubicBezTo>
                <a:cubicBezTo>
                  <a:pt x="501" y="543"/>
                  <a:pt x="306" y="614"/>
                  <a:pt x="297" y="619"/>
                </a:cubicBezTo>
                <a:cubicBezTo>
                  <a:pt x="287" y="623"/>
                  <a:pt x="287" y="623"/>
                  <a:pt x="287" y="623"/>
                </a:cubicBezTo>
                <a:cubicBezTo>
                  <a:pt x="283" y="623"/>
                  <a:pt x="283" y="623"/>
                  <a:pt x="283" y="623"/>
                </a:cubicBezTo>
                <a:cubicBezTo>
                  <a:pt x="283" y="623"/>
                  <a:pt x="278" y="623"/>
                  <a:pt x="278" y="623"/>
                </a:cubicBezTo>
                <a:cubicBezTo>
                  <a:pt x="264" y="619"/>
                  <a:pt x="264" y="619"/>
                  <a:pt x="264" y="619"/>
                </a:cubicBezTo>
                <a:cubicBezTo>
                  <a:pt x="255" y="614"/>
                  <a:pt x="60" y="543"/>
                  <a:pt x="9" y="316"/>
                </a:cubicBezTo>
                <a:cubicBezTo>
                  <a:pt x="4" y="293"/>
                  <a:pt x="0" y="271"/>
                  <a:pt x="0" y="245"/>
                </a:cubicBezTo>
                <a:cubicBezTo>
                  <a:pt x="0" y="231"/>
                  <a:pt x="0" y="160"/>
                  <a:pt x="0" y="151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20"/>
                  <a:pt x="0" y="120"/>
                  <a:pt x="4" y="115"/>
                </a:cubicBezTo>
                <a:cubicBezTo>
                  <a:pt x="32" y="111"/>
                  <a:pt x="32" y="111"/>
                  <a:pt x="32" y="111"/>
                </a:cubicBezTo>
                <a:cubicBezTo>
                  <a:pt x="88" y="93"/>
                  <a:pt x="130" y="71"/>
                  <a:pt x="162" y="48"/>
                </a:cubicBezTo>
                <a:cubicBezTo>
                  <a:pt x="204" y="22"/>
                  <a:pt x="241" y="0"/>
                  <a:pt x="283" y="0"/>
                </a:cubicBezTo>
                <a:cubicBezTo>
                  <a:pt x="325" y="0"/>
                  <a:pt x="357" y="22"/>
                  <a:pt x="399" y="48"/>
                </a:cubicBezTo>
                <a:cubicBezTo>
                  <a:pt x="436" y="71"/>
                  <a:pt x="478" y="93"/>
                  <a:pt x="529" y="111"/>
                </a:cubicBezTo>
                <a:cubicBezTo>
                  <a:pt x="557" y="115"/>
                  <a:pt x="557" y="115"/>
                  <a:pt x="557" y="115"/>
                </a:cubicBezTo>
                <a:cubicBezTo>
                  <a:pt x="562" y="120"/>
                  <a:pt x="566" y="120"/>
                  <a:pt x="566" y="124"/>
                </a:cubicBezTo>
                <a:moveTo>
                  <a:pt x="543" y="133"/>
                </a:moveTo>
                <a:cubicBezTo>
                  <a:pt x="525" y="129"/>
                  <a:pt x="525" y="129"/>
                  <a:pt x="525" y="129"/>
                </a:cubicBezTo>
                <a:cubicBezTo>
                  <a:pt x="469" y="111"/>
                  <a:pt x="427" y="84"/>
                  <a:pt x="390" y="62"/>
                </a:cubicBezTo>
                <a:cubicBezTo>
                  <a:pt x="352" y="40"/>
                  <a:pt x="320" y="17"/>
                  <a:pt x="283" y="17"/>
                </a:cubicBezTo>
                <a:cubicBezTo>
                  <a:pt x="246" y="17"/>
                  <a:pt x="213" y="40"/>
                  <a:pt x="176" y="62"/>
                </a:cubicBezTo>
                <a:cubicBezTo>
                  <a:pt x="139" y="84"/>
                  <a:pt x="97" y="111"/>
                  <a:pt x="36" y="129"/>
                </a:cubicBezTo>
                <a:cubicBezTo>
                  <a:pt x="18" y="133"/>
                  <a:pt x="18" y="133"/>
                  <a:pt x="18" y="133"/>
                </a:cubicBezTo>
                <a:cubicBezTo>
                  <a:pt x="18" y="151"/>
                  <a:pt x="18" y="151"/>
                  <a:pt x="18" y="151"/>
                </a:cubicBezTo>
                <a:cubicBezTo>
                  <a:pt x="18" y="164"/>
                  <a:pt x="18" y="231"/>
                  <a:pt x="18" y="245"/>
                </a:cubicBezTo>
                <a:cubicBezTo>
                  <a:pt x="23" y="267"/>
                  <a:pt x="27" y="289"/>
                  <a:pt x="32" y="311"/>
                </a:cubicBezTo>
                <a:cubicBezTo>
                  <a:pt x="78" y="525"/>
                  <a:pt x="264" y="596"/>
                  <a:pt x="273" y="601"/>
                </a:cubicBezTo>
                <a:cubicBezTo>
                  <a:pt x="283" y="601"/>
                  <a:pt x="283" y="601"/>
                  <a:pt x="283" y="601"/>
                </a:cubicBezTo>
                <a:cubicBezTo>
                  <a:pt x="292" y="601"/>
                  <a:pt x="292" y="601"/>
                  <a:pt x="292" y="601"/>
                </a:cubicBezTo>
                <a:cubicBezTo>
                  <a:pt x="302" y="596"/>
                  <a:pt x="487" y="525"/>
                  <a:pt x="534" y="311"/>
                </a:cubicBezTo>
                <a:cubicBezTo>
                  <a:pt x="538" y="289"/>
                  <a:pt x="543" y="267"/>
                  <a:pt x="543" y="245"/>
                </a:cubicBezTo>
                <a:cubicBezTo>
                  <a:pt x="543" y="231"/>
                  <a:pt x="543" y="164"/>
                  <a:pt x="543" y="151"/>
                </a:cubicBezTo>
                <a:lnTo>
                  <a:pt x="543" y="1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6" name="textbox 1586"/>
          <p:cNvSpPr/>
          <p:nvPr/>
        </p:nvSpPr>
        <p:spPr>
          <a:xfrm>
            <a:off x="2258085" y="6840422"/>
            <a:ext cx="625475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1305" algn="l" rtl="0" eaLnBrk="0">
              <a:lnSpc>
                <a:spcPts val="385"/>
              </a:lnSpc>
            </a:pPr>
            <a:r>
              <a:rPr sz="300" kern="0" spc="5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10"/>
              </a:spcBef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보안 보장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88" name="path 1588"/>
          <p:cNvSpPr/>
          <p:nvPr/>
        </p:nvSpPr>
        <p:spPr>
          <a:xfrm>
            <a:off x="1386687" y="6478073"/>
            <a:ext cx="352450" cy="352113"/>
          </a:xfrm>
          <a:custGeom>
            <a:avLst/>
            <a:gdLst/>
            <a:ahLst/>
            <a:cxnLst/>
            <a:rect l="0" t="0" r="0" b="0"/>
            <a:pathLst>
              <a:path w="555" h="554">
                <a:moveTo>
                  <a:pt x="542" y="351"/>
                </a:moveTo>
                <a:cubicBezTo>
                  <a:pt x="440" y="419"/>
                  <a:pt x="440" y="419"/>
                  <a:pt x="440" y="419"/>
                </a:cubicBezTo>
                <a:cubicBezTo>
                  <a:pt x="428" y="427"/>
                  <a:pt x="402" y="419"/>
                  <a:pt x="406" y="398"/>
                </a:cubicBezTo>
                <a:cubicBezTo>
                  <a:pt x="415" y="355"/>
                  <a:pt x="373" y="309"/>
                  <a:pt x="322" y="343"/>
                </a:cubicBezTo>
                <a:cubicBezTo>
                  <a:pt x="267" y="381"/>
                  <a:pt x="305" y="440"/>
                  <a:pt x="335" y="440"/>
                </a:cubicBezTo>
                <a:cubicBezTo>
                  <a:pt x="373" y="440"/>
                  <a:pt x="351" y="478"/>
                  <a:pt x="351" y="478"/>
                </a:cubicBezTo>
                <a:cubicBezTo>
                  <a:pt x="250" y="546"/>
                  <a:pt x="250" y="546"/>
                  <a:pt x="250" y="546"/>
                </a:cubicBezTo>
                <a:cubicBezTo>
                  <a:pt x="241" y="554"/>
                  <a:pt x="225" y="550"/>
                  <a:pt x="220" y="541"/>
                </a:cubicBezTo>
                <a:cubicBezTo>
                  <a:pt x="144" y="431"/>
                  <a:pt x="144" y="431"/>
                  <a:pt x="144" y="431"/>
                </a:cubicBezTo>
                <a:cubicBezTo>
                  <a:pt x="132" y="427"/>
                  <a:pt x="119" y="427"/>
                  <a:pt x="119" y="453"/>
                </a:cubicBezTo>
                <a:cubicBezTo>
                  <a:pt x="115" y="482"/>
                  <a:pt x="55" y="520"/>
                  <a:pt x="22" y="465"/>
                </a:cubicBezTo>
                <a:cubicBezTo>
                  <a:pt x="-11" y="414"/>
                  <a:pt x="30" y="372"/>
                  <a:pt x="72" y="381"/>
                </a:cubicBezTo>
                <a:cubicBezTo>
                  <a:pt x="89" y="385"/>
                  <a:pt x="98" y="376"/>
                  <a:pt x="102" y="364"/>
                </a:cubicBezTo>
                <a:cubicBezTo>
                  <a:pt x="22" y="249"/>
                  <a:pt x="22" y="249"/>
                  <a:pt x="22" y="249"/>
                </a:cubicBezTo>
                <a:cubicBezTo>
                  <a:pt x="17" y="241"/>
                  <a:pt x="17" y="228"/>
                  <a:pt x="26" y="220"/>
                </a:cubicBezTo>
                <a:cubicBezTo>
                  <a:pt x="140" y="144"/>
                  <a:pt x="140" y="144"/>
                  <a:pt x="140" y="144"/>
                </a:cubicBezTo>
                <a:cubicBezTo>
                  <a:pt x="144" y="135"/>
                  <a:pt x="140" y="118"/>
                  <a:pt x="119" y="118"/>
                </a:cubicBezTo>
                <a:cubicBezTo>
                  <a:pt x="89" y="118"/>
                  <a:pt x="51" y="59"/>
                  <a:pt x="106" y="21"/>
                </a:cubicBezTo>
                <a:cubicBezTo>
                  <a:pt x="153" y="-12"/>
                  <a:pt x="199" y="34"/>
                  <a:pt x="191" y="76"/>
                </a:cubicBezTo>
                <a:cubicBezTo>
                  <a:pt x="187" y="89"/>
                  <a:pt x="195" y="97"/>
                  <a:pt x="203" y="101"/>
                </a:cubicBezTo>
                <a:cubicBezTo>
                  <a:pt x="318" y="25"/>
                  <a:pt x="318" y="25"/>
                  <a:pt x="318" y="25"/>
                </a:cubicBezTo>
                <a:cubicBezTo>
                  <a:pt x="330" y="17"/>
                  <a:pt x="343" y="21"/>
                  <a:pt x="347" y="29"/>
                </a:cubicBezTo>
                <a:cubicBezTo>
                  <a:pt x="419" y="131"/>
                  <a:pt x="419" y="131"/>
                  <a:pt x="419" y="131"/>
                </a:cubicBezTo>
                <a:cubicBezTo>
                  <a:pt x="428" y="144"/>
                  <a:pt x="419" y="169"/>
                  <a:pt x="394" y="165"/>
                </a:cubicBezTo>
                <a:cubicBezTo>
                  <a:pt x="351" y="152"/>
                  <a:pt x="309" y="199"/>
                  <a:pt x="339" y="245"/>
                </a:cubicBezTo>
                <a:cubicBezTo>
                  <a:pt x="377" y="300"/>
                  <a:pt x="436" y="262"/>
                  <a:pt x="436" y="232"/>
                </a:cubicBezTo>
                <a:cubicBezTo>
                  <a:pt x="440" y="194"/>
                  <a:pt x="478" y="220"/>
                  <a:pt x="478" y="220"/>
                </a:cubicBezTo>
                <a:cubicBezTo>
                  <a:pt x="546" y="321"/>
                  <a:pt x="546" y="321"/>
                  <a:pt x="546" y="321"/>
                </a:cubicBezTo>
                <a:cubicBezTo>
                  <a:pt x="555" y="330"/>
                  <a:pt x="550" y="343"/>
                  <a:pt x="542" y="351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0" name="path 1590"/>
          <p:cNvSpPr/>
          <p:nvPr/>
        </p:nvSpPr>
        <p:spPr>
          <a:xfrm>
            <a:off x="862838" y="5587619"/>
            <a:ext cx="323938" cy="324103"/>
          </a:xfrm>
          <a:custGeom>
            <a:avLst/>
            <a:gdLst/>
            <a:ahLst/>
            <a:cxnLst/>
            <a:rect l="0" t="0" r="0" b="0"/>
            <a:pathLst>
              <a:path w="510" h="510">
                <a:moveTo>
                  <a:pt x="491" y="79"/>
                </a:moveTo>
                <a:cubicBezTo>
                  <a:pt x="389" y="79"/>
                  <a:pt x="389" y="79"/>
                  <a:pt x="389" y="79"/>
                </a:cubicBezTo>
                <a:cubicBezTo>
                  <a:pt x="389" y="510"/>
                  <a:pt x="389" y="510"/>
                  <a:pt x="389" y="510"/>
                </a:cubicBezTo>
                <a:cubicBezTo>
                  <a:pt x="491" y="510"/>
                  <a:pt x="491" y="510"/>
                  <a:pt x="491" y="510"/>
                </a:cubicBezTo>
                <a:cubicBezTo>
                  <a:pt x="502" y="510"/>
                  <a:pt x="510" y="502"/>
                  <a:pt x="510" y="490"/>
                </a:cubicBezTo>
                <a:cubicBezTo>
                  <a:pt x="510" y="99"/>
                  <a:pt x="510" y="99"/>
                  <a:pt x="510" y="99"/>
                </a:cubicBezTo>
                <a:cubicBezTo>
                  <a:pt x="510" y="87"/>
                  <a:pt x="502" y="79"/>
                  <a:pt x="491" y="79"/>
                </a:cubicBezTo>
                <a:moveTo>
                  <a:pt x="444" y="466"/>
                </a:moveTo>
                <a:cubicBezTo>
                  <a:pt x="444" y="470"/>
                  <a:pt x="440" y="474"/>
                  <a:pt x="437" y="474"/>
                </a:cubicBezTo>
                <a:cubicBezTo>
                  <a:pt x="415" y="474"/>
                  <a:pt x="415" y="474"/>
                  <a:pt x="415" y="474"/>
                </a:cubicBezTo>
                <a:cubicBezTo>
                  <a:pt x="411" y="474"/>
                  <a:pt x="408" y="470"/>
                  <a:pt x="408" y="466"/>
                </a:cubicBezTo>
                <a:cubicBezTo>
                  <a:pt x="408" y="118"/>
                  <a:pt x="408" y="118"/>
                  <a:pt x="408" y="118"/>
                </a:cubicBezTo>
                <a:cubicBezTo>
                  <a:pt x="408" y="114"/>
                  <a:pt x="411" y="110"/>
                  <a:pt x="415" y="110"/>
                </a:cubicBezTo>
                <a:cubicBezTo>
                  <a:pt x="437" y="110"/>
                  <a:pt x="437" y="110"/>
                  <a:pt x="437" y="110"/>
                </a:cubicBezTo>
                <a:cubicBezTo>
                  <a:pt x="440" y="110"/>
                  <a:pt x="444" y="114"/>
                  <a:pt x="444" y="118"/>
                </a:cubicBezTo>
                <a:lnTo>
                  <a:pt x="444" y="466"/>
                </a:lnTo>
                <a:close/>
                <a:moveTo>
                  <a:pt x="491" y="466"/>
                </a:moveTo>
                <a:cubicBezTo>
                  <a:pt x="491" y="470"/>
                  <a:pt x="488" y="474"/>
                  <a:pt x="484" y="474"/>
                </a:cubicBezTo>
                <a:cubicBezTo>
                  <a:pt x="466" y="474"/>
                  <a:pt x="466" y="474"/>
                  <a:pt x="466" y="474"/>
                </a:cubicBezTo>
                <a:cubicBezTo>
                  <a:pt x="462" y="474"/>
                  <a:pt x="459" y="470"/>
                  <a:pt x="459" y="466"/>
                </a:cubicBezTo>
                <a:cubicBezTo>
                  <a:pt x="459" y="118"/>
                  <a:pt x="459" y="118"/>
                  <a:pt x="459" y="118"/>
                </a:cubicBezTo>
                <a:cubicBezTo>
                  <a:pt x="459" y="114"/>
                  <a:pt x="462" y="110"/>
                  <a:pt x="466" y="110"/>
                </a:cubicBezTo>
                <a:cubicBezTo>
                  <a:pt x="484" y="110"/>
                  <a:pt x="484" y="110"/>
                  <a:pt x="484" y="110"/>
                </a:cubicBezTo>
                <a:cubicBezTo>
                  <a:pt x="488" y="110"/>
                  <a:pt x="491" y="114"/>
                  <a:pt x="491" y="118"/>
                </a:cubicBezTo>
                <a:lnTo>
                  <a:pt x="491" y="466"/>
                </a:lnTo>
                <a:close/>
                <a:moveTo>
                  <a:pt x="0" y="67"/>
                </a:moveTo>
                <a:cubicBezTo>
                  <a:pt x="0" y="490"/>
                  <a:pt x="0" y="490"/>
                  <a:pt x="0" y="490"/>
                </a:cubicBezTo>
                <a:cubicBezTo>
                  <a:pt x="0" y="502"/>
                  <a:pt x="7" y="510"/>
                  <a:pt x="18" y="510"/>
                </a:cubicBezTo>
                <a:cubicBezTo>
                  <a:pt x="123" y="510"/>
                  <a:pt x="123" y="510"/>
                  <a:pt x="123" y="510"/>
                </a:cubicBezTo>
                <a:cubicBezTo>
                  <a:pt x="123" y="47"/>
                  <a:pt x="123" y="47"/>
                  <a:pt x="123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7" y="47"/>
                  <a:pt x="0" y="55"/>
                  <a:pt x="0" y="67"/>
                </a:cubicBezTo>
                <a:moveTo>
                  <a:pt x="69" y="87"/>
                </a:moveTo>
                <a:cubicBezTo>
                  <a:pt x="69" y="83"/>
                  <a:pt x="72" y="79"/>
                  <a:pt x="76" y="79"/>
                </a:cubicBezTo>
                <a:cubicBezTo>
                  <a:pt x="94" y="79"/>
                  <a:pt x="94" y="79"/>
                  <a:pt x="94" y="79"/>
                </a:cubicBezTo>
                <a:cubicBezTo>
                  <a:pt x="98" y="79"/>
                  <a:pt x="102" y="83"/>
                  <a:pt x="102" y="87"/>
                </a:cubicBezTo>
                <a:cubicBezTo>
                  <a:pt x="102" y="466"/>
                  <a:pt x="102" y="466"/>
                  <a:pt x="102" y="466"/>
                </a:cubicBezTo>
                <a:cubicBezTo>
                  <a:pt x="102" y="470"/>
                  <a:pt x="98" y="474"/>
                  <a:pt x="94" y="474"/>
                </a:cubicBezTo>
                <a:cubicBezTo>
                  <a:pt x="76" y="474"/>
                  <a:pt x="76" y="474"/>
                  <a:pt x="76" y="474"/>
                </a:cubicBezTo>
                <a:cubicBezTo>
                  <a:pt x="72" y="474"/>
                  <a:pt x="69" y="470"/>
                  <a:pt x="69" y="466"/>
                </a:cubicBezTo>
                <a:lnTo>
                  <a:pt x="69" y="87"/>
                </a:lnTo>
                <a:close/>
                <a:moveTo>
                  <a:pt x="25" y="79"/>
                </a:moveTo>
                <a:cubicBezTo>
                  <a:pt x="47" y="79"/>
                  <a:pt x="47" y="79"/>
                  <a:pt x="47" y="79"/>
                </a:cubicBezTo>
                <a:cubicBezTo>
                  <a:pt x="51" y="79"/>
                  <a:pt x="54" y="83"/>
                  <a:pt x="54" y="87"/>
                </a:cubicBezTo>
                <a:cubicBezTo>
                  <a:pt x="54" y="466"/>
                  <a:pt x="54" y="466"/>
                  <a:pt x="54" y="466"/>
                </a:cubicBezTo>
                <a:cubicBezTo>
                  <a:pt x="54" y="470"/>
                  <a:pt x="51" y="474"/>
                  <a:pt x="47" y="474"/>
                </a:cubicBezTo>
                <a:cubicBezTo>
                  <a:pt x="25" y="474"/>
                  <a:pt x="25" y="474"/>
                  <a:pt x="25" y="474"/>
                </a:cubicBezTo>
                <a:cubicBezTo>
                  <a:pt x="21" y="474"/>
                  <a:pt x="18" y="470"/>
                  <a:pt x="18" y="466"/>
                </a:cubicBezTo>
                <a:cubicBezTo>
                  <a:pt x="18" y="87"/>
                  <a:pt x="18" y="87"/>
                  <a:pt x="18" y="87"/>
                </a:cubicBezTo>
                <a:cubicBezTo>
                  <a:pt x="18" y="83"/>
                  <a:pt x="21" y="79"/>
                  <a:pt x="25" y="79"/>
                </a:cubicBezTo>
                <a:moveTo>
                  <a:pt x="360" y="0"/>
                </a:moveTo>
                <a:cubicBezTo>
                  <a:pt x="149" y="0"/>
                  <a:pt x="149" y="0"/>
                  <a:pt x="149" y="0"/>
                </a:cubicBezTo>
                <a:cubicBezTo>
                  <a:pt x="138" y="0"/>
                  <a:pt x="131" y="7"/>
                  <a:pt x="131" y="19"/>
                </a:cubicBezTo>
                <a:cubicBezTo>
                  <a:pt x="131" y="490"/>
                  <a:pt x="131" y="490"/>
                  <a:pt x="131" y="490"/>
                </a:cubicBezTo>
                <a:cubicBezTo>
                  <a:pt x="131" y="502"/>
                  <a:pt x="138" y="510"/>
                  <a:pt x="149" y="510"/>
                </a:cubicBezTo>
                <a:cubicBezTo>
                  <a:pt x="214" y="510"/>
                  <a:pt x="214" y="510"/>
                  <a:pt x="214" y="510"/>
                </a:cubicBezTo>
                <a:cubicBezTo>
                  <a:pt x="214" y="435"/>
                  <a:pt x="214" y="435"/>
                  <a:pt x="214" y="435"/>
                </a:cubicBezTo>
                <a:cubicBezTo>
                  <a:pt x="214" y="435"/>
                  <a:pt x="218" y="431"/>
                  <a:pt x="218" y="431"/>
                </a:cubicBezTo>
                <a:cubicBezTo>
                  <a:pt x="291" y="431"/>
                  <a:pt x="291" y="431"/>
                  <a:pt x="291" y="431"/>
                </a:cubicBezTo>
                <a:cubicBezTo>
                  <a:pt x="295" y="431"/>
                  <a:pt x="295" y="435"/>
                  <a:pt x="295" y="435"/>
                </a:cubicBezTo>
                <a:cubicBezTo>
                  <a:pt x="295" y="510"/>
                  <a:pt x="295" y="510"/>
                  <a:pt x="295" y="510"/>
                </a:cubicBezTo>
                <a:cubicBezTo>
                  <a:pt x="360" y="510"/>
                  <a:pt x="360" y="510"/>
                  <a:pt x="360" y="510"/>
                </a:cubicBezTo>
                <a:cubicBezTo>
                  <a:pt x="371" y="510"/>
                  <a:pt x="378" y="502"/>
                  <a:pt x="378" y="490"/>
                </a:cubicBezTo>
                <a:cubicBezTo>
                  <a:pt x="378" y="19"/>
                  <a:pt x="378" y="19"/>
                  <a:pt x="378" y="19"/>
                </a:cubicBezTo>
                <a:cubicBezTo>
                  <a:pt x="378" y="7"/>
                  <a:pt x="371" y="0"/>
                  <a:pt x="360" y="0"/>
                </a:cubicBezTo>
                <a:moveTo>
                  <a:pt x="189" y="407"/>
                </a:moveTo>
                <a:cubicBezTo>
                  <a:pt x="189" y="411"/>
                  <a:pt x="185" y="415"/>
                  <a:pt x="182" y="415"/>
                </a:cubicBezTo>
                <a:cubicBezTo>
                  <a:pt x="160" y="415"/>
                  <a:pt x="160" y="415"/>
                  <a:pt x="160" y="415"/>
                </a:cubicBezTo>
                <a:cubicBezTo>
                  <a:pt x="156" y="415"/>
                  <a:pt x="153" y="411"/>
                  <a:pt x="153" y="407"/>
                </a:cubicBezTo>
                <a:cubicBezTo>
                  <a:pt x="153" y="59"/>
                  <a:pt x="153" y="59"/>
                  <a:pt x="153" y="59"/>
                </a:cubicBezTo>
                <a:cubicBezTo>
                  <a:pt x="153" y="55"/>
                  <a:pt x="156" y="51"/>
                  <a:pt x="160" y="51"/>
                </a:cubicBezTo>
                <a:cubicBezTo>
                  <a:pt x="182" y="51"/>
                  <a:pt x="182" y="51"/>
                  <a:pt x="182" y="51"/>
                </a:cubicBezTo>
                <a:cubicBezTo>
                  <a:pt x="185" y="51"/>
                  <a:pt x="189" y="55"/>
                  <a:pt x="189" y="59"/>
                </a:cubicBezTo>
                <a:lnTo>
                  <a:pt x="189" y="407"/>
                </a:lnTo>
                <a:close/>
                <a:moveTo>
                  <a:pt x="244" y="407"/>
                </a:moveTo>
                <a:cubicBezTo>
                  <a:pt x="244" y="411"/>
                  <a:pt x="240" y="415"/>
                  <a:pt x="236" y="415"/>
                </a:cubicBezTo>
                <a:cubicBezTo>
                  <a:pt x="218" y="415"/>
                  <a:pt x="218" y="415"/>
                  <a:pt x="218" y="415"/>
                </a:cubicBezTo>
                <a:cubicBezTo>
                  <a:pt x="214" y="415"/>
                  <a:pt x="211" y="411"/>
                  <a:pt x="211" y="407"/>
                </a:cubicBezTo>
                <a:cubicBezTo>
                  <a:pt x="211" y="59"/>
                  <a:pt x="211" y="59"/>
                  <a:pt x="211" y="59"/>
                </a:cubicBezTo>
                <a:cubicBezTo>
                  <a:pt x="211" y="55"/>
                  <a:pt x="214" y="51"/>
                  <a:pt x="218" y="51"/>
                </a:cubicBezTo>
                <a:cubicBezTo>
                  <a:pt x="236" y="51"/>
                  <a:pt x="236" y="51"/>
                  <a:pt x="236" y="51"/>
                </a:cubicBezTo>
                <a:cubicBezTo>
                  <a:pt x="240" y="51"/>
                  <a:pt x="244" y="55"/>
                  <a:pt x="244" y="59"/>
                </a:cubicBezTo>
                <a:lnTo>
                  <a:pt x="244" y="407"/>
                </a:lnTo>
                <a:close/>
                <a:moveTo>
                  <a:pt x="302" y="407"/>
                </a:moveTo>
                <a:cubicBezTo>
                  <a:pt x="302" y="411"/>
                  <a:pt x="298" y="415"/>
                  <a:pt x="291" y="415"/>
                </a:cubicBezTo>
                <a:cubicBezTo>
                  <a:pt x="273" y="415"/>
                  <a:pt x="273" y="415"/>
                  <a:pt x="273" y="415"/>
                </a:cubicBezTo>
                <a:cubicBezTo>
                  <a:pt x="269" y="415"/>
                  <a:pt x="265" y="411"/>
                  <a:pt x="265" y="407"/>
                </a:cubicBezTo>
                <a:cubicBezTo>
                  <a:pt x="265" y="59"/>
                  <a:pt x="265" y="59"/>
                  <a:pt x="265" y="59"/>
                </a:cubicBezTo>
                <a:cubicBezTo>
                  <a:pt x="265" y="55"/>
                  <a:pt x="269" y="51"/>
                  <a:pt x="273" y="51"/>
                </a:cubicBezTo>
                <a:cubicBezTo>
                  <a:pt x="291" y="51"/>
                  <a:pt x="291" y="51"/>
                  <a:pt x="291" y="51"/>
                </a:cubicBezTo>
                <a:cubicBezTo>
                  <a:pt x="298" y="51"/>
                  <a:pt x="302" y="55"/>
                  <a:pt x="302" y="59"/>
                </a:cubicBezTo>
                <a:lnTo>
                  <a:pt x="302" y="407"/>
                </a:lnTo>
                <a:close/>
                <a:moveTo>
                  <a:pt x="357" y="407"/>
                </a:moveTo>
                <a:cubicBezTo>
                  <a:pt x="357" y="411"/>
                  <a:pt x="353" y="415"/>
                  <a:pt x="349" y="415"/>
                </a:cubicBezTo>
                <a:cubicBezTo>
                  <a:pt x="331" y="415"/>
                  <a:pt x="331" y="415"/>
                  <a:pt x="331" y="415"/>
                </a:cubicBezTo>
                <a:cubicBezTo>
                  <a:pt x="324" y="415"/>
                  <a:pt x="320" y="411"/>
                  <a:pt x="320" y="407"/>
                </a:cubicBezTo>
                <a:cubicBezTo>
                  <a:pt x="320" y="59"/>
                  <a:pt x="320" y="59"/>
                  <a:pt x="320" y="59"/>
                </a:cubicBezTo>
                <a:cubicBezTo>
                  <a:pt x="320" y="55"/>
                  <a:pt x="324" y="51"/>
                  <a:pt x="331" y="51"/>
                </a:cubicBezTo>
                <a:cubicBezTo>
                  <a:pt x="349" y="51"/>
                  <a:pt x="349" y="51"/>
                  <a:pt x="349" y="51"/>
                </a:cubicBezTo>
                <a:cubicBezTo>
                  <a:pt x="353" y="51"/>
                  <a:pt x="357" y="55"/>
                  <a:pt x="357" y="59"/>
                </a:cubicBezTo>
                <a:lnTo>
                  <a:pt x="357" y="40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2" name="textbox 1592"/>
          <p:cNvSpPr/>
          <p:nvPr/>
        </p:nvSpPr>
        <p:spPr>
          <a:xfrm>
            <a:off x="711047" y="5989701"/>
            <a:ext cx="63055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모듈 완비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94" name="path 1594"/>
          <p:cNvSpPr/>
          <p:nvPr/>
        </p:nvSpPr>
        <p:spPr>
          <a:xfrm>
            <a:off x="1956942" y="5569330"/>
            <a:ext cx="251967" cy="360171"/>
          </a:xfrm>
          <a:custGeom>
            <a:avLst/>
            <a:gdLst/>
            <a:ahLst/>
            <a:cxnLst/>
            <a:rect l="0" t="0" r="0" b="0"/>
            <a:pathLst>
              <a:path w="396" h="567">
                <a:moveTo>
                  <a:pt x="396" y="371"/>
                </a:moveTo>
                <a:cubicBezTo>
                  <a:pt x="396" y="500"/>
                  <a:pt x="396" y="500"/>
                  <a:pt x="396" y="500"/>
                </a:cubicBezTo>
                <a:cubicBezTo>
                  <a:pt x="396" y="537"/>
                  <a:pt x="366" y="567"/>
                  <a:pt x="328" y="567"/>
                </a:cubicBezTo>
                <a:cubicBezTo>
                  <a:pt x="204" y="567"/>
                  <a:pt x="204" y="567"/>
                  <a:pt x="204" y="567"/>
                </a:cubicBezTo>
                <a:cubicBezTo>
                  <a:pt x="183" y="567"/>
                  <a:pt x="166" y="558"/>
                  <a:pt x="153" y="546"/>
                </a:cubicBezTo>
                <a:cubicBezTo>
                  <a:pt x="21" y="417"/>
                  <a:pt x="21" y="417"/>
                  <a:pt x="21" y="417"/>
                </a:cubicBezTo>
                <a:cubicBezTo>
                  <a:pt x="8" y="404"/>
                  <a:pt x="8" y="392"/>
                  <a:pt x="21" y="379"/>
                </a:cubicBezTo>
                <a:cubicBezTo>
                  <a:pt x="29" y="371"/>
                  <a:pt x="29" y="371"/>
                  <a:pt x="29" y="371"/>
                </a:cubicBezTo>
                <a:cubicBezTo>
                  <a:pt x="34" y="367"/>
                  <a:pt x="42" y="362"/>
                  <a:pt x="46" y="362"/>
                </a:cubicBezTo>
                <a:cubicBezTo>
                  <a:pt x="55" y="362"/>
                  <a:pt x="59" y="367"/>
                  <a:pt x="63" y="371"/>
                </a:cubicBezTo>
                <a:cubicBezTo>
                  <a:pt x="136" y="437"/>
                  <a:pt x="136" y="437"/>
                  <a:pt x="136" y="437"/>
                </a:cubicBezTo>
                <a:cubicBezTo>
                  <a:pt x="136" y="183"/>
                  <a:pt x="136" y="183"/>
                  <a:pt x="136" y="183"/>
                </a:cubicBezTo>
                <a:cubicBezTo>
                  <a:pt x="136" y="166"/>
                  <a:pt x="145" y="158"/>
                  <a:pt x="162" y="158"/>
                </a:cubicBezTo>
                <a:cubicBezTo>
                  <a:pt x="170" y="158"/>
                  <a:pt x="170" y="158"/>
                  <a:pt x="170" y="158"/>
                </a:cubicBezTo>
                <a:cubicBezTo>
                  <a:pt x="183" y="158"/>
                  <a:pt x="196" y="166"/>
                  <a:pt x="196" y="183"/>
                </a:cubicBezTo>
                <a:cubicBezTo>
                  <a:pt x="196" y="325"/>
                  <a:pt x="196" y="325"/>
                  <a:pt x="196" y="325"/>
                </a:cubicBezTo>
                <a:cubicBezTo>
                  <a:pt x="204" y="321"/>
                  <a:pt x="204" y="321"/>
                  <a:pt x="204" y="321"/>
                </a:cubicBezTo>
                <a:cubicBezTo>
                  <a:pt x="213" y="321"/>
                  <a:pt x="217" y="321"/>
                  <a:pt x="221" y="321"/>
                </a:cubicBezTo>
                <a:cubicBezTo>
                  <a:pt x="243" y="321"/>
                  <a:pt x="251" y="325"/>
                  <a:pt x="251" y="325"/>
                </a:cubicBezTo>
                <a:cubicBezTo>
                  <a:pt x="256" y="325"/>
                  <a:pt x="256" y="325"/>
                  <a:pt x="256" y="325"/>
                </a:cubicBezTo>
                <a:cubicBezTo>
                  <a:pt x="256" y="346"/>
                  <a:pt x="256" y="346"/>
                  <a:pt x="256" y="346"/>
                </a:cubicBezTo>
                <a:cubicBezTo>
                  <a:pt x="256" y="346"/>
                  <a:pt x="256" y="350"/>
                  <a:pt x="260" y="350"/>
                </a:cubicBezTo>
                <a:cubicBezTo>
                  <a:pt x="260" y="350"/>
                  <a:pt x="264" y="346"/>
                  <a:pt x="264" y="346"/>
                </a:cubicBezTo>
                <a:cubicBezTo>
                  <a:pt x="264" y="325"/>
                  <a:pt x="264" y="325"/>
                  <a:pt x="264" y="325"/>
                </a:cubicBezTo>
                <a:cubicBezTo>
                  <a:pt x="264" y="325"/>
                  <a:pt x="268" y="325"/>
                  <a:pt x="277" y="325"/>
                </a:cubicBezTo>
                <a:cubicBezTo>
                  <a:pt x="285" y="325"/>
                  <a:pt x="298" y="329"/>
                  <a:pt x="307" y="333"/>
                </a:cubicBezTo>
                <a:cubicBezTo>
                  <a:pt x="307" y="333"/>
                  <a:pt x="307" y="333"/>
                  <a:pt x="307" y="333"/>
                </a:cubicBezTo>
                <a:cubicBezTo>
                  <a:pt x="307" y="354"/>
                  <a:pt x="307" y="354"/>
                  <a:pt x="307" y="354"/>
                </a:cubicBezTo>
                <a:cubicBezTo>
                  <a:pt x="307" y="354"/>
                  <a:pt x="311" y="358"/>
                  <a:pt x="311" y="358"/>
                </a:cubicBezTo>
                <a:cubicBezTo>
                  <a:pt x="315" y="358"/>
                  <a:pt x="320" y="354"/>
                  <a:pt x="320" y="354"/>
                </a:cubicBezTo>
                <a:cubicBezTo>
                  <a:pt x="320" y="329"/>
                  <a:pt x="320" y="329"/>
                  <a:pt x="320" y="329"/>
                </a:cubicBezTo>
                <a:cubicBezTo>
                  <a:pt x="320" y="329"/>
                  <a:pt x="324" y="329"/>
                  <a:pt x="328" y="329"/>
                </a:cubicBezTo>
                <a:cubicBezTo>
                  <a:pt x="345" y="329"/>
                  <a:pt x="358" y="337"/>
                  <a:pt x="358" y="337"/>
                </a:cubicBezTo>
                <a:cubicBezTo>
                  <a:pt x="358" y="337"/>
                  <a:pt x="358" y="337"/>
                  <a:pt x="358" y="337"/>
                </a:cubicBezTo>
                <a:cubicBezTo>
                  <a:pt x="362" y="337"/>
                  <a:pt x="362" y="337"/>
                  <a:pt x="362" y="337"/>
                </a:cubicBezTo>
                <a:cubicBezTo>
                  <a:pt x="362" y="337"/>
                  <a:pt x="362" y="337"/>
                  <a:pt x="362" y="337"/>
                </a:cubicBezTo>
                <a:cubicBezTo>
                  <a:pt x="362" y="358"/>
                  <a:pt x="362" y="358"/>
                  <a:pt x="362" y="358"/>
                </a:cubicBezTo>
                <a:cubicBezTo>
                  <a:pt x="362" y="362"/>
                  <a:pt x="362" y="362"/>
                  <a:pt x="366" y="362"/>
                </a:cubicBezTo>
                <a:cubicBezTo>
                  <a:pt x="371" y="362"/>
                  <a:pt x="371" y="362"/>
                  <a:pt x="371" y="358"/>
                </a:cubicBezTo>
                <a:cubicBezTo>
                  <a:pt x="371" y="337"/>
                  <a:pt x="371" y="337"/>
                  <a:pt x="371" y="337"/>
                </a:cubicBezTo>
                <a:cubicBezTo>
                  <a:pt x="392" y="346"/>
                  <a:pt x="396" y="358"/>
                  <a:pt x="396" y="371"/>
                </a:cubicBezTo>
                <a:moveTo>
                  <a:pt x="243" y="162"/>
                </a:moveTo>
                <a:cubicBezTo>
                  <a:pt x="243" y="116"/>
                  <a:pt x="208" y="79"/>
                  <a:pt x="162" y="79"/>
                </a:cubicBezTo>
                <a:cubicBezTo>
                  <a:pt x="115" y="79"/>
                  <a:pt x="76" y="116"/>
                  <a:pt x="76" y="162"/>
                </a:cubicBezTo>
                <a:cubicBezTo>
                  <a:pt x="76" y="183"/>
                  <a:pt x="89" y="204"/>
                  <a:pt x="106" y="221"/>
                </a:cubicBezTo>
                <a:cubicBezTo>
                  <a:pt x="106" y="183"/>
                  <a:pt x="106" y="183"/>
                  <a:pt x="106" y="183"/>
                </a:cubicBezTo>
                <a:cubicBezTo>
                  <a:pt x="106" y="154"/>
                  <a:pt x="127" y="129"/>
                  <a:pt x="162" y="129"/>
                </a:cubicBezTo>
                <a:cubicBezTo>
                  <a:pt x="170" y="129"/>
                  <a:pt x="170" y="129"/>
                  <a:pt x="170" y="129"/>
                </a:cubicBezTo>
                <a:cubicBezTo>
                  <a:pt x="200" y="129"/>
                  <a:pt x="226" y="154"/>
                  <a:pt x="226" y="183"/>
                </a:cubicBezTo>
                <a:cubicBezTo>
                  <a:pt x="226" y="212"/>
                  <a:pt x="226" y="212"/>
                  <a:pt x="226" y="212"/>
                </a:cubicBezTo>
                <a:cubicBezTo>
                  <a:pt x="238" y="200"/>
                  <a:pt x="243" y="179"/>
                  <a:pt x="243" y="162"/>
                </a:cubicBezTo>
                <a:moveTo>
                  <a:pt x="106" y="308"/>
                </a:moveTo>
                <a:cubicBezTo>
                  <a:pt x="106" y="271"/>
                  <a:pt x="106" y="271"/>
                  <a:pt x="106" y="271"/>
                </a:cubicBezTo>
                <a:cubicBezTo>
                  <a:pt x="63" y="250"/>
                  <a:pt x="38" y="208"/>
                  <a:pt x="38" y="162"/>
                </a:cubicBezTo>
                <a:cubicBezTo>
                  <a:pt x="38" y="91"/>
                  <a:pt x="93" y="37"/>
                  <a:pt x="162" y="37"/>
                </a:cubicBezTo>
                <a:cubicBezTo>
                  <a:pt x="230" y="37"/>
                  <a:pt x="285" y="91"/>
                  <a:pt x="285" y="162"/>
                </a:cubicBezTo>
                <a:cubicBezTo>
                  <a:pt x="285" y="204"/>
                  <a:pt x="260" y="241"/>
                  <a:pt x="226" y="267"/>
                </a:cubicBezTo>
                <a:cubicBezTo>
                  <a:pt x="226" y="292"/>
                  <a:pt x="226" y="292"/>
                  <a:pt x="226" y="292"/>
                </a:cubicBezTo>
                <a:cubicBezTo>
                  <a:pt x="234" y="292"/>
                  <a:pt x="243" y="292"/>
                  <a:pt x="247" y="295"/>
                </a:cubicBezTo>
                <a:cubicBezTo>
                  <a:pt x="294" y="267"/>
                  <a:pt x="324" y="216"/>
                  <a:pt x="324" y="162"/>
                </a:cubicBezTo>
                <a:cubicBezTo>
                  <a:pt x="324" y="71"/>
                  <a:pt x="251" y="0"/>
                  <a:pt x="162" y="0"/>
                </a:cubicBezTo>
                <a:cubicBezTo>
                  <a:pt x="72" y="0"/>
                  <a:pt x="0" y="71"/>
                  <a:pt x="0" y="162"/>
                </a:cubicBezTo>
                <a:cubicBezTo>
                  <a:pt x="0" y="229"/>
                  <a:pt x="42" y="287"/>
                  <a:pt x="106" y="308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6" name="path 1596"/>
          <p:cNvSpPr/>
          <p:nvPr/>
        </p:nvSpPr>
        <p:spPr>
          <a:xfrm>
            <a:off x="393700" y="1296987"/>
            <a:ext cx="3170301" cy="9525"/>
          </a:xfrm>
          <a:custGeom>
            <a:avLst/>
            <a:gdLst/>
            <a:ahLst/>
            <a:cxnLst/>
            <a:rect l="0" t="0" r="0" b="0"/>
            <a:pathLst>
              <a:path w="4992" h="15">
                <a:moveTo>
                  <a:pt x="0" y="7"/>
                </a:moveTo>
                <a:lnTo>
                  <a:pt x="4992" y="7"/>
                </a:lnTo>
              </a:path>
            </a:pathLst>
          </a:custGeom>
          <a:noFill/>
          <a:ln w="9525" cap="flat">
            <a:solidFill>
              <a:srgbClr val="7F7F7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730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8" name="picture 15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068800" cy="9601197"/>
          </a:xfrm>
          <a:prstGeom prst="rect">
            <a:avLst/>
          </a:prstGeom>
        </p:spPr>
      </p:pic>
      <p:pic>
        <p:nvPicPr>
          <p:cNvPr id="1600" name="picture 16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91615" y="5856343"/>
            <a:ext cx="8399335" cy="3426967"/>
          </a:xfrm>
          <a:prstGeom prst="rect">
            <a:avLst/>
          </a:prstGeom>
        </p:spPr>
      </p:pic>
      <p:sp>
        <p:nvSpPr>
          <p:cNvPr id="1602" name="textbox 1602"/>
          <p:cNvSpPr/>
          <p:nvPr/>
        </p:nvSpPr>
        <p:spPr>
          <a:xfrm>
            <a:off x="385521" y="1480184"/>
            <a:ext cx="3165475" cy="2395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175" algn="l" rtl="0" eaLnBrk="0">
              <a:lnSpc>
                <a:spcPct val="980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전체 금형 생산 프로세스에서 모더바오 스마트 제조 클라우드 플랫폼을 활용할 수 있으며, 다양한 업종·규모·발전 단계의 수요에 적합합니다.</a:t>
            </a:r>
            <a:endParaRPr sz="1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5570" algn="l" rtl="0" eaLnBrk="0">
              <a:lnSpc>
                <a:spcPct val="94000"/>
              </a:lnSpc>
              <a:spcBef>
                <a:spcPts val="725"/>
              </a:spcBef>
            </a:pPr>
            <a:r>
              <a:rPr sz="2400" b="1" kern="0" spc="-20" dirty="0">
                <a:solidFill>
                  <a:srgbClr val="FFC000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유연 자동화 가공 라인</a:t>
            </a:r>
            <a:endParaRPr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  <a:spcBef>
                <a:spcPts val="5"/>
              </a:spcBef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장시 정푸 자동차 부품 유한공사</a:t>
            </a:r>
            <a:endParaRPr sz="20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1604" name="picture 16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38971" y="3599307"/>
            <a:ext cx="2565527" cy="2015490"/>
          </a:xfrm>
          <a:prstGeom prst="rect">
            <a:avLst/>
          </a:prstGeom>
        </p:spPr>
      </p:pic>
      <p:pic>
        <p:nvPicPr>
          <p:cNvPr id="1606" name="picture 16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91691" y="5318632"/>
            <a:ext cx="1934844" cy="1976755"/>
          </a:xfrm>
          <a:prstGeom prst="rect">
            <a:avLst/>
          </a:prstGeom>
        </p:spPr>
      </p:pic>
      <p:graphicFrame>
        <p:nvGraphicFramePr>
          <p:cNvPr id="1608" name="table 1608"/>
          <p:cNvGraphicFramePr>
            <a:graphicFrameLocks noGrp="1"/>
          </p:cNvGraphicFramePr>
          <p:nvPr/>
        </p:nvGraphicFramePr>
        <p:xfrm>
          <a:off x="576262" y="8347075"/>
          <a:ext cx="2981325" cy="561975"/>
        </p:xfrm>
        <a:graphic>
          <a:graphicData uri="http://schemas.openxmlformats.org/drawingml/2006/table">
            <a:tbl>
              <a:tblPr/>
              <a:tblGrid>
                <a:gridCol w="298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330" indent="-287655" algn="l" rtl="0" eaLnBrk="0">
                        <a:lnSpc>
                          <a:spcPct val="105000"/>
                        </a:lnSpc>
                        <a:spcBef>
                          <a:spcPts val="5"/>
                        </a:spcBef>
                      </a:pP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모운(Mo-Cloud) 기반(</a:t>
                      </a:r>
                      <a:r>
                        <a:rPr sz="1500" b="1" kern="0" spc="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MES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sz="1500" b="1" kern="0" spc="23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금형</a:t>
                      </a:r>
                      <a:r>
                        <a:rPr sz="1500" b="1" kern="0" spc="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작업장 완전 디지털 생산 모델 구축</a:t>
                      </a:r>
                      <a:endParaRPr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10" name="textbox 1610"/>
          <p:cNvSpPr/>
          <p:nvPr/>
        </p:nvSpPr>
        <p:spPr>
          <a:xfrm>
            <a:off x="362510" y="497847"/>
            <a:ext cx="2463164" cy="734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모더바오(ModerBao)</a:t>
            </a:r>
            <a:endParaRPr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0955" algn="l" rtl="0" eaLnBrk="0">
              <a:lnSpc>
                <a:spcPct val="93000"/>
              </a:lnSpc>
              <a:spcBef>
                <a:spcPts val="19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스마트 제조 솔루션</a:t>
            </a:r>
            <a:endParaRPr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12" name="rect 1612"/>
          <p:cNvSpPr/>
          <p:nvPr/>
        </p:nvSpPr>
        <p:spPr>
          <a:xfrm>
            <a:off x="4181475" y="0"/>
            <a:ext cx="107950" cy="9601197"/>
          </a:xfrm>
          <a:prstGeom prst="rect">
            <a:avLst/>
          </a:prstGeom>
          <a:solidFill>
            <a:srgbClr val="000F3D">
              <a:alpha val="6470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14" name="picture 16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74420" y="5330316"/>
            <a:ext cx="930275" cy="1069213"/>
          </a:xfrm>
          <a:prstGeom prst="rect">
            <a:avLst/>
          </a:prstGeom>
        </p:spPr>
      </p:pic>
      <p:pic>
        <p:nvPicPr>
          <p:cNvPr id="1616" name="picture 16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91260" y="6226175"/>
            <a:ext cx="930199" cy="1069213"/>
          </a:xfrm>
          <a:prstGeom prst="rect">
            <a:avLst/>
          </a:prstGeom>
        </p:spPr>
      </p:pic>
      <p:grpSp>
        <p:nvGrpSpPr>
          <p:cNvPr id="58" name="group 58"/>
          <p:cNvGrpSpPr/>
          <p:nvPr/>
        </p:nvGrpSpPr>
        <p:grpSpPr>
          <a:xfrm rot="21600000">
            <a:off x="1091260" y="6226175"/>
            <a:ext cx="930199" cy="1069213"/>
            <a:chOff x="0" y="0"/>
            <a:chExt cx="930199" cy="1069213"/>
          </a:xfrm>
        </p:grpSpPr>
        <p:sp>
          <p:nvSpPr>
            <p:cNvPr id="1618" name="textbox 1618"/>
            <p:cNvSpPr/>
            <p:nvPr/>
          </p:nvSpPr>
          <p:spPr>
            <a:xfrm>
              <a:off x="-12700" y="-12700"/>
              <a:ext cx="955675" cy="1108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8115" algn="l" rtl="0" eaLnBrk="0">
                <a:lnSpc>
                  <a:spcPct val="94000"/>
                </a:lnSpc>
                <a:spcBef>
                  <a:spcPts val="5"/>
                </a:spcBef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유연한 설정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graphicFrame>
        <p:nvGraphicFramePr>
          <p:cNvPr id="1620" name="table 1620"/>
          <p:cNvGraphicFramePr>
            <a:graphicFrameLocks noGrp="1"/>
          </p:cNvGraphicFramePr>
          <p:nvPr/>
        </p:nvGraphicFramePr>
        <p:xfrm>
          <a:off x="577850" y="7983537"/>
          <a:ext cx="1428750" cy="280669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874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언제 어디서나 시스템 접근</a:t>
                      </a:r>
                      <a:endParaRPr sz="12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22" name="table 1622"/>
          <p:cNvGraphicFramePr>
            <a:graphicFrameLocks noGrp="1"/>
          </p:cNvGraphicFramePr>
          <p:nvPr/>
        </p:nvGraphicFramePr>
        <p:xfrm>
          <a:off x="2128901" y="7983537"/>
          <a:ext cx="1428750" cy="280669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93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높은 보안의 비즈니스 데이터</a:t>
                      </a:r>
                      <a:endParaRPr sz="12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24" name="table 1624"/>
          <p:cNvGraphicFramePr>
            <a:graphicFrameLocks noGrp="1"/>
          </p:cNvGraphicFramePr>
          <p:nvPr/>
        </p:nvGraphicFramePr>
        <p:xfrm>
          <a:off x="577850" y="7621523"/>
          <a:ext cx="1428750" cy="2794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986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더 짧은 도입 주기</a:t>
                      </a:r>
                      <a:endParaRPr sz="12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26" name="table 1626"/>
          <p:cNvGraphicFramePr>
            <a:graphicFrameLocks noGrp="1"/>
          </p:cNvGraphicFramePr>
          <p:nvPr/>
        </p:nvGraphicFramePr>
        <p:xfrm>
          <a:off x="2128901" y="7621523"/>
          <a:ext cx="1428750" cy="2794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796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편리한 시스템 운영·유지보수</a:t>
                      </a:r>
                      <a:endParaRPr sz="12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28" name="textbox 1628"/>
          <p:cNvSpPr/>
          <p:nvPr/>
        </p:nvSpPr>
        <p:spPr>
          <a:xfrm>
            <a:off x="1744141" y="5989701"/>
            <a:ext cx="1630045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편리한 조작</a:t>
            </a:r>
            <a:r>
              <a:rPr sz="1200" kern="0" spc="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전문 서비스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30" name="path 1630"/>
          <p:cNvSpPr/>
          <p:nvPr/>
        </p:nvSpPr>
        <p:spPr>
          <a:xfrm>
            <a:off x="2883154" y="5551042"/>
            <a:ext cx="359917" cy="396113"/>
          </a:xfrm>
          <a:custGeom>
            <a:avLst/>
            <a:gdLst/>
            <a:ahLst/>
            <a:cxnLst/>
            <a:rect l="0" t="0" r="0" b="0"/>
            <a:pathLst>
              <a:path w="566" h="623">
                <a:moveTo>
                  <a:pt x="62" y="307"/>
                </a:moveTo>
                <a:cubicBezTo>
                  <a:pt x="33" y="307"/>
                  <a:pt x="0" y="285"/>
                  <a:pt x="0" y="258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169"/>
                  <a:pt x="33" y="147"/>
                  <a:pt x="62" y="147"/>
                </a:cubicBezTo>
                <a:cubicBezTo>
                  <a:pt x="129" y="133"/>
                  <a:pt x="129" y="133"/>
                  <a:pt x="129" y="133"/>
                </a:cubicBezTo>
                <a:cubicBezTo>
                  <a:pt x="154" y="133"/>
                  <a:pt x="175" y="142"/>
                  <a:pt x="175" y="173"/>
                </a:cubicBezTo>
                <a:cubicBezTo>
                  <a:pt x="175" y="258"/>
                  <a:pt x="175" y="258"/>
                  <a:pt x="175" y="258"/>
                </a:cubicBezTo>
                <a:cubicBezTo>
                  <a:pt x="175" y="285"/>
                  <a:pt x="154" y="307"/>
                  <a:pt x="129" y="307"/>
                </a:cubicBezTo>
                <a:lnTo>
                  <a:pt x="62" y="307"/>
                </a:lnTo>
                <a:close/>
                <a:moveTo>
                  <a:pt x="441" y="26"/>
                </a:moveTo>
                <a:cubicBezTo>
                  <a:pt x="404" y="26"/>
                  <a:pt x="375" y="57"/>
                  <a:pt x="375" y="97"/>
                </a:cubicBezTo>
                <a:cubicBezTo>
                  <a:pt x="375" y="138"/>
                  <a:pt x="404" y="169"/>
                  <a:pt x="441" y="169"/>
                </a:cubicBezTo>
                <a:cubicBezTo>
                  <a:pt x="475" y="169"/>
                  <a:pt x="508" y="138"/>
                  <a:pt x="508" y="97"/>
                </a:cubicBezTo>
                <a:cubicBezTo>
                  <a:pt x="508" y="57"/>
                  <a:pt x="475" y="26"/>
                  <a:pt x="441" y="26"/>
                </a:cubicBezTo>
                <a:moveTo>
                  <a:pt x="350" y="165"/>
                </a:moveTo>
                <a:cubicBezTo>
                  <a:pt x="379" y="182"/>
                  <a:pt x="379" y="182"/>
                  <a:pt x="379" y="182"/>
                </a:cubicBezTo>
                <a:cubicBezTo>
                  <a:pt x="387" y="187"/>
                  <a:pt x="396" y="182"/>
                  <a:pt x="396" y="178"/>
                </a:cubicBezTo>
                <a:cubicBezTo>
                  <a:pt x="400" y="169"/>
                  <a:pt x="396" y="165"/>
                  <a:pt x="387" y="160"/>
                </a:cubicBezTo>
                <a:cubicBezTo>
                  <a:pt x="375" y="151"/>
                  <a:pt x="375" y="151"/>
                  <a:pt x="375" y="151"/>
                </a:cubicBezTo>
                <a:cubicBezTo>
                  <a:pt x="375" y="151"/>
                  <a:pt x="375" y="151"/>
                  <a:pt x="375" y="151"/>
                </a:cubicBezTo>
                <a:cubicBezTo>
                  <a:pt x="362" y="138"/>
                  <a:pt x="358" y="120"/>
                  <a:pt x="358" y="97"/>
                </a:cubicBezTo>
                <a:cubicBezTo>
                  <a:pt x="358" y="49"/>
                  <a:pt x="396" y="9"/>
                  <a:pt x="441" y="9"/>
                </a:cubicBezTo>
                <a:cubicBezTo>
                  <a:pt x="487" y="9"/>
                  <a:pt x="521" y="49"/>
                  <a:pt x="521" y="97"/>
                </a:cubicBezTo>
                <a:cubicBezTo>
                  <a:pt x="521" y="102"/>
                  <a:pt x="521" y="107"/>
                  <a:pt x="521" y="107"/>
                </a:cubicBezTo>
                <a:cubicBezTo>
                  <a:pt x="529" y="107"/>
                  <a:pt x="529" y="107"/>
                  <a:pt x="529" y="107"/>
                </a:cubicBezTo>
                <a:cubicBezTo>
                  <a:pt x="529" y="107"/>
                  <a:pt x="529" y="102"/>
                  <a:pt x="529" y="97"/>
                </a:cubicBezTo>
                <a:cubicBezTo>
                  <a:pt x="529" y="44"/>
                  <a:pt x="491" y="0"/>
                  <a:pt x="441" y="0"/>
                </a:cubicBezTo>
                <a:cubicBezTo>
                  <a:pt x="391" y="0"/>
                  <a:pt x="350" y="44"/>
                  <a:pt x="350" y="97"/>
                </a:cubicBezTo>
                <a:cubicBezTo>
                  <a:pt x="350" y="115"/>
                  <a:pt x="354" y="133"/>
                  <a:pt x="362" y="147"/>
                </a:cubicBezTo>
                <a:cubicBezTo>
                  <a:pt x="358" y="147"/>
                  <a:pt x="358" y="147"/>
                  <a:pt x="358" y="147"/>
                </a:cubicBezTo>
                <a:cubicBezTo>
                  <a:pt x="354" y="142"/>
                  <a:pt x="345" y="142"/>
                  <a:pt x="341" y="151"/>
                </a:cubicBezTo>
                <a:cubicBezTo>
                  <a:pt x="337" y="155"/>
                  <a:pt x="341" y="165"/>
                  <a:pt x="350" y="165"/>
                </a:cubicBezTo>
                <a:moveTo>
                  <a:pt x="533" y="267"/>
                </a:moveTo>
                <a:cubicBezTo>
                  <a:pt x="529" y="258"/>
                  <a:pt x="529" y="253"/>
                  <a:pt x="525" y="245"/>
                </a:cubicBezTo>
                <a:cubicBezTo>
                  <a:pt x="525" y="231"/>
                  <a:pt x="525" y="231"/>
                  <a:pt x="525" y="231"/>
                </a:cubicBezTo>
                <a:cubicBezTo>
                  <a:pt x="521" y="222"/>
                  <a:pt x="508" y="182"/>
                  <a:pt x="441" y="182"/>
                </a:cubicBezTo>
                <a:cubicBezTo>
                  <a:pt x="383" y="182"/>
                  <a:pt x="362" y="222"/>
                  <a:pt x="362" y="231"/>
                </a:cubicBezTo>
                <a:cubicBezTo>
                  <a:pt x="358" y="245"/>
                  <a:pt x="358" y="245"/>
                  <a:pt x="358" y="245"/>
                </a:cubicBezTo>
                <a:cubicBezTo>
                  <a:pt x="354" y="253"/>
                  <a:pt x="354" y="258"/>
                  <a:pt x="354" y="267"/>
                </a:cubicBezTo>
                <a:cubicBezTo>
                  <a:pt x="337" y="334"/>
                  <a:pt x="337" y="334"/>
                  <a:pt x="337" y="334"/>
                </a:cubicBezTo>
                <a:cubicBezTo>
                  <a:pt x="550" y="334"/>
                  <a:pt x="550" y="334"/>
                  <a:pt x="550" y="334"/>
                </a:cubicBezTo>
                <a:lnTo>
                  <a:pt x="533" y="267"/>
                </a:lnTo>
                <a:close/>
                <a:moveTo>
                  <a:pt x="566" y="347"/>
                </a:moveTo>
                <a:cubicBezTo>
                  <a:pt x="566" y="347"/>
                  <a:pt x="566" y="347"/>
                  <a:pt x="566" y="347"/>
                </a:cubicBezTo>
                <a:cubicBezTo>
                  <a:pt x="29" y="347"/>
                  <a:pt x="29" y="347"/>
                  <a:pt x="29" y="347"/>
                </a:cubicBezTo>
                <a:cubicBezTo>
                  <a:pt x="29" y="396"/>
                  <a:pt x="29" y="396"/>
                  <a:pt x="29" y="396"/>
                </a:cubicBezTo>
                <a:cubicBezTo>
                  <a:pt x="521" y="396"/>
                  <a:pt x="521" y="396"/>
                  <a:pt x="521" y="396"/>
                </a:cubicBezTo>
                <a:cubicBezTo>
                  <a:pt x="521" y="623"/>
                  <a:pt x="521" y="623"/>
                  <a:pt x="521" y="623"/>
                </a:cubicBezTo>
                <a:cubicBezTo>
                  <a:pt x="566" y="623"/>
                  <a:pt x="566" y="623"/>
                  <a:pt x="566" y="623"/>
                </a:cubicBezTo>
                <a:cubicBezTo>
                  <a:pt x="566" y="347"/>
                  <a:pt x="566" y="347"/>
                  <a:pt x="566" y="347"/>
                </a:cubicBezTo>
                <a:moveTo>
                  <a:pt x="162" y="334"/>
                </a:moveTo>
                <a:cubicBezTo>
                  <a:pt x="262" y="343"/>
                  <a:pt x="262" y="343"/>
                  <a:pt x="262" y="343"/>
                </a:cubicBezTo>
                <a:cubicBezTo>
                  <a:pt x="262" y="325"/>
                  <a:pt x="262" y="325"/>
                  <a:pt x="262" y="325"/>
                </a:cubicBezTo>
                <a:cubicBezTo>
                  <a:pt x="162" y="316"/>
                  <a:pt x="162" y="316"/>
                  <a:pt x="162" y="316"/>
                </a:cubicBezTo>
                <a:lnTo>
                  <a:pt x="162" y="334"/>
                </a:lnTo>
                <a:close/>
                <a:moveTo>
                  <a:pt x="58" y="338"/>
                </a:moveTo>
                <a:cubicBezTo>
                  <a:pt x="133" y="338"/>
                  <a:pt x="133" y="338"/>
                  <a:pt x="133" y="338"/>
                </a:cubicBezTo>
                <a:cubicBezTo>
                  <a:pt x="133" y="320"/>
                  <a:pt x="133" y="320"/>
                  <a:pt x="133" y="320"/>
                </a:cubicBezTo>
                <a:cubicBezTo>
                  <a:pt x="58" y="320"/>
                  <a:pt x="58" y="320"/>
                  <a:pt x="58" y="320"/>
                </a:cubicBezTo>
                <a:lnTo>
                  <a:pt x="58" y="33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2" name="path 1632"/>
          <p:cNvSpPr/>
          <p:nvPr/>
        </p:nvSpPr>
        <p:spPr>
          <a:xfrm>
            <a:off x="2382139" y="6423659"/>
            <a:ext cx="359917" cy="396113"/>
          </a:xfrm>
          <a:custGeom>
            <a:avLst/>
            <a:gdLst/>
            <a:ahLst/>
            <a:cxnLst/>
            <a:rect l="0" t="0" r="0" b="0"/>
            <a:pathLst>
              <a:path w="566" h="623">
                <a:moveTo>
                  <a:pt x="283" y="245"/>
                </a:moveTo>
                <a:cubicBezTo>
                  <a:pt x="283" y="307"/>
                  <a:pt x="283" y="307"/>
                  <a:pt x="283" y="307"/>
                </a:cubicBezTo>
                <a:cubicBezTo>
                  <a:pt x="55" y="307"/>
                  <a:pt x="55" y="307"/>
                  <a:pt x="55" y="307"/>
                </a:cubicBezTo>
                <a:cubicBezTo>
                  <a:pt x="51" y="289"/>
                  <a:pt x="51" y="267"/>
                  <a:pt x="46" y="245"/>
                </a:cubicBezTo>
                <a:cubicBezTo>
                  <a:pt x="46" y="231"/>
                  <a:pt x="46" y="164"/>
                  <a:pt x="46" y="151"/>
                </a:cubicBezTo>
                <a:cubicBezTo>
                  <a:pt x="162" y="120"/>
                  <a:pt x="222" y="44"/>
                  <a:pt x="283" y="44"/>
                </a:cubicBezTo>
                <a:lnTo>
                  <a:pt x="283" y="245"/>
                </a:lnTo>
                <a:close/>
                <a:moveTo>
                  <a:pt x="283" y="574"/>
                </a:moveTo>
                <a:cubicBezTo>
                  <a:pt x="283" y="574"/>
                  <a:pt x="459" y="512"/>
                  <a:pt x="506" y="307"/>
                </a:cubicBezTo>
                <a:cubicBezTo>
                  <a:pt x="283" y="307"/>
                  <a:pt x="283" y="307"/>
                  <a:pt x="283" y="307"/>
                </a:cubicBezTo>
                <a:lnTo>
                  <a:pt x="283" y="574"/>
                </a:lnTo>
                <a:close/>
                <a:moveTo>
                  <a:pt x="566" y="124"/>
                </a:moveTo>
                <a:cubicBezTo>
                  <a:pt x="566" y="151"/>
                  <a:pt x="566" y="151"/>
                  <a:pt x="566" y="151"/>
                </a:cubicBezTo>
                <a:cubicBezTo>
                  <a:pt x="566" y="160"/>
                  <a:pt x="566" y="231"/>
                  <a:pt x="566" y="245"/>
                </a:cubicBezTo>
                <a:cubicBezTo>
                  <a:pt x="562" y="271"/>
                  <a:pt x="557" y="293"/>
                  <a:pt x="552" y="316"/>
                </a:cubicBezTo>
                <a:cubicBezTo>
                  <a:pt x="501" y="543"/>
                  <a:pt x="306" y="614"/>
                  <a:pt x="297" y="619"/>
                </a:cubicBezTo>
                <a:cubicBezTo>
                  <a:pt x="287" y="623"/>
                  <a:pt x="287" y="623"/>
                  <a:pt x="287" y="623"/>
                </a:cubicBezTo>
                <a:cubicBezTo>
                  <a:pt x="283" y="623"/>
                  <a:pt x="283" y="623"/>
                  <a:pt x="283" y="623"/>
                </a:cubicBezTo>
                <a:cubicBezTo>
                  <a:pt x="283" y="623"/>
                  <a:pt x="278" y="623"/>
                  <a:pt x="278" y="623"/>
                </a:cubicBezTo>
                <a:cubicBezTo>
                  <a:pt x="264" y="619"/>
                  <a:pt x="264" y="619"/>
                  <a:pt x="264" y="619"/>
                </a:cubicBezTo>
                <a:cubicBezTo>
                  <a:pt x="255" y="614"/>
                  <a:pt x="60" y="543"/>
                  <a:pt x="9" y="316"/>
                </a:cubicBezTo>
                <a:cubicBezTo>
                  <a:pt x="4" y="293"/>
                  <a:pt x="0" y="271"/>
                  <a:pt x="0" y="245"/>
                </a:cubicBezTo>
                <a:cubicBezTo>
                  <a:pt x="0" y="231"/>
                  <a:pt x="0" y="160"/>
                  <a:pt x="0" y="151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20"/>
                  <a:pt x="0" y="120"/>
                  <a:pt x="4" y="115"/>
                </a:cubicBezTo>
                <a:cubicBezTo>
                  <a:pt x="32" y="111"/>
                  <a:pt x="32" y="111"/>
                  <a:pt x="32" y="111"/>
                </a:cubicBezTo>
                <a:cubicBezTo>
                  <a:pt x="88" y="93"/>
                  <a:pt x="130" y="71"/>
                  <a:pt x="162" y="48"/>
                </a:cubicBezTo>
                <a:cubicBezTo>
                  <a:pt x="204" y="22"/>
                  <a:pt x="241" y="0"/>
                  <a:pt x="283" y="0"/>
                </a:cubicBezTo>
                <a:cubicBezTo>
                  <a:pt x="325" y="0"/>
                  <a:pt x="357" y="22"/>
                  <a:pt x="399" y="48"/>
                </a:cubicBezTo>
                <a:cubicBezTo>
                  <a:pt x="436" y="71"/>
                  <a:pt x="478" y="93"/>
                  <a:pt x="529" y="111"/>
                </a:cubicBezTo>
                <a:cubicBezTo>
                  <a:pt x="557" y="115"/>
                  <a:pt x="557" y="115"/>
                  <a:pt x="557" y="115"/>
                </a:cubicBezTo>
                <a:cubicBezTo>
                  <a:pt x="562" y="120"/>
                  <a:pt x="566" y="120"/>
                  <a:pt x="566" y="124"/>
                </a:cubicBezTo>
                <a:moveTo>
                  <a:pt x="543" y="133"/>
                </a:moveTo>
                <a:cubicBezTo>
                  <a:pt x="525" y="129"/>
                  <a:pt x="525" y="129"/>
                  <a:pt x="525" y="129"/>
                </a:cubicBezTo>
                <a:cubicBezTo>
                  <a:pt x="469" y="111"/>
                  <a:pt x="427" y="84"/>
                  <a:pt x="390" y="62"/>
                </a:cubicBezTo>
                <a:cubicBezTo>
                  <a:pt x="352" y="40"/>
                  <a:pt x="320" y="17"/>
                  <a:pt x="283" y="17"/>
                </a:cubicBezTo>
                <a:cubicBezTo>
                  <a:pt x="246" y="17"/>
                  <a:pt x="213" y="40"/>
                  <a:pt x="176" y="62"/>
                </a:cubicBezTo>
                <a:cubicBezTo>
                  <a:pt x="139" y="84"/>
                  <a:pt x="97" y="111"/>
                  <a:pt x="36" y="129"/>
                </a:cubicBezTo>
                <a:cubicBezTo>
                  <a:pt x="18" y="133"/>
                  <a:pt x="18" y="133"/>
                  <a:pt x="18" y="133"/>
                </a:cubicBezTo>
                <a:cubicBezTo>
                  <a:pt x="18" y="151"/>
                  <a:pt x="18" y="151"/>
                  <a:pt x="18" y="151"/>
                </a:cubicBezTo>
                <a:cubicBezTo>
                  <a:pt x="18" y="164"/>
                  <a:pt x="18" y="231"/>
                  <a:pt x="18" y="245"/>
                </a:cubicBezTo>
                <a:cubicBezTo>
                  <a:pt x="23" y="267"/>
                  <a:pt x="27" y="289"/>
                  <a:pt x="32" y="311"/>
                </a:cubicBezTo>
                <a:cubicBezTo>
                  <a:pt x="78" y="525"/>
                  <a:pt x="264" y="596"/>
                  <a:pt x="273" y="601"/>
                </a:cubicBezTo>
                <a:cubicBezTo>
                  <a:pt x="283" y="601"/>
                  <a:pt x="283" y="601"/>
                  <a:pt x="283" y="601"/>
                </a:cubicBezTo>
                <a:cubicBezTo>
                  <a:pt x="292" y="601"/>
                  <a:pt x="292" y="601"/>
                  <a:pt x="292" y="601"/>
                </a:cubicBezTo>
                <a:cubicBezTo>
                  <a:pt x="302" y="596"/>
                  <a:pt x="487" y="525"/>
                  <a:pt x="534" y="311"/>
                </a:cubicBezTo>
                <a:cubicBezTo>
                  <a:pt x="538" y="289"/>
                  <a:pt x="543" y="267"/>
                  <a:pt x="543" y="245"/>
                </a:cubicBezTo>
                <a:cubicBezTo>
                  <a:pt x="543" y="231"/>
                  <a:pt x="543" y="164"/>
                  <a:pt x="543" y="151"/>
                </a:cubicBezTo>
                <a:lnTo>
                  <a:pt x="543" y="1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4" name="textbox 1634"/>
          <p:cNvSpPr/>
          <p:nvPr/>
        </p:nvSpPr>
        <p:spPr>
          <a:xfrm>
            <a:off x="2258085" y="6840422"/>
            <a:ext cx="625475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1305" algn="l" rtl="0" eaLnBrk="0">
              <a:lnSpc>
                <a:spcPts val="385"/>
              </a:lnSpc>
            </a:pPr>
            <a:r>
              <a:rPr sz="300" kern="0" spc="5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10"/>
              </a:spcBef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보안 보장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36" name="path 1636"/>
          <p:cNvSpPr/>
          <p:nvPr/>
        </p:nvSpPr>
        <p:spPr>
          <a:xfrm>
            <a:off x="1386687" y="6478073"/>
            <a:ext cx="352450" cy="352113"/>
          </a:xfrm>
          <a:custGeom>
            <a:avLst/>
            <a:gdLst/>
            <a:ahLst/>
            <a:cxnLst/>
            <a:rect l="0" t="0" r="0" b="0"/>
            <a:pathLst>
              <a:path w="555" h="554">
                <a:moveTo>
                  <a:pt x="542" y="351"/>
                </a:moveTo>
                <a:cubicBezTo>
                  <a:pt x="440" y="419"/>
                  <a:pt x="440" y="419"/>
                  <a:pt x="440" y="419"/>
                </a:cubicBezTo>
                <a:cubicBezTo>
                  <a:pt x="428" y="427"/>
                  <a:pt x="402" y="419"/>
                  <a:pt x="406" y="398"/>
                </a:cubicBezTo>
                <a:cubicBezTo>
                  <a:pt x="415" y="355"/>
                  <a:pt x="373" y="309"/>
                  <a:pt x="322" y="343"/>
                </a:cubicBezTo>
                <a:cubicBezTo>
                  <a:pt x="267" y="381"/>
                  <a:pt x="305" y="440"/>
                  <a:pt x="335" y="440"/>
                </a:cubicBezTo>
                <a:cubicBezTo>
                  <a:pt x="373" y="440"/>
                  <a:pt x="351" y="478"/>
                  <a:pt x="351" y="478"/>
                </a:cubicBezTo>
                <a:cubicBezTo>
                  <a:pt x="250" y="546"/>
                  <a:pt x="250" y="546"/>
                  <a:pt x="250" y="546"/>
                </a:cubicBezTo>
                <a:cubicBezTo>
                  <a:pt x="241" y="554"/>
                  <a:pt x="225" y="550"/>
                  <a:pt x="220" y="541"/>
                </a:cubicBezTo>
                <a:cubicBezTo>
                  <a:pt x="144" y="431"/>
                  <a:pt x="144" y="431"/>
                  <a:pt x="144" y="431"/>
                </a:cubicBezTo>
                <a:cubicBezTo>
                  <a:pt x="132" y="427"/>
                  <a:pt x="119" y="427"/>
                  <a:pt x="119" y="453"/>
                </a:cubicBezTo>
                <a:cubicBezTo>
                  <a:pt x="115" y="482"/>
                  <a:pt x="55" y="520"/>
                  <a:pt x="22" y="465"/>
                </a:cubicBezTo>
                <a:cubicBezTo>
                  <a:pt x="-11" y="414"/>
                  <a:pt x="30" y="372"/>
                  <a:pt x="72" y="381"/>
                </a:cubicBezTo>
                <a:cubicBezTo>
                  <a:pt x="89" y="385"/>
                  <a:pt x="98" y="376"/>
                  <a:pt x="102" y="364"/>
                </a:cubicBezTo>
                <a:cubicBezTo>
                  <a:pt x="22" y="249"/>
                  <a:pt x="22" y="249"/>
                  <a:pt x="22" y="249"/>
                </a:cubicBezTo>
                <a:cubicBezTo>
                  <a:pt x="17" y="241"/>
                  <a:pt x="17" y="228"/>
                  <a:pt x="26" y="220"/>
                </a:cubicBezTo>
                <a:cubicBezTo>
                  <a:pt x="140" y="144"/>
                  <a:pt x="140" y="144"/>
                  <a:pt x="140" y="144"/>
                </a:cubicBezTo>
                <a:cubicBezTo>
                  <a:pt x="144" y="135"/>
                  <a:pt x="140" y="118"/>
                  <a:pt x="119" y="118"/>
                </a:cubicBezTo>
                <a:cubicBezTo>
                  <a:pt x="89" y="118"/>
                  <a:pt x="51" y="59"/>
                  <a:pt x="106" y="21"/>
                </a:cubicBezTo>
                <a:cubicBezTo>
                  <a:pt x="153" y="-12"/>
                  <a:pt x="199" y="34"/>
                  <a:pt x="191" y="76"/>
                </a:cubicBezTo>
                <a:cubicBezTo>
                  <a:pt x="187" y="89"/>
                  <a:pt x="195" y="97"/>
                  <a:pt x="203" y="101"/>
                </a:cubicBezTo>
                <a:cubicBezTo>
                  <a:pt x="318" y="25"/>
                  <a:pt x="318" y="25"/>
                  <a:pt x="318" y="25"/>
                </a:cubicBezTo>
                <a:cubicBezTo>
                  <a:pt x="330" y="17"/>
                  <a:pt x="343" y="21"/>
                  <a:pt x="347" y="29"/>
                </a:cubicBezTo>
                <a:cubicBezTo>
                  <a:pt x="419" y="131"/>
                  <a:pt x="419" y="131"/>
                  <a:pt x="419" y="131"/>
                </a:cubicBezTo>
                <a:cubicBezTo>
                  <a:pt x="428" y="144"/>
                  <a:pt x="419" y="169"/>
                  <a:pt x="394" y="165"/>
                </a:cubicBezTo>
                <a:cubicBezTo>
                  <a:pt x="351" y="152"/>
                  <a:pt x="309" y="199"/>
                  <a:pt x="339" y="245"/>
                </a:cubicBezTo>
                <a:cubicBezTo>
                  <a:pt x="377" y="300"/>
                  <a:pt x="436" y="262"/>
                  <a:pt x="436" y="232"/>
                </a:cubicBezTo>
                <a:cubicBezTo>
                  <a:pt x="440" y="194"/>
                  <a:pt x="478" y="220"/>
                  <a:pt x="478" y="220"/>
                </a:cubicBezTo>
                <a:cubicBezTo>
                  <a:pt x="546" y="321"/>
                  <a:pt x="546" y="321"/>
                  <a:pt x="546" y="321"/>
                </a:cubicBezTo>
                <a:cubicBezTo>
                  <a:pt x="555" y="330"/>
                  <a:pt x="550" y="343"/>
                  <a:pt x="542" y="351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8" name="path 1638"/>
          <p:cNvSpPr/>
          <p:nvPr/>
        </p:nvSpPr>
        <p:spPr>
          <a:xfrm>
            <a:off x="862838" y="5587619"/>
            <a:ext cx="323938" cy="324103"/>
          </a:xfrm>
          <a:custGeom>
            <a:avLst/>
            <a:gdLst/>
            <a:ahLst/>
            <a:cxnLst/>
            <a:rect l="0" t="0" r="0" b="0"/>
            <a:pathLst>
              <a:path w="510" h="510">
                <a:moveTo>
                  <a:pt x="491" y="79"/>
                </a:moveTo>
                <a:cubicBezTo>
                  <a:pt x="389" y="79"/>
                  <a:pt x="389" y="79"/>
                  <a:pt x="389" y="79"/>
                </a:cubicBezTo>
                <a:cubicBezTo>
                  <a:pt x="389" y="510"/>
                  <a:pt x="389" y="510"/>
                  <a:pt x="389" y="510"/>
                </a:cubicBezTo>
                <a:cubicBezTo>
                  <a:pt x="491" y="510"/>
                  <a:pt x="491" y="510"/>
                  <a:pt x="491" y="510"/>
                </a:cubicBezTo>
                <a:cubicBezTo>
                  <a:pt x="502" y="510"/>
                  <a:pt x="510" y="502"/>
                  <a:pt x="510" y="490"/>
                </a:cubicBezTo>
                <a:cubicBezTo>
                  <a:pt x="510" y="99"/>
                  <a:pt x="510" y="99"/>
                  <a:pt x="510" y="99"/>
                </a:cubicBezTo>
                <a:cubicBezTo>
                  <a:pt x="510" y="87"/>
                  <a:pt x="502" y="79"/>
                  <a:pt x="491" y="79"/>
                </a:cubicBezTo>
                <a:moveTo>
                  <a:pt x="444" y="466"/>
                </a:moveTo>
                <a:cubicBezTo>
                  <a:pt x="444" y="470"/>
                  <a:pt x="440" y="474"/>
                  <a:pt x="437" y="474"/>
                </a:cubicBezTo>
                <a:cubicBezTo>
                  <a:pt x="415" y="474"/>
                  <a:pt x="415" y="474"/>
                  <a:pt x="415" y="474"/>
                </a:cubicBezTo>
                <a:cubicBezTo>
                  <a:pt x="411" y="474"/>
                  <a:pt x="408" y="470"/>
                  <a:pt x="408" y="466"/>
                </a:cubicBezTo>
                <a:cubicBezTo>
                  <a:pt x="408" y="118"/>
                  <a:pt x="408" y="118"/>
                  <a:pt x="408" y="118"/>
                </a:cubicBezTo>
                <a:cubicBezTo>
                  <a:pt x="408" y="114"/>
                  <a:pt x="411" y="110"/>
                  <a:pt x="415" y="110"/>
                </a:cubicBezTo>
                <a:cubicBezTo>
                  <a:pt x="437" y="110"/>
                  <a:pt x="437" y="110"/>
                  <a:pt x="437" y="110"/>
                </a:cubicBezTo>
                <a:cubicBezTo>
                  <a:pt x="440" y="110"/>
                  <a:pt x="444" y="114"/>
                  <a:pt x="444" y="118"/>
                </a:cubicBezTo>
                <a:lnTo>
                  <a:pt x="444" y="466"/>
                </a:lnTo>
                <a:close/>
                <a:moveTo>
                  <a:pt x="491" y="466"/>
                </a:moveTo>
                <a:cubicBezTo>
                  <a:pt x="491" y="470"/>
                  <a:pt x="488" y="474"/>
                  <a:pt x="484" y="474"/>
                </a:cubicBezTo>
                <a:cubicBezTo>
                  <a:pt x="466" y="474"/>
                  <a:pt x="466" y="474"/>
                  <a:pt x="466" y="474"/>
                </a:cubicBezTo>
                <a:cubicBezTo>
                  <a:pt x="462" y="474"/>
                  <a:pt x="459" y="470"/>
                  <a:pt x="459" y="466"/>
                </a:cubicBezTo>
                <a:cubicBezTo>
                  <a:pt x="459" y="118"/>
                  <a:pt x="459" y="118"/>
                  <a:pt x="459" y="118"/>
                </a:cubicBezTo>
                <a:cubicBezTo>
                  <a:pt x="459" y="114"/>
                  <a:pt x="462" y="110"/>
                  <a:pt x="466" y="110"/>
                </a:cubicBezTo>
                <a:cubicBezTo>
                  <a:pt x="484" y="110"/>
                  <a:pt x="484" y="110"/>
                  <a:pt x="484" y="110"/>
                </a:cubicBezTo>
                <a:cubicBezTo>
                  <a:pt x="488" y="110"/>
                  <a:pt x="491" y="114"/>
                  <a:pt x="491" y="118"/>
                </a:cubicBezTo>
                <a:lnTo>
                  <a:pt x="491" y="466"/>
                </a:lnTo>
                <a:close/>
                <a:moveTo>
                  <a:pt x="0" y="67"/>
                </a:moveTo>
                <a:cubicBezTo>
                  <a:pt x="0" y="490"/>
                  <a:pt x="0" y="490"/>
                  <a:pt x="0" y="490"/>
                </a:cubicBezTo>
                <a:cubicBezTo>
                  <a:pt x="0" y="502"/>
                  <a:pt x="7" y="510"/>
                  <a:pt x="18" y="510"/>
                </a:cubicBezTo>
                <a:cubicBezTo>
                  <a:pt x="123" y="510"/>
                  <a:pt x="123" y="510"/>
                  <a:pt x="123" y="510"/>
                </a:cubicBezTo>
                <a:cubicBezTo>
                  <a:pt x="123" y="47"/>
                  <a:pt x="123" y="47"/>
                  <a:pt x="123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7" y="47"/>
                  <a:pt x="0" y="55"/>
                  <a:pt x="0" y="67"/>
                </a:cubicBezTo>
                <a:moveTo>
                  <a:pt x="69" y="87"/>
                </a:moveTo>
                <a:cubicBezTo>
                  <a:pt x="69" y="83"/>
                  <a:pt x="72" y="79"/>
                  <a:pt x="76" y="79"/>
                </a:cubicBezTo>
                <a:cubicBezTo>
                  <a:pt x="94" y="79"/>
                  <a:pt x="94" y="79"/>
                  <a:pt x="94" y="79"/>
                </a:cubicBezTo>
                <a:cubicBezTo>
                  <a:pt x="98" y="79"/>
                  <a:pt x="102" y="83"/>
                  <a:pt x="102" y="87"/>
                </a:cubicBezTo>
                <a:cubicBezTo>
                  <a:pt x="102" y="466"/>
                  <a:pt x="102" y="466"/>
                  <a:pt x="102" y="466"/>
                </a:cubicBezTo>
                <a:cubicBezTo>
                  <a:pt x="102" y="470"/>
                  <a:pt x="98" y="474"/>
                  <a:pt x="94" y="474"/>
                </a:cubicBezTo>
                <a:cubicBezTo>
                  <a:pt x="76" y="474"/>
                  <a:pt x="76" y="474"/>
                  <a:pt x="76" y="474"/>
                </a:cubicBezTo>
                <a:cubicBezTo>
                  <a:pt x="72" y="474"/>
                  <a:pt x="69" y="470"/>
                  <a:pt x="69" y="466"/>
                </a:cubicBezTo>
                <a:lnTo>
                  <a:pt x="69" y="87"/>
                </a:lnTo>
                <a:close/>
                <a:moveTo>
                  <a:pt x="25" y="79"/>
                </a:moveTo>
                <a:cubicBezTo>
                  <a:pt x="47" y="79"/>
                  <a:pt x="47" y="79"/>
                  <a:pt x="47" y="79"/>
                </a:cubicBezTo>
                <a:cubicBezTo>
                  <a:pt x="51" y="79"/>
                  <a:pt x="54" y="83"/>
                  <a:pt x="54" y="87"/>
                </a:cubicBezTo>
                <a:cubicBezTo>
                  <a:pt x="54" y="466"/>
                  <a:pt x="54" y="466"/>
                  <a:pt x="54" y="466"/>
                </a:cubicBezTo>
                <a:cubicBezTo>
                  <a:pt x="54" y="470"/>
                  <a:pt x="51" y="474"/>
                  <a:pt x="47" y="474"/>
                </a:cubicBezTo>
                <a:cubicBezTo>
                  <a:pt x="25" y="474"/>
                  <a:pt x="25" y="474"/>
                  <a:pt x="25" y="474"/>
                </a:cubicBezTo>
                <a:cubicBezTo>
                  <a:pt x="21" y="474"/>
                  <a:pt x="18" y="470"/>
                  <a:pt x="18" y="466"/>
                </a:cubicBezTo>
                <a:cubicBezTo>
                  <a:pt x="18" y="87"/>
                  <a:pt x="18" y="87"/>
                  <a:pt x="18" y="87"/>
                </a:cubicBezTo>
                <a:cubicBezTo>
                  <a:pt x="18" y="83"/>
                  <a:pt x="21" y="79"/>
                  <a:pt x="25" y="79"/>
                </a:cubicBezTo>
                <a:moveTo>
                  <a:pt x="360" y="0"/>
                </a:moveTo>
                <a:cubicBezTo>
                  <a:pt x="149" y="0"/>
                  <a:pt x="149" y="0"/>
                  <a:pt x="149" y="0"/>
                </a:cubicBezTo>
                <a:cubicBezTo>
                  <a:pt x="138" y="0"/>
                  <a:pt x="131" y="7"/>
                  <a:pt x="131" y="19"/>
                </a:cubicBezTo>
                <a:cubicBezTo>
                  <a:pt x="131" y="490"/>
                  <a:pt x="131" y="490"/>
                  <a:pt x="131" y="490"/>
                </a:cubicBezTo>
                <a:cubicBezTo>
                  <a:pt x="131" y="502"/>
                  <a:pt x="138" y="510"/>
                  <a:pt x="149" y="510"/>
                </a:cubicBezTo>
                <a:cubicBezTo>
                  <a:pt x="214" y="510"/>
                  <a:pt x="214" y="510"/>
                  <a:pt x="214" y="510"/>
                </a:cubicBezTo>
                <a:cubicBezTo>
                  <a:pt x="214" y="435"/>
                  <a:pt x="214" y="435"/>
                  <a:pt x="214" y="435"/>
                </a:cubicBezTo>
                <a:cubicBezTo>
                  <a:pt x="214" y="435"/>
                  <a:pt x="218" y="431"/>
                  <a:pt x="218" y="431"/>
                </a:cubicBezTo>
                <a:cubicBezTo>
                  <a:pt x="291" y="431"/>
                  <a:pt x="291" y="431"/>
                  <a:pt x="291" y="431"/>
                </a:cubicBezTo>
                <a:cubicBezTo>
                  <a:pt x="295" y="431"/>
                  <a:pt x="295" y="435"/>
                  <a:pt x="295" y="435"/>
                </a:cubicBezTo>
                <a:cubicBezTo>
                  <a:pt x="295" y="510"/>
                  <a:pt x="295" y="510"/>
                  <a:pt x="295" y="510"/>
                </a:cubicBezTo>
                <a:cubicBezTo>
                  <a:pt x="360" y="510"/>
                  <a:pt x="360" y="510"/>
                  <a:pt x="360" y="510"/>
                </a:cubicBezTo>
                <a:cubicBezTo>
                  <a:pt x="371" y="510"/>
                  <a:pt x="378" y="502"/>
                  <a:pt x="378" y="490"/>
                </a:cubicBezTo>
                <a:cubicBezTo>
                  <a:pt x="378" y="19"/>
                  <a:pt x="378" y="19"/>
                  <a:pt x="378" y="19"/>
                </a:cubicBezTo>
                <a:cubicBezTo>
                  <a:pt x="378" y="7"/>
                  <a:pt x="371" y="0"/>
                  <a:pt x="360" y="0"/>
                </a:cubicBezTo>
                <a:moveTo>
                  <a:pt x="189" y="407"/>
                </a:moveTo>
                <a:cubicBezTo>
                  <a:pt x="189" y="411"/>
                  <a:pt x="185" y="415"/>
                  <a:pt x="182" y="415"/>
                </a:cubicBezTo>
                <a:cubicBezTo>
                  <a:pt x="160" y="415"/>
                  <a:pt x="160" y="415"/>
                  <a:pt x="160" y="415"/>
                </a:cubicBezTo>
                <a:cubicBezTo>
                  <a:pt x="156" y="415"/>
                  <a:pt x="153" y="411"/>
                  <a:pt x="153" y="407"/>
                </a:cubicBezTo>
                <a:cubicBezTo>
                  <a:pt x="153" y="59"/>
                  <a:pt x="153" y="59"/>
                  <a:pt x="153" y="59"/>
                </a:cubicBezTo>
                <a:cubicBezTo>
                  <a:pt x="153" y="55"/>
                  <a:pt x="156" y="51"/>
                  <a:pt x="160" y="51"/>
                </a:cubicBezTo>
                <a:cubicBezTo>
                  <a:pt x="182" y="51"/>
                  <a:pt x="182" y="51"/>
                  <a:pt x="182" y="51"/>
                </a:cubicBezTo>
                <a:cubicBezTo>
                  <a:pt x="185" y="51"/>
                  <a:pt x="189" y="55"/>
                  <a:pt x="189" y="59"/>
                </a:cubicBezTo>
                <a:lnTo>
                  <a:pt x="189" y="407"/>
                </a:lnTo>
                <a:close/>
                <a:moveTo>
                  <a:pt x="244" y="407"/>
                </a:moveTo>
                <a:cubicBezTo>
                  <a:pt x="244" y="411"/>
                  <a:pt x="240" y="415"/>
                  <a:pt x="236" y="415"/>
                </a:cubicBezTo>
                <a:cubicBezTo>
                  <a:pt x="218" y="415"/>
                  <a:pt x="218" y="415"/>
                  <a:pt x="218" y="415"/>
                </a:cubicBezTo>
                <a:cubicBezTo>
                  <a:pt x="214" y="415"/>
                  <a:pt x="211" y="411"/>
                  <a:pt x="211" y="407"/>
                </a:cubicBezTo>
                <a:cubicBezTo>
                  <a:pt x="211" y="59"/>
                  <a:pt x="211" y="59"/>
                  <a:pt x="211" y="59"/>
                </a:cubicBezTo>
                <a:cubicBezTo>
                  <a:pt x="211" y="55"/>
                  <a:pt x="214" y="51"/>
                  <a:pt x="218" y="51"/>
                </a:cubicBezTo>
                <a:cubicBezTo>
                  <a:pt x="236" y="51"/>
                  <a:pt x="236" y="51"/>
                  <a:pt x="236" y="51"/>
                </a:cubicBezTo>
                <a:cubicBezTo>
                  <a:pt x="240" y="51"/>
                  <a:pt x="244" y="55"/>
                  <a:pt x="244" y="59"/>
                </a:cubicBezTo>
                <a:lnTo>
                  <a:pt x="244" y="407"/>
                </a:lnTo>
                <a:close/>
                <a:moveTo>
                  <a:pt x="302" y="407"/>
                </a:moveTo>
                <a:cubicBezTo>
                  <a:pt x="302" y="411"/>
                  <a:pt x="298" y="415"/>
                  <a:pt x="291" y="415"/>
                </a:cubicBezTo>
                <a:cubicBezTo>
                  <a:pt x="273" y="415"/>
                  <a:pt x="273" y="415"/>
                  <a:pt x="273" y="415"/>
                </a:cubicBezTo>
                <a:cubicBezTo>
                  <a:pt x="269" y="415"/>
                  <a:pt x="265" y="411"/>
                  <a:pt x="265" y="407"/>
                </a:cubicBezTo>
                <a:cubicBezTo>
                  <a:pt x="265" y="59"/>
                  <a:pt x="265" y="59"/>
                  <a:pt x="265" y="59"/>
                </a:cubicBezTo>
                <a:cubicBezTo>
                  <a:pt x="265" y="55"/>
                  <a:pt x="269" y="51"/>
                  <a:pt x="273" y="51"/>
                </a:cubicBezTo>
                <a:cubicBezTo>
                  <a:pt x="291" y="51"/>
                  <a:pt x="291" y="51"/>
                  <a:pt x="291" y="51"/>
                </a:cubicBezTo>
                <a:cubicBezTo>
                  <a:pt x="298" y="51"/>
                  <a:pt x="302" y="55"/>
                  <a:pt x="302" y="59"/>
                </a:cubicBezTo>
                <a:lnTo>
                  <a:pt x="302" y="407"/>
                </a:lnTo>
                <a:close/>
                <a:moveTo>
                  <a:pt x="357" y="407"/>
                </a:moveTo>
                <a:cubicBezTo>
                  <a:pt x="357" y="411"/>
                  <a:pt x="353" y="415"/>
                  <a:pt x="349" y="415"/>
                </a:cubicBezTo>
                <a:cubicBezTo>
                  <a:pt x="331" y="415"/>
                  <a:pt x="331" y="415"/>
                  <a:pt x="331" y="415"/>
                </a:cubicBezTo>
                <a:cubicBezTo>
                  <a:pt x="324" y="415"/>
                  <a:pt x="320" y="411"/>
                  <a:pt x="320" y="407"/>
                </a:cubicBezTo>
                <a:cubicBezTo>
                  <a:pt x="320" y="59"/>
                  <a:pt x="320" y="59"/>
                  <a:pt x="320" y="59"/>
                </a:cubicBezTo>
                <a:cubicBezTo>
                  <a:pt x="320" y="55"/>
                  <a:pt x="324" y="51"/>
                  <a:pt x="331" y="51"/>
                </a:cubicBezTo>
                <a:cubicBezTo>
                  <a:pt x="349" y="51"/>
                  <a:pt x="349" y="51"/>
                  <a:pt x="349" y="51"/>
                </a:cubicBezTo>
                <a:cubicBezTo>
                  <a:pt x="353" y="51"/>
                  <a:pt x="357" y="55"/>
                  <a:pt x="357" y="59"/>
                </a:cubicBezTo>
                <a:lnTo>
                  <a:pt x="357" y="40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0" name="textbox 1640"/>
          <p:cNvSpPr/>
          <p:nvPr/>
        </p:nvSpPr>
        <p:spPr>
          <a:xfrm>
            <a:off x="711047" y="5989701"/>
            <a:ext cx="63055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모듈 완비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42" name="path 1642"/>
          <p:cNvSpPr/>
          <p:nvPr/>
        </p:nvSpPr>
        <p:spPr>
          <a:xfrm>
            <a:off x="1956942" y="5569330"/>
            <a:ext cx="251967" cy="360171"/>
          </a:xfrm>
          <a:custGeom>
            <a:avLst/>
            <a:gdLst/>
            <a:ahLst/>
            <a:cxnLst/>
            <a:rect l="0" t="0" r="0" b="0"/>
            <a:pathLst>
              <a:path w="396" h="567">
                <a:moveTo>
                  <a:pt x="396" y="371"/>
                </a:moveTo>
                <a:cubicBezTo>
                  <a:pt x="396" y="500"/>
                  <a:pt x="396" y="500"/>
                  <a:pt x="396" y="500"/>
                </a:cubicBezTo>
                <a:cubicBezTo>
                  <a:pt x="396" y="537"/>
                  <a:pt x="366" y="567"/>
                  <a:pt x="328" y="567"/>
                </a:cubicBezTo>
                <a:cubicBezTo>
                  <a:pt x="204" y="567"/>
                  <a:pt x="204" y="567"/>
                  <a:pt x="204" y="567"/>
                </a:cubicBezTo>
                <a:cubicBezTo>
                  <a:pt x="183" y="567"/>
                  <a:pt x="166" y="558"/>
                  <a:pt x="153" y="546"/>
                </a:cubicBezTo>
                <a:cubicBezTo>
                  <a:pt x="21" y="417"/>
                  <a:pt x="21" y="417"/>
                  <a:pt x="21" y="417"/>
                </a:cubicBezTo>
                <a:cubicBezTo>
                  <a:pt x="8" y="404"/>
                  <a:pt x="8" y="392"/>
                  <a:pt x="21" y="379"/>
                </a:cubicBezTo>
                <a:cubicBezTo>
                  <a:pt x="29" y="371"/>
                  <a:pt x="29" y="371"/>
                  <a:pt x="29" y="371"/>
                </a:cubicBezTo>
                <a:cubicBezTo>
                  <a:pt x="34" y="367"/>
                  <a:pt x="42" y="362"/>
                  <a:pt x="46" y="362"/>
                </a:cubicBezTo>
                <a:cubicBezTo>
                  <a:pt x="55" y="362"/>
                  <a:pt x="59" y="367"/>
                  <a:pt x="63" y="371"/>
                </a:cubicBezTo>
                <a:cubicBezTo>
                  <a:pt x="136" y="437"/>
                  <a:pt x="136" y="437"/>
                  <a:pt x="136" y="437"/>
                </a:cubicBezTo>
                <a:cubicBezTo>
                  <a:pt x="136" y="183"/>
                  <a:pt x="136" y="183"/>
                  <a:pt x="136" y="183"/>
                </a:cubicBezTo>
                <a:cubicBezTo>
                  <a:pt x="136" y="166"/>
                  <a:pt x="145" y="158"/>
                  <a:pt x="162" y="158"/>
                </a:cubicBezTo>
                <a:cubicBezTo>
                  <a:pt x="170" y="158"/>
                  <a:pt x="170" y="158"/>
                  <a:pt x="170" y="158"/>
                </a:cubicBezTo>
                <a:cubicBezTo>
                  <a:pt x="183" y="158"/>
                  <a:pt x="196" y="166"/>
                  <a:pt x="196" y="183"/>
                </a:cubicBezTo>
                <a:cubicBezTo>
                  <a:pt x="196" y="325"/>
                  <a:pt x="196" y="325"/>
                  <a:pt x="196" y="325"/>
                </a:cubicBezTo>
                <a:cubicBezTo>
                  <a:pt x="204" y="321"/>
                  <a:pt x="204" y="321"/>
                  <a:pt x="204" y="321"/>
                </a:cubicBezTo>
                <a:cubicBezTo>
                  <a:pt x="213" y="321"/>
                  <a:pt x="217" y="321"/>
                  <a:pt x="221" y="321"/>
                </a:cubicBezTo>
                <a:cubicBezTo>
                  <a:pt x="243" y="321"/>
                  <a:pt x="251" y="325"/>
                  <a:pt x="251" y="325"/>
                </a:cubicBezTo>
                <a:cubicBezTo>
                  <a:pt x="256" y="325"/>
                  <a:pt x="256" y="325"/>
                  <a:pt x="256" y="325"/>
                </a:cubicBezTo>
                <a:cubicBezTo>
                  <a:pt x="256" y="346"/>
                  <a:pt x="256" y="346"/>
                  <a:pt x="256" y="346"/>
                </a:cubicBezTo>
                <a:cubicBezTo>
                  <a:pt x="256" y="346"/>
                  <a:pt x="256" y="350"/>
                  <a:pt x="260" y="350"/>
                </a:cubicBezTo>
                <a:cubicBezTo>
                  <a:pt x="260" y="350"/>
                  <a:pt x="264" y="346"/>
                  <a:pt x="264" y="346"/>
                </a:cubicBezTo>
                <a:cubicBezTo>
                  <a:pt x="264" y="325"/>
                  <a:pt x="264" y="325"/>
                  <a:pt x="264" y="325"/>
                </a:cubicBezTo>
                <a:cubicBezTo>
                  <a:pt x="264" y="325"/>
                  <a:pt x="268" y="325"/>
                  <a:pt x="277" y="325"/>
                </a:cubicBezTo>
                <a:cubicBezTo>
                  <a:pt x="285" y="325"/>
                  <a:pt x="298" y="329"/>
                  <a:pt x="307" y="333"/>
                </a:cubicBezTo>
                <a:cubicBezTo>
                  <a:pt x="307" y="333"/>
                  <a:pt x="307" y="333"/>
                  <a:pt x="307" y="333"/>
                </a:cubicBezTo>
                <a:cubicBezTo>
                  <a:pt x="307" y="354"/>
                  <a:pt x="307" y="354"/>
                  <a:pt x="307" y="354"/>
                </a:cubicBezTo>
                <a:cubicBezTo>
                  <a:pt x="307" y="354"/>
                  <a:pt x="311" y="358"/>
                  <a:pt x="311" y="358"/>
                </a:cubicBezTo>
                <a:cubicBezTo>
                  <a:pt x="315" y="358"/>
                  <a:pt x="320" y="354"/>
                  <a:pt x="320" y="354"/>
                </a:cubicBezTo>
                <a:cubicBezTo>
                  <a:pt x="320" y="329"/>
                  <a:pt x="320" y="329"/>
                  <a:pt x="320" y="329"/>
                </a:cubicBezTo>
                <a:cubicBezTo>
                  <a:pt x="320" y="329"/>
                  <a:pt x="324" y="329"/>
                  <a:pt x="328" y="329"/>
                </a:cubicBezTo>
                <a:cubicBezTo>
                  <a:pt x="345" y="329"/>
                  <a:pt x="358" y="337"/>
                  <a:pt x="358" y="337"/>
                </a:cubicBezTo>
                <a:cubicBezTo>
                  <a:pt x="358" y="337"/>
                  <a:pt x="358" y="337"/>
                  <a:pt x="358" y="337"/>
                </a:cubicBezTo>
                <a:cubicBezTo>
                  <a:pt x="362" y="337"/>
                  <a:pt x="362" y="337"/>
                  <a:pt x="362" y="337"/>
                </a:cubicBezTo>
                <a:cubicBezTo>
                  <a:pt x="362" y="337"/>
                  <a:pt x="362" y="337"/>
                  <a:pt x="362" y="337"/>
                </a:cubicBezTo>
                <a:cubicBezTo>
                  <a:pt x="362" y="358"/>
                  <a:pt x="362" y="358"/>
                  <a:pt x="362" y="358"/>
                </a:cubicBezTo>
                <a:cubicBezTo>
                  <a:pt x="362" y="362"/>
                  <a:pt x="362" y="362"/>
                  <a:pt x="366" y="362"/>
                </a:cubicBezTo>
                <a:cubicBezTo>
                  <a:pt x="371" y="362"/>
                  <a:pt x="371" y="362"/>
                  <a:pt x="371" y="358"/>
                </a:cubicBezTo>
                <a:cubicBezTo>
                  <a:pt x="371" y="337"/>
                  <a:pt x="371" y="337"/>
                  <a:pt x="371" y="337"/>
                </a:cubicBezTo>
                <a:cubicBezTo>
                  <a:pt x="392" y="346"/>
                  <a:pt x="396" y="358"/>
                  <a:pt x="396" y="371"/>
                </a:cubicBezTo>
                <a:moveTo>
                  <a:pt x="243" y="162"/>
                </a:moveTo>
                <a:cubicBezTo>
                  <a:pt x="243" y="116"/>
                  <a:pt x="208" y="79"/>
                  <a:pt x="162" y="79"/>
                </a:cubicBezTo>
                <a:cubicBezTo>
                  <a:pt x="115" y="79"/>
                  <a:pt x="76" y="116"/>
                  <a:pt x="76" y="162"/>
                </a:cubicBezTo>
                <a:cubicBezTo>
                  <a:pt x="76" y="183"/>
                  <a:pt x="89" y="204"/>
                  <a:pt x="106" y="221"/>
                </a:cubicBezTo>
                <a:cubicBezTo>
                  <a:pt x="106" y="183"/>
                  <a:pt x="106" y="183"/>
                  <a:pt x="106" y="183"/>
                </a:cubicBezTo>
                <a:cubicBezTo>
                  <a:pt x="106" y="154"/>
                  <a:pt x="127" y="129"/>
                  <a:pt x="162" y="129"/>
                </a:cubicBezTo>
                <a:cubicBezTo>
                  <a:pt x="170" y="129"/>
                  <a:pt x="170" y="129"/>
                  <a:pt x="170" y="129"/>
                </a:cubicBezTo>
                <a:cubicBezTo>
                  <a:pt x="200" y="129"/>
                  <a:pt x="226" y="154"/>
                  <a:pt x="226" y="183"/>
                </a:cubicBezTo>
                <a:cubicBezTo>
                  <a:pt x="226" y="212"/>
                  <a:pt x="226" y="212"/>
                  <a:pt x="226" y="212"/>
                </a:cubicBezTo>
                <a:cubicBezTo>
                  <a:pt x="238" y="200"/>
                  <a:pt x="243" y="179"/>
                  <a:pt x="243" y="162"/>
                </a:cubicBezTo>
                <a:moveTo>
                  <a:pt x="106" y="308"/>
                </a:moveTo>
                <a:cubicBezTo>
                  <a:pt x="106" y="271"/>
                  <a:pt x="106" y="271"/>
                  <a:pt x="106" y="271"/>
                </a:cubicBezTo>
                <a:cubicBezTo>
                  <a:pt x="63" y="250"/>
                  <a:pt x="38" y="208"/>
                  <a:pt x="38" y="162"/>
                </a:cubicBezTo>
                <a:cubicBezTo>
                  <a:pt x="38" y="91"/>
                  <a:pt x="93" y="37"/>
                  <a:pt x="162" y="37"/>
                </a:cubicBezTo>
                <a:cubicBezTo>
                  <a:pt x="230" y="37"/>
                  <a:pt x="285" y="91"/>
                  <a:pt x="285" y="162"/>
                </a:cubicBezTo>
                <a:cubicBezTo>
                  <a:pt x="285" y="204"/>
                  <a:pt x="260" y="241"/>
                  <a:pt x="226" y="267"/>
                </a:cubicBezTo>
                <a:cubicBezTo>
                  <a:pt x="226" y="292"/>
                  <a:pt x="226" y="292"/>
                  <a:pt x="226" y="292"/>
                </a:cubicBezTo>
                <a:cubicBezTo>
                  <a:pt x="234" y="292"/>
                  <a:pt x="243" y="292"/>
                  <a:pt x="247" y="295"/>
                </a:cubicBezTo>
                <a:cubicBezTo>
                  <a:pt x="294" y="267"/>
                  <a:pt x="324" y="216"/>
                  <a:pt x="324" y="162"/>
                </a:cubicBezTo>
                <a:cubicBezTo>
                  <a:pt x="324" y="71"/>
                  <a:pt x="251" y="0"/>
                  <a:pt x="162" y="0"/>
                </a:cubicBezTo>
                <a:cubicBezTo>
                  <a:pt x="72" y="0"/>
                  <a:pt x="0" y="71"/>
                  <a:pt x="0" y="162"/>
                </a:cubicBezTo>
                <a:cubicBezTo>
                  <a:pt x="0" y="229"/>
                  <a:pt x="42" y="287"/>
                  <a:pt x="106" y="308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4" name="path 1644"/>
          <p:cNvSpPr/>
          <p:nvPr/>
        </p:nvSpPr>
        <p:spPr>
          <a:xfrm>
            <a:off x="393700" y="1296987"/>
            <a:ext cx="3170301" cy="9525"/>
          </a:xfrm>
          <a:custGeom>
            <a:avLst/>
            <a:gdLst/>
            <a:ahLst/>
            <a:cxnLst/>
            <a:rect l="0" t="0" r="0" b="0"/>
            <a:pathLst>
              <a:path w="4992" h="15">
                <a:moveTo>
                  <a:pt x="0" y="7"/>
                </a:moveTo>
                <a:lnTo>
                  <a:pt x="4992" y="7"/>
                </a:lnTo>
              </a:path>
            </a:pathLst>
          </a:custGeom>
          <a:noFill/>
          <a:ln w="9525" cap="flat">
            <a:solidFill>
              <a:srgbClr val="7F7F7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954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" name="picture 1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29789" y="5050663"/>
            <a:ext cx="3477640" cy="2608199"/>
          </a:xfrm>
          <a:prstGeom prst="rect">
            <a:avLst/>
          </a:prstGeom>
        </p:spPr>
      </p:pic>
      <p:pic>
        <p:nvPicPr>
          <p:cNvPr id="1002" name="picture 10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71700" y="3631438"/>
            <a:ext cx="5295011" cy="1099311"/>
          </a:xfrm>
          <a:prstGeom prst="rect">
            <a:avLst/>
          </a:prstGeom>
        </p:spPr>
      </p:pic>
      <p:sp>
        <p:nvSpPr>
          <p:cNvPr id="1004" name="textbox 1004"/>
          <p:cNvSpPr/>
          <p:nvPr/>
        </p:nvSpPr>
        <p:spPr>
          <a:xfrm>
            <a:off x="6437630" y="5062220"/>
            <a:ext cx="9747250" cy="687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4400" b="1" kern="0" spc="19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정밀 제조 공장 방안 - 자동화 계획</a:t>
            </a:r>
          </a:p>
        </p:txBody>
      </p:sp>
      <p:sp>
        <p:nvSpPr>
          <p:cNvPr id="1008" name="textbox 1008"/>
          <p:cNvSpPr/>
          <p:nvPr/>
        </p:nvSpPr>
        <p:spPr>
          <a:xfrm>
            <a:off x="6490030" y="6107395"/>
            <a:ext cx="5900090" cy="1584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□ </a:t>
            </a: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작업장 레이아웃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100000"/>
              </a:lnSpc>
              <a:spcBef>
                <a:spcPts val="1225"/>
              </a:spcBef>
            </a:pP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□ </a:t>
            </a: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하드웨어 방안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100000"/>
              </a:lnSpc>
              <a:spcBef>
                <a:spcPts val="1130"/>
              </a:spcBef>
            </a:pP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□ </a:t>
            </a: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시스템 기능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rtl="0" eaLnBrk="0">
              <a:lnSpc>
                <a:spcPct val="111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  <a:spcBef>
                <a:spcPts val="5"/>
              </a:spcBef>
            </a:pP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□ </a:t>
            </a:r>
            <a:r>
              <a:rPr sz="1900" kern="0" spc="1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애프터 서비스</a:t>
            </a:r>
            <a:endParaRPr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10" name="textbox 1010"/>
          <p:cNvSpPr/>
          <p:nvPr/>
        </p:nvSpPr>
        <p:spPr>
          <a:xfrm>
            <a:off x="2500833" y="4038143"/>
            <a:ext cx="3801745" cy="358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30045" indent="-1617345" algn="l" rtl="0" eaLnBrk="0">
              <a:lnSpc>
                <a:spcPct val="91000"/>
              </a:lnSpc>
            </a:pPr>
            <a:r>
              <a:rPr sz="1200" kern="0" spc="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Top level planning helps t</a:t>
            </a:r>
            <a:r>
              <a:rPr sz="1200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 effectively allocate</a:t>
            </a:r>
            <a:r>
              <a:rPr sz="12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resources</a:t>
            </a:r>
            <a:r>
              <a:rPr sz="1200" kern="0" spc="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and prevent waste of r</a:t>
            </a:r>
            <a:r>
              <a:rPr sz="1200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esources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12" name="textbox 1012"/>
          <p:cNvSpPr/>
          <p:nvPr/>
        </p:nvSpPr>
        <p:spPr>
          <a:xfrm>
            <a:off x="1628647" y="403590"/>
            <a:ext cx="1704339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sz="2200" b="1" kern="0" spc="-1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자동화 업그레이드</a:t>
            </a:r>
            <a:endParaRPr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Automation upgrade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14" name="path 1014"/>
          <p:cNvSpPr/>
          <p:nvPr/>
        </p:nvSpPr>
        <p:spPr>
          <a:xfrm>
            <a:off x="479450" y="1051559"/>
            <a:ext cx="1612795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6" name="textbox 1016"/>
          <p:cNvSpPr/>
          <p:nvPr/>
        </p:nvSpPr>
        <p:spPr>
          <a:xfrm>
            <a:off x="6466020" y="3919453"/>
            <a:ext cx="875664" cy="772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  <a:spcBef>
                <a:spcPts val="0"/>
              </a:spcBef>
            </a:pPr>
            <a:r>
              <a:rPr sz="61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lang="en-US" sz="61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</a:p>
        </p:txBody>
      </p:sp>
      <p:sp>
        <p:nvSpPr>
          <p:cNvPr id="1018" name="textbox 1018"/>
          <p:cNvSpPr/>
          <p:nvPr/>
        </p:nvSpPr>
        <p:spPr>
          <a:xfrm>
            <a:off x="496721" y="454248"/>
            <a:ext cx="948689" cy="567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4400" b="1" kern="0" spc="-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</a:p>
        </p:txBody>
      </p:sp>
      <p:pic>
        <p:nvPicPr>
          <p:cNvPr id="1022" name="picture 10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26200" y="5782246"/>
            <a:ext cx="7312660" cy="6350"/>
          </a:xfrm>
          <a:prstGeom prst="rect">
            <a:avLst/>
          </a:prstGeom>
        </p:spPr>
      </p:pic>
      <p:sp>
        <p:nvSpPr>
          <p:cNvPr id="990" name="path 99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74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ath 488"/>
          <p:cNvSpPr/>
          <p:nvPr/>
        </p:nvSpPr>
        <p:spPr>
          <a:xfrm>
            <a:off x="479450" y="1051559"/>
            <a:ext cx="1612795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0" name="textbox 490"/>
          <p:cNvSpPr/>
          <p:nvPr/>
        </p:nvSpPr>
        <p:spPr>
          <a:xfrm>
            <a:off x="49672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2" name="path 492"/>
          <p:cNvSpPr/>
          <p:nvPr/>
        </p:nvSpPr>
        <p:spPr>
          <a:xfrm>
            <a:off x="156354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4" name="textbox 424"/>
          <p:cNvSpPr/>
          <p:nvPr/>
        </p:nvSpPr>
        <p:spPr>
          <a:xfrm>
            <a:off x="1689443" y="403590"/>
            <a:ext cx="1408430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전체 계획</a:t>
            </a:r>
            <a:endParaRPr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8420" algn="l" rtl="0" eaLnBrk="0">
              <a:lnSpc>
                <a:spcPct val="85000"/>
              </a:lnSpc>
              <a:spcBef>
                <a:spcPts val="115"/>
              </a:spcBef>
            </a:pPr>
            <a:r>
              <a:rPr sz="1400" kern="0" spc="2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Overall planning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textbox 458">
            <a:extLst>
              <a:ext uri="{FF2B5EF4-FFF2-40B4-BE49-F238E27FC236}">
                <a16:creationId xmlns:a16="http://schemas.microsoft.com/office/drawing/2014/main" id="{F87BE725-D422-4049-80A7-BE88F4812C3D}"/>
              </a:ext>
            </a:extLst>
          </p:cNvPr>
          <p:cNvSpPr/>
          <p:nvPr/>
        </p:nvSpPr>
        <p:spPr>
          <a:xfrm>
            <a:off x="377520" y="1311854"/>
            <a:ext cx="5739764" cy="49853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2700" b="1" kern="0" spc="90" dirty="0">
                <a:solidFill>
                  <a:srgbClr val="003F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자동화 전체 레이아웃도</a:t>
            </a:r>
            <a:endParaRPr sz="2700" b="1" kern="0" spc="80" dirty="0">
              <a:solidFill>
                <a:srgbClr val="003F8E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83495B0-2411-4D9C-A746-896B3B0ADE5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78772" y="1311854"/>
            <a:ext cx="12456000" cy="819945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CBE79BE-27C5-4367-B8E6-F6539AD967A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9386" y="7716470"/>
            <a:ext cx="5281928" cy="1675690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C9E73BB-979C-462C-BB5C-1FD3C659AF99}"/>
              </a:ext>
            </a:extLst>
          </p:cNvPr>
          <p:cNvGraphicFramePr>
            <a:graphicFrameLocks noGrp="1"/>
          </p:cNvGraphicFramePr>
          <p:nvPr/>
        </p:nvGraphicFramePr>
        <p:xfrm>
          <a:off x="8052872" y="1934426"/>
          <a:ext cx="343311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76">
                  <a:extLst>
                    <a:ext uri="{9D8B030D-6E8A-4147-A177-3AD203B41FA5}">
                      <a16:colId xmlns:a16="http://schemas.microsoft.com/office/drawing/2014/main" val="158826923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08512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 err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Komatech</a:t>
                      </a:r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KT420A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6604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가공 센터(전극)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97594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7A75BE6-19AF-4AA2-910B-E8917431C491}"/>
              </a:ext>
            </a:extLst>
          </p:cNvPr>
          <p:cNvGraphicFramePr>
            <a:graphicFrameLocks noGrp="1"/>
          </p:cNvGraphicFramePr>
          <p:nvPr/>
        </p:nvGraphicFramePr>
        <p:xfrm>
          <a:off x="12528930" y="4521826"/>
          <a:ext cx="343311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76">
                  <a:extLst>
                    <a:ext uri="{9D8B030D-6E8A-4147-A177-3AD203B41FA5}">
                      <a16:colId xmlns:a16="http://schemas.microsoft.com/office/drawing/2014/main" val="158826923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08512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Makino </a:t>
                      </a:r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V33i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6604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가공 센터(</a:t>
                      </a:r>
                      <a:r>
                        <a:rPr lang="ko-KR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코어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975949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1F95D2C-019B-4B60-803A-42FDEC1DD6D2}"/>
              </a:ext>
            </a:extLst>
          </p:cNvPr>
          <p:cNvGraphicFramePr>
            <a:graphicFrameLocks noGrp="1"/>
          </p:cNvGraphicFramePr>
          <p:nvPr/>
        </p:nvGraphicFramePr>
        <p:xfrm>
          <a:off x="1113792" y="3970947"/>
          <a:ext cx="343311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76">
                  <a:extLst>
                    <a:ext uri="{9D8B030D-6E8A-4147-A177-3AD203B41FA5}">
                      <a16:colId xmlns:a16="http://schemas.microsoft.com/office/drawing/2014/main" val="158826923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08512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Sodick </a:t>
                      </a:r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AL40G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6604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방전 가공기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975949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F7F6089-37B7-4452-86A5-514AB4907B51}"/>
              </a:ext>
            </a:extLst>
          </p:cNvPr>
          <p:cNvGraphicFramePr>
            <a:graphicFrameLocks noGrp="1"/>
          </p:cNvGraphicFramePr>
          <p:nvPr/>
        </p:nvGraphicFramePr>
        <p:xfrm>
          <a:off x="13577228" y="8476947"/>
          <a:ext cx="2922524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76">
                  <a:extLst>
                    <a:ext uri="{9D8B030D-6E8A-4147-A177-3AD203B41FA5}">
                      <a16:colId xmlns:a16="http://schemas.microsoft.com/office/drawing/2014/main" val="158826923"/>
                    </a:ext>
                  </a:extLst>
                </a:gridCol>
                <a:gridCol w="2273248">
                  <a:extLst>
                    <a:ext uri="{9D8B030D-6E8A-4147-A177-3AD203B41FA5}">
                      <a16:colId xmlns:a16="http://schemas.microsoft.com/office/drawing/2014/main" val="108512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Deren </a:t>
                      </a:r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HIT 8127C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6604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3좌표 측정기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975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158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ath 98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8" name="textbox 98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0" name="path 99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2" name="textbox 1012"/>
          <p:cNvSpPr/>
          <p:nvPr/>
        </p:nvSpPr>
        <p:spPr>
          <a:xfrm>
            <a:off x="1628647" y="403590"/>
            <a:ext cx="1704339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sz="2200" b="1" kern="0" spc="-10" dirty="0">
                <a:solidFill>
                  <a:srgbClr val="17406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자동화 업그레이드</a:t>
            </a:r>
            <a:endParaRPr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Automation upgrade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458">
            <a:extLst>
              <a:ext uri="{FF2B5EF4-FFF2-40B4-BE49-F238E27FC236}">
                <a16:creationId xmlns:a16="http://schemas.microsoft.com/office/drawing/2014/main" id="{554C0C7B-442A-4B43-AD4E-7C11A7A49E5C}"/>
              </a:ext>
            </a:extLst>
          </p:cNvPr>
          <p:cNvSpPr/>
          <p:nvPr/>
        </p:nvSpPr>
        <p:spPr>
          <a:xfrm>
            <a:off x="377520" y="1311854"/>
            <a:ext cx="5739764" cy="49853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2700" b="1" kern="0" spc="90" dirty="0">
                <a:solidFill>
                  <a:srgbClr val="003F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자동화 장비 목록</a:t>
            </a:r>
            <a:endParaRPr sz="2700" b="1" kern="0" spc="80" dirty="0">
              <a:solidFill>
                <a:srgbClr val="003F8E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54E67CA-7502-445A-B6E7-98ED8F5FF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15913"/>
              </p:ext>
            </p:extLst>
          </p:nvPr>
        </p:nvGraphicFramePr>
        <p:xfrm>
          <a:off x="317379" y="2722782"/>
          <a:ext cx="16433795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183">
                  <a:extLst>
                    <a:ext uri="{9D8B030D-6E8A-4147-A177-3AD203B41FA5}">
                      <a16:colId xmlns:a16="http://schemas.microsoft.com/office/drawing/2014/main" val="2610436908"/>
                    </a:ext>
                  </a:extLst>
                </a:gridCol>
                <a:gridCol w="1148598">
                  <a:extLst>
                    <a:ext uri="{9D8B030D-6E8A-4147-A177-3AD203B41FA5}">
                      <a16:colId xmlns:a16="http://schemas.microsoft.com/office/drawing/2014/main" val="3801537578"/>
                    </a:ext>
                  </a:extLst>
                </a:gridCol>
                <a:gridCol w="1767075">
                  <a:extLst>
                    <a:ext uri="{9D8B030D-6E8A-4147-A177-3AD203B41FA5}">
                      <a16:colId xmlns:a16="http://schemas.microsoft.com/office/drawing/2014/main" val="3581669840"/>
                    </a:ext>
                  </a:extLst>
                </a:gridCol>
                <a:gridCol w="1767075">
                  <a:extLst>
                    <a:ext uri="{9D8B030D-6E8A-4147-A177-3AD203B41FA5}">
                      <a16:colId xmlns:a16="http://schemas.microsoft.com/office/drawing/2014/main" val="1883420385"/>
                    </a:ext>
                  </a:extLst>
                </a:gridCol>
                <a:gridCol w="971891">
                  <a:extLst>
                    <a:ext uri="{9D8B030D-6E8A-4147-A177-3AD203B41FA5}">
                      <a16:colId xmlns:a16="http://schemas.microsoft.com/office/drawing/2014/main" val="3752532463"/>
                    </a:ext>
                  </a:extLst>
                </a:gridCol>
                <a:gridCol w="2738966">
                  <a:extLst>
                    <a:ext uri="{9D8B030D-6E8A-4147-A177-3AD203B41FA5}">
                      <a16:colId xmlns:a16="http://schemas.microsoft.com/office/drawing/2014/main" val="2752283594"/>
                    </a:ext>
                  </a:extLst>
                </a:gridCol>
                <a:gridCol w="2120490">
                  <a:extLst>
                    <a:ext uri="{9D8B030D-6E8A-4147-A177-3AD203B41FA5}">
                      <a16:colId xmlns:a16="http://schemas.microsoft.com/office/drawing/2014/main" val="1119552708"/>
                    </a:ext>
                  </a:extLst>
                </a:gridCol>
                <a:gridCol w="3445796">
                  <a:extLst>
                    <a:ext uri="{9D8B030D-6E8A-4147-A177-3AD203B41FA5}">
                      <a16:colId xmlns:a16="http://schemas.microsoft.com/office/drawing/2014/main" val="4278946530"/>
                    </a:ext>
                  </a:extLst>
                </a:gridCol>
                <a:gridCol w="1678721">
                  <a:extLst>
                    <a:ext uri="{9D8B030D-6E8A-4147-A177-3AD203B41FA5}">
                      <a16:colId xmlns:a16="http://schemas.microsoft.com/office/drawing/2014/main" val="1615646825"/>
                    </a:ext>
                  </a:extLst>
                </a:gridCol>
              </a:tblGrid>
              <a:tr h="8483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 anchor="ctr">
                    <a:solidFill>
                      <a:srgbClr val="E36C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공정</a:t>
                      </a:r>
                    </a:p>
                  </a:txBody>
                  <a:tcPr anchor="ctr">
                    <a:solidFill>
                      <a:srgbClr val="E36C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브랜드</a:t>
                      </a:r>
                    </a:p>
                  </a:txBody>
                  <a:tcPr anchor="ctr">
                    <a:solidFill>
                      <a:srgbClr val="E36C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 anchor="ctr">
                    <a:solidFill>
                      <a:srgbClr val="E36C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수량</a:t>
                      </a:r>
                    </a:p>
                  </a:txBody>
                  <a:tcPr anchor="ctr">
                    <a:solidFill>
                      <a:srgbClr val="E36C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입출력 방식</a:t>
                      </a:r>
                    </a:p>
                  </a:txBody>
                  <a:tcPr anchor="ctr">
                    <a:solidFill>
                      <a:srgbClr val="E36C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가공 부품 유형</a:t>
                      </a:r>
                    </a:p>
                  </a:txBody>
                  <a:tcPr anchor="ctr">
                    <a:solidFill>
                      <a:srgbClr val="E36C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자동화 도어</a:t>
                      </a:r>
                    </a:p>
                  </a:txBody>
                  <a:tcPr anchor="ctr">
                    <a:solidFill>
                      <a:srgbClr val="E36C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</a:rPr>
                        <a:t>설비 상태</a:t>
                      </a:r>
                    </a:p>
                  </a:txBody>
                  <a:tcPr anchor="ctr">
                    <a:solidFill>
                      <a:srgbClr val="E36C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569116"/>
                  </a:ext>
                </a:extLst>
              </a:tr>
              <a:tr h="8483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CNC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Komatech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KT420A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자동화 측면 도어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동 전극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000000"/>
                          </a:solidFill>
                        </a:rPr>
                        <a:t>구입 시 자동 도어 포함 필요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0000"/>
                          </a:solidFill>
                        </a:rPr>
                        <a:t>신규 구입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212967"/>
                  </a:ext>
                </a:extLst>
              </a:tr>
              <a:tr h="8483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CNC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마키노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V33i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자동화 측면 도어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강 부품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000000"/>
                          </a:solidFill>
                        </a:rPr>
                        <a:t>구입 시 자동 도어 포함 필요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0000"/>
                          </a:solidFill>
                        </a:rPr>
                        <a:t>신규 구입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928756"/>
                  </a:ext>
                </a:extLst>
              </a:tr>
              <a:tr h="8483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EDM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소딕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AL40G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3면 자동 승강 오일조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강 부품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0000"/>
                          </a:solidFill>
                        </a:rPr>
                        <a:t>신규 구입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18850"/>
                  </a:ext>
                </a:extLst>
              </a:tr>
              <a:tr h="8483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CMM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덕인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HIT 8127C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/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전극/강 부품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/>
                        <a:t>/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기존 설비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660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897434"/>
      </p:ext>
    </p:extLst>
  </p:cSld>
  <p:clrMapOvr>
    <a:masterClrMapping/>
  </p:clrMapOvr>
  <p:transition spd="slow">
    <p:circl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ath 98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8" name="textbox 98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0" name="path 99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2" name="textbox 1012"/>
          <p:cNvSpPr/>
          <p:nvPr/>
        </p:nvSpPr>
        <p:spPr>
          <a:xfrm>
            <a:off x="1628647" y="403590"/>
            <a:ext cx="1704339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sz="2200" b="1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자동화 업그레이드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Automation upgrade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xtbox 458">
            <a:extLst>
              <a:ext uri="{FF2B5EF4-FFF2-40B4-BE49-F238E27FC236}">
                <a16:creationId xmlns:a16="http://schemas.microsoft.com/office/drawing/2014/main" id="{CA2209F8-9C05-46EB-8591-43D66B1FEBAA}"/>
              </a:ext>
            </a:extLst>
          </p:cNvPr>
          <p:cNvSpPr/>
          <p:nvPr/>
        </p:nvSpPr>
        <p:spPr>
          <a:xfrm>
            <a:off x="377520" y="1311854"/>
            <a:ext cx="5739764" cy="49853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lang="zh-CN" altLang="en-US" sz="2700" b="1" kern="0" spc="90" dirty="0">
                <a:solidFill>
                  <a:srgbClr val="003F8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자동화 연동 하드웨어 목록</a:t>
            </a:r>
            <a:endParaRPr lang="zh-CN" sz="2700" b="1" kern="0" spc="80" dirty="0">
              <a:solidFill>
                <a:srgbClr val="003F8E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80C3A46F-6550-4234-9FA4-719C1539699A}"/>
              </a:ext>
            </a:extLst>
          </p:cNvPr>
          <p:cNvGraphicFramePr>
            <a:graphicFrameLocks noGrp="1"/>
          </p:cNvGraphicFramePr>
          <p:nvPr/>
        </p:nvGraphicFramePr>
        <p:xfrm>
          <a:off x="636567" y="2188220"/>
          <a:ext cx="15795667" cy="6497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3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3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0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03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206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269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번호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장비명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수량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브랜드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모델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8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6축 로봇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FANUC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M-20iD/35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말단 부하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35kg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8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로봇 그리퍼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MDB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맞춤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강 부품 그리퍼 및 전극 그리퍼 각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8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로봇 레일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MDB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맞춤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8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혼합 소재 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MDB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맞춤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전극 및 강 부품 보관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8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전극 세척기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MDB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맞춤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동 전극 세척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8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강 부품 세척기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MDB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맞춤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강 부품 세척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178110"/>
                  </a:ext>
                </a:extLst>
              </a:tr>
              <a:tr h="7088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안전 방호 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MDB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맞춤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안전 울타리, 안전 스위치 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8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중앙 제어 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MDB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맞춤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869519"/>
      </p:ext>
    </p:extLst>
  </p:cSld>
  <p:clrMapOvr>
    <a:masterClrMapping/>
  </p:clrMapOvr>
  <p:transition spd="slow">
    <p:circl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textbox 1322"/>
          <p:cNvSpPr/>
          <p:nvPr/>
        </p:nvSpPr>
        <p:spPr>
          <a:xfrm>
            <a:off x="1628647" y="403590"/>
            <a:ext cx="1704339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sz="2200" b="1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자동화 업그레이드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Automation upgrade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26" name="path 132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8" name="textbox 132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0" name="path 133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458">
            <a:extLst>
              <a:ext uri="{FF2B5EF4-FFF2-40B4-BE49-F238E27FC236}">
                <a16:creationId xmlns:a16="http://schemas.microsoft.com/office/drawing/2014/main" id="{8DA3C441-D0A3-4C29-8FEA-56744BE7CDC2}"/>
              </a:ext>
            </a:extLst>
          </p:cNvPr>
          <p:cNvSpPr/>
          <p:nvPr/>
        </p:nvSpPr>
        <p:spPr>
          <a:xfrm>
            <a:off x="377520" y="1311854"/>
            <a:ext cx="5739764" cy="49853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lang="zh-CN" altLang="en-US" sz="2700" b="1" kern="0" spc="90" dirty="0">
                <a:solidFill>
                  <a:srgbClr val="003F8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영점 공구 계획</a:t>
            </a:r>
            <a:endParaRPr lang="zh-CN" sz="2700" b="1" kern="0" spc="80" dirty="0">
              <a:solidFill>
                <a:srgbClr val="003F8E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3BFA16A-087D-43F0-BE84-942EFDA2485B}"/>
              </a:ext>
            </a:extLst>
          </p:cNvPr>
          <p:cNvGrpSpPr>
            <a:grpSpLocks noChangeAspect="1"/>
          </p:cNvGrpSpPr>
          <p:nvPr/>
        </p:nvGrpSpPr>
        <p:grpSpPr>
          <a:xfrm>
            <a:off x="2698395" y="1893187"/>
            <a:ext cx="9071050" cy="7132946"/>
            <a:chOff x="832796" y="836712"/>
            <a:chExt cx="7234299" cy="5688632"/>
          </a:xfrm>
        </p:grpSpPr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6CCFD637-AFCA-4F22-A51A-347E246DEB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3030667" y="4446487"/>
              <a:ext cx="3082667" cy="2078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" name="Picture 4">
              <a:extLst>
                <a:ext uri="{FF2B5EF4-FFF2-40B4-BE49-F238E27FC236}">
                  <a16:creationId xmlns:a16="http://schemas.microsoft.com/office/drawing/2014/main" id="{C0D6DC4A-F4C8-4B2A-9573-EC1326F3DC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 bwMode="auto">
            <a:xfrm>
              <a:off x="832796" y="836712"/>
              <a:ext cx="3581333" cy="2383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" name="Picture 4" descr="C:\Users\eric.ren\Desktop\南京机电工程研究中心_江苏南京\汉迪资料夹\V1.0\方案一\Z_1102.bmp">
              <a:extLst>
                <a:ext uri="{FF2B5EF4-FFF2-40B4-BE49-F238E27FC236}">
                  <a16:creationId xmlns:a16="http://schemas.microsoft.com/office/drawing/2014/main" id="{6AC7EBA7-DC35-4BAC-9A9D-603346B754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5895" y="963935"/>
              <a:ext cx="3121200" cy="22490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右大括号 26">
              <a:extLst>
                <a:ext uri="{FF2B5EF4-FFF2-40B4-BE49-F238E27FC236}">
                  <a16:creationId xmlns:a16="http://schemas.microsoft.com/office/drawing/2014/main" id="{F5C531BC-D3C7-4E14-862C-6702E829CC58}"/>
                </a:ext>
              </a:extLst>
            </p:cNvPr>
            <p:cNvSpPr/>
            <p:nvPr/>
          </p:nvSpPr>
          <p:spPr>
            <a:xfrm rot="5400000">
              <a:off x="3973483" y="1882903"/>
              <a:ext cx="1197035" cy="3888432"/>
            </a:xfrm>
            <a:prstGeom prst="rightBrace">
              <a:avLst>
                <a:gd name="adj1" fmla="val 55787"/>
                <a:gd name="adj2" fmla="val 50000"/>
              </a:avLst>
            </a:prstGeom>
            <a:noFill/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Picture 3" descr="C:\Users\eric.ren\Desktop\南京机电工程研究中心_江苏南京\汉迪资料夹\V1.0\方案一\Z_0902.bmp">
            <a:extLst>
              <a:ext uri="{FF2B5EF4-FFF2-40B4-BE49-F238E27FC236}">
                <a16:creationId xmlns:a16="http://schemas.microsoft.com/office/drawing/2014/main" id="{08E154AF-8F7C-492C-87F3-303A454F7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744" y="8350730"/>
            <a:ext cx="1333413" cy="110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C:\Users\eric.ren\Desktop\南京机电工程研究中心_江苏南京\汉迪资料夹\V1.0\方案一\Z_1102.bmp">
            <a:extLst>
              <a:ext uri="{FF2B5EF4-FFF2-40B4-BE49-F238E27FC236}">
                <a16:creationId xmlns:a16="http://schemas.microsoft.com/office/drawing/2014/main" id="{52CE93B8-B627-414B-8A5F-3B8C1A923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5980" y="7012886"/>
            <a:ext cx="1942973" cy="1400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:\Users\eric.ren\Desktop\南京机电工程研究中心_江苏南京\汉迪资料夹\V1.0\方案一\Z_1902.png">
            <a:extLst>
              <a:ext uri="{FF2B5EF4-FFF2-40B4-BE49-F238E27FC236}">
                <a16:creationId xmlns:a16="http://schemas.microsoft.com/office/drawing/2014/main" id="{D5D5D495-067E-4AE9-BA08-3A3196C1D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3266" y="6019800"/>
            <a:ext cx="1940368" cy="1299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右大括号 31">
            <a:extLst>
              <a:ext uri="{FF2B5EF4-FFF2-40B4-BE49-F238E27FC236}">
                <a16:creationId xmlns:a16="http://schemas.microsoft.com/office/drawing/2014/main" id="{87E4F7CD-0D50-488A-9D8E-8723FD0CD83D}"/>
              </a:ext>
            </a:extLst>
          </p:cNvPr>
          <p:cNvSpPr/>
          <p:nvPr/>
        </p:nvSpPr>
        <p:spPr>
          <a:xfrm>
            <a:off x="13686986" y="6512881"/>
            <a:ext cx="745164" cy="2420581"/>
          </a:xfrm>
          <a:prstGeom prst="rightBrace">
            <a:avLst>
              <a:gd name="adj1" fmla="val 81210"/>
              <a:gd name="adj2" fmla="val 50000"/>
            </a:avLst>
          </a:prstGeom>
          <a:noFill/>
          <a:ln w="571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065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950" y="1161668"/>
            <a:ext cx="17068800" cy="7559954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0" y="9026244"/>
            <a:ext cx="170687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그래픽 조작 인터페이스, 설비 상태 동적 표시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원터치로 “시작” “정지” “재개” 구현, 시스템 조작이 간단명료.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76" name="table 776"/>
          <p:cNvGraphicFramePr>
            <a:graphicFrameLocks noGrp="1"/>
          </p:cNvGraphicFramePr>
          <p:nvPr/>
        </p:nvGraphicFramePr>
        <p:xfrm>
          <a:off x="7487285" y="1962150"/>
          <a:ext cx="9197340" cy="7063042"/>
        </p:xfrm>
        <a:graphic>
          <a:graphicData uri="http://schemas.openxmlformats.org/drawingml/2006/table">
            <a:tbl>
              <a:tblPr/>
              <a:tblGrid>
                <a:gridCol w="919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29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900" algn="l" rtl="0" eaLnBrk="0">
                        <a:lnSpc>
                          <a:spcPct val="93000"/>
                        </a:lnSpc>
                      </a:pPr>
                      <a:r>
                        <a:rPr sz="24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자동화</a:t>
                      </a:r>
                      <a:r>
                        <a:rPr sz="2400" b="1" kern="0" spc="-4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작업장 환경 요건 - 주변</a:t>
                      </a:r>
                      <a:endParaRPr sz="24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0975" algn="l" rtl="0" eaLnBrk="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700" b="1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1.</a:t>
                      </a:r>
                      <a:r>
                        <a:rPr sz="1700" b="1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700" b="1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전원:</a:t>
                      </a:r>
                      <a:endParaRPr sz="17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473710" algn="l" rtl="0" eaLnBrk="0">
                        <a:lnSpc>
                          <a:spcPct val="99000"/>
                        </a:lnSpc>
                        <a:spcBef>
                          <a:spcPts val="430"/>
                        </a:spcBef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로봇 및 중앙 제어 시스템 전력 요구 12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KVA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+3P+N+E/380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VAC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±10%/50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HZ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。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175260" algn="l" rtl="0" eaLnBrk="0">
                        <a:lnSpc>
                          <a:spcPct val="99000"/>
                        </a:lnSpc>
                        <a:spcBef>
                          <a:spcPts val="920"/>
                        </a:spcBef>
                      </a:pPr>
                      <a:r>
                        <a:rPr sz="1700" b="1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2. 기체 공급원:</a:t>
                      </a:r>
                      <a:endParaRPr sz="17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484505" algn="l" rtl="0" eaLnBrk="0">
                        <a:lnSpc>
                          <a:spcPct val="93000"/>
                        </a:lnSpc>
                        <a:spcBef>
                          <a:spcPts val="440"/>
                        </a:spcBef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작업 기압 0.6Mpa 이상,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Mpa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，</a:t>
                      </a:r>
                      <a:r>
                        <a:rPr sz="15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유량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1m³/min 이상.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min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。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172720" algn="l" rtl="0" eaLnBrk="0">
                        <a:lnSpc>
                          <a:spcPct val="94000"/>
                        </a:lnSpc>
                        <a:spcBef>
                          <a:spcPts val="1020"/>
                        </a:spcBef>
                      </a:pPr>
                      <a:r>
                        <a:rPr sz="18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3.</a:t>
                      </a:r>
                      <a:r>
                        <a:rPr sz="1800" b="1" kern="0" spc="-3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8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작업 환경:</a:t>
                      </a:r>
                      <a:r>
                        <a:rPr sz="1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：</a:t>
                      </a:r>
                      <a:endParaRPr sz="18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181610" algn="l" rtl="0" eaLnBrk="0">
                        <a:lnSpc>
                          <a:spcPct val="99000"/>
                        </a:lnSpc>
                        <a:spcBef>
                          <a:spcPts val="1110"/>
                        </a:spcBef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l </a:t>
                      </a: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주변 온도 권장:</a:t>
                      </a:r>
                      <a:r>
                        <a:rPr sz="15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 </a:t>
                      </a: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22℃±2℃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529590" indent="-347980" algn="l" rtl="0" eaLnBrk="0">
                        <a:lnSpc>
                          <a:spcPct val="129000"/>
                        </a:lnSpc>
                        <a:spcBef>
                          <a:spcPts val="1095"/>
                        </a:spcBef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l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주변 습도 권장:</a:t>
                      </a:r>
                      <a:r>
                        <a:rPr sz="15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일반적으로 20%~75%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RH</a:t>
                      </a:r>
                      <a:r>
                        <a:rPr sz="1500" kern="0" spc="-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(결로 없는 환경),</a:t>
                      </a:r>
                      <a:r>
                        <a:rPr sz="1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）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，</a:t>
                      </a:r>
                      <a:r>
                        <a:rPr sz="15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단기</a:t>
                      </a:r>
                      <a:r>
                        <a:rPr sz="1500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(1개월 이내)</a:t>
                      </a:r>
                      <a:r>
                        <a:rPr sz="15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95%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RH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이하</a:t>
                      </a:r>
                      <a:r>
                        <a:rPr sz="1500" kern="0" spc="-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(결로 없는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       </a:t>
                      </a: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환경)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181610" algn="l" rtl="0" eaLnBrk="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l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진동값: 0</a:t>
                      </a: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.5G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181610" algn="l" rtl="0" eaLnBrk="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l </a:t>
                      </a: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접지 저항값:</a:t>
                      </a:r>
                      <a:r>
                        <a:rPr sz="15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 </a:t>
                      </a: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10Ω 이하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Ω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181610" algn="l" rtl="0" eaLnBrk="0">
                        <a:lnSpc>
                          <a:spcPct val="99000"/>
                        </a:lnSpc>
                        <a:spcBef>
                          <a:spcPts val="1090"/>
                        </a:spcBef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l 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기타: 설비 설치 장소에 폭발성 가스 없어야 함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。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168910" algn="l" rtl="0" eaLnBrk="0">
                        <a:lnSpc>
                          <a:spcPct val="94000"/>
                        </a:lnSpc>
                        <a:spcBef>
                          <a:spcPts val="1200"/>
                        </a:spcBef>
                      </a:pPr>
                      <a:r>
                        <a:rPr sz="18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4. 현장 조건</a:t>
                      </a:r>
                      <a:endParaRPr sz="18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181610" algn="l" rtl="0" eaLnBrk="0">
                        <a:lnSpc>
                          <a:spcPct val="99000"/>
                        </a:lnSpc>
                        <a:spcBef>
                          <a:spcPts val="1105"/>
                        </a:spcBef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l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설비 설치 장소</a:t>
                      </a:r>
                      <a:r>
                        <a:rPr sz="15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, 인화성 및 조연성 재료</a:t>
                      </a: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또는 용제 적치 엄금;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512445" indent="-330835" algn="l" rtl="0" eaLnBrk="0">
                        <a:lnSpc>
                          <a:spcPct val="130000"/>
                        </a:lnSpc>
                        <a:spcBef>
                          <a:spcPts val="1080"/>
                        </a:spcBef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 panose="05000000000000000000"/>
                          <a:ea typeface="Wingdings" panose="05000000000000000000"/>
                          <a:cs typeface="Wingdings" panose="05000000000000000000"/>
                        </a:rPr>
                        <a:t>l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설비 설치 장소</a:t>
                      </a:r>
                      <a:r>
                        <a:rPr sz="15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，</a:t>
                      </a:r>
                      <a:r>
                        <a:rPr sz="15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필요한 하중 용량을 반드시 갖추어야 함,</a:t>
                      </a:r>
                      <a:r>
                        <a:rPr sz="15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，</a:t>
                      </a:r>
                      <a:r>
                        <a:rPr sz="15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㎡당 하중 5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톤 이상;</a:t>
                      </a:r>
                      <a:r>
                        <a:rPr sz="15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콘크리트 층 두께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      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250mm 이상,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mm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，</a:t>
                      </a:r>
                      <a:r>
                        <a:rPr sz="15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위 조건 미충족 시</a:t>
                      </a:r>
                      <a:r>
                        <a:rPr sz="15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，</a:t>
                      </a:r>
                      <a:r>
                        <a:rPr sz="15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사용자가 자체적으로 보완 조치 시행.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173990" algn="l" rtl="0" eaLnBrk="0">
                        <a:lnSpc>
                          <a:spcPct val="94000"/>
                        </a:lnSpc>
                        <a:spcBef>
                          <a:spcPts val="1210"/>
                        </a:spcBef>
                      </a:pPr>
                      <a:r>
                        <a:rPr sz="18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5. 설비 보호</a:t>
                      </a:r>
                      <a:endParaRPr sz="18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6565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황삭 및 재래식 가공 구역 격리 실시</a:t>
                      </a:r>
                      <a:r>
                        <a:rPr sz="15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, 진동 및 분진 오염 방지;</a:t>
                      </a:r>
                      <a:r>
                        <a:rPr sz="15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정밀 가공 설비</a:t>
                      </a:r>
                      <a:r>
                        <a:rPr sz="15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，</a:t>
                      </a:r>
                      <a:r>
                        <a:rPr sz="15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방진 패드 추가 필요.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2" name="textbox 782"/>
          <p:cNvSpPr/>
          <p:nvPr/>
        </p:nvSpPr>
        <p:spPr>
          <a:xfrm>
            <a:off x="1319783" y="1226311"/>
            <a:ext cx="3911600" cy="165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현장 준비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465" algn="l" rtl="0" eaLnBrk="0">
              <a:lnSpc>
                <a:spcPct val="94000"/>
              </a:lnSpc>
              <a:spcBef>
                <a:spcPts val="620"/>
              </a:spcBef>
            </a:pPr>
            <a:r>
              <a:rPr sz="1400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자동화 작업장 기본 요건.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180" algn="l" rtl="0" eaLnBrk="0">
              <a:lnSpc>
                <a:spcPct val="93000"/>
              </a:lnSpc>
              <a:spcBef>
                <a:spcPts val="550"/>
              </a:spcBef>
            </a:pPr>
            <a:r>
              <a:rPr sz="18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자동화 도입 설비 요건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195" algn="l" rtl="0" eaLnBrk="0">
              <a:lnSpc>
                <a:spcPct val="94000"/>
              </a:lnSpc>
              <a:spcBef>
                <a:spcPts val="0"/>
              </a:spcBef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자동화 추진 시 관련 설비는 일정 기술 요건을 갖추어야 합니다.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209550" y="2311400"/>
            <a:ext cx="830262" cy="830198"/>
            <a:chOff x="0" y="0"/>
            <a:chExt cx="830262" cy="830198"/>
          </a:xfrm>
        </p:grpSpPr>
        <p:sp>
          <p:nvSpPr>
            <p:cNvPr id="788" name="path 788"/>
            <p:cNvSpPr/>
            <p:nvPr/>
          </p:nvSpPr>
          <p:spPr>
            <a:xfrm>
              <a:off x="0" y="0"/>
              <a:ext cx="830262" cy="830198"/>
            </a:xfrm>
            <a:custGeom>
              <a:avLst/>
              <a:gdLst/>
              <a:ahLst/>
              <a:cxnLst/>
              <a:rect l="0" t="0" r="0" b="0"/>
              <a:pathLst>
                <a:path w="1307" h="1307">
                  <a:moveTo>
                    <a:pt x="0" y="218"/>
                  </a:moveTo>
                  <a:moveTo>
                    <a:pt x="0" y="218"/>
                  </a:moveTo>
                  <a:cubicBezTo>
                    <a:pt x="0" y="97"/>
                    <a:pt x="97" y="0"/>
                    <a:pt x="217" y="0"/>
                  </a:cubicBezTo>
                  <a:lnTo>
                    <a:pt x="1089" y="0"/>
                  </a:lnTo>
                  <a:cubicBezTo>
                    <a:pt x="1209" y="0"/>
                    <a:pt x="1307" y="97"/>
                    <a:pt x="1307" y="218"/>
                  </a:cubicBezTo>
                  <a:lnTo>
                    <a:pt x="1307" y="1089"/>
                  </a:lnTo>
                  <a:cubicBezTo>
                    <a:pt x="1307" y="1210"/>
                    <a:pt x="1209" y="1307"/>
                    <a:pt x="1089" y="1307"/>
                  </a:cubicBezTo>
                  <a:lnTo>
                    <a:pt x="217" y="1307"/>
                  </a:lnTo>
                  <a:cubicBezTo>
                    <a:pt x="97" y="1307"/>
                    <a:pt x="0" y="1210"/>
                    <a:pt x="0" y="1089"/>
                  </a:cubicBezTo>
                  <a:lnTo>
                    <a:pt x="0" y="218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90" name="path 790"/>
            <p:cNvSpPr/>
            <p:nvPr/>
          </p:nvSpPr>
          <p:spPr>
            <a:xfrm>
              <a:off x="239712" y="225425"/>
              <a:ext cx="342125" cy="342138"/>
            </a:xfrm>
            <a:custGeom>
              <a:avLst/>
              <a:gdLst/>
              <a:ahLst/>
              <a:cxnLst/>
              <a:rect l="0" t="0" r="0" b="0"/>
              <a:pathLst>
                <a:path w="538" h="538">
                  <a:moveTo>
                    <a:pt x="485" y="64"/>
                  </a:moveTo>
                  <a:lnTo>
                    <a:pt x="485" y="64"/>
                  </a:lnTo>
                  <a:cubicBezTo>
                    <a:pt x="452" y="64"/>
                    <a:pt x="452" y="64"/>
                    <a:pt x="452" y="64"/>
                  </a:cubicBezTo>
                  <a:cubicBezTo>
                    <a:pt x="452" y="119"/>
                    <a:pt x="452" y="119"/>
                    <a:pt x="452" y="119"/>
                  </a:cubicBezTo>
                  <a:cubicBezTo>
                    <a:pt x="356" y="119"/>
                    <a:pt x="356" y="119"/>
                    <a:pt x="356" y="119"/>
                  </a:cubicBezTo>
                  <a:cubicBezTo>
                    <a:pt x="356" y="64"/>
                    <a:pt x="356" y="64"/>
                    <a:pt x="356" y="64"/>
                  </a:cubicBezTo>
                  <a:cubicBezTo>
                    <a:pt x="183" y="64"/>
                    <a:pt x="183" y="64"/>
                    <a:pt x="183" y="64"/>
                  </a:cubicBezTo>
                  <a:cubicBezTo>
                    <a:pt x="183" y="119"/>
                    <a:pt x="183" y="119"/>
                    <a:pt x="183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6" y="64"/>
                    <a:pt x="86" y="64"/>
                    <a:pt x="86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21" y="64"/>
                    <a:pt x="0" y="86"/>
                    <a:pt x="0" y="119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516"/>
                    <a:pt x="21" y="538"/>
                    <a:pt x="54" y="538"/>
                  </a:cubicBezTo>
                  <a:cubicBezTo>
                    <a:pt x="485" y="538"/>
                    <a:pt x="485" y="538"/>
                    <a:pt x="485" y="538"/>
                  </a:cubicBezTo>
                  <a:cubicBezTo>
                    <a:pt x="516" y="538"/>
                    <a:pt x="538" y="516"/>
                    <a:pt x="538" y="485"/>
                  </a:cubicBezTo>
                  <a:cubicBezTo>
                    <a:pt x="538" y="119"/>
                    <a:pt x="538" y="119"/>
                    <a:pt x="538" y="119"/>
                  </a:cubicBezTo>
                  <a:cubicBezTo>
                    <a:pt x="538" y="86"/>
                    <a:pt x="516" y="64"/>
                    <a:pt x="485" y="64"/>
                  </a:cubicBezTo>
                  <a:moveTo>
                    <a:pt x="485" y="485"/>
                  </a:moveTo>
                  <a:lnTo>
                    <a:pt x="485" y="485"/>
                  </a:lnTo>
                  <a:cubicBezTo>
                    <a:pt x="54" y="485"/>
                    <a:pt x="54" y="485"/>
                    <a:pt x="54" y="485"/>
                  </a:cubicBezTo>
                  <a:cubicBezTo>
                    <a:pt x="54" y="238"/>
                    <a:pt x="54" y="238"/>
                    <a:pt x="54" y="238"/>
                  </a:cubicBezTo>
                  <a:cubicBezTo>
                    <a:pt x="485" y="238"/>
                    <a:pt x="485" y="238"/>
                    <a:pt x="485" y="238"/>
                  </a:cubicBezTo>
                  <a:lnTo>
                    <a:pt x="485" y="485"/>
                  </a:lnTo>
                  <a:close/>
                  <a:moveTo>
                    <a:pt x="150" y="0"/>
                  </a:moveTo>
                  <a:lnTo>
                    <a:pt x="150" y="0"/>
                  </a:lnTo>
                  <a:cubicBezTo>
                    <a:pt x="108" y="0"/>
                    <a:pt x="108" y="0"/>
                    <a:pt x="108" y="0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50" y="108"/>
                    <a:pt x="150" y="108"/>
                    <a:pt x="150" y="108"/>
                  </a:cubicBezTo>
                  <a:lnTo>
                    <a:pt x="150" y="0"/>
                  </a:lnTo>
                  <a:close/>
                  <a:moveTo>
                    <a:pt x="430" y="0"/>
                  </a:moveTo>
                  <a:lnTo>
                    <a:pt x="430" y="0"/>
                  </a:lnTo>
                  <a:cubicBezTo>
                    <a:pt x="387" y="0"/>
                    <a:pt x="387" y="0"/>
                    <a:pt x="387" y="0"/>
                  </a:cubicBezTo>
                  <a:cubicBezTo>
                    <a:pt x="387" y="108"/>
                    <a:pt x="387" y="108"/>
                    <a:pt x="387" y="108"/>
                  </a:cubicBezTo>
                  <a:cubicBezTo>
                    <a:pt x="430" y="108"/>
                    <a:pt x="430" y="108"/>
                    <a:pt x="430" y="108"/>
                  </a:cubicBezTo>
                  <a:lnTo>
                    <a:pt x="43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794" name="path 794"/>
          <p:cNvSpPr/>
          <p:nvPr/>
        </p:nvSpPr>
        <p:spPr>
          <a:xfrm>
            <a:off x="498475" y="1342390"/>
            <a:ext cx="462280" cy="481965"/>
          </a:xfrm>
          <a:custGeom>
            <a:avLst/>
            <a:gdLst/>
            <a:ahLst/>
            <a:cxnLst/>
            <a:rect l="0" t="0" r="0" b="0"/>
            <a:pathLst>
              <a:path w="466" h="605">
                <a:moveTo>
                  <a:pt x="168" y="90"/>
                </a:moveTo>
                <a:lnTo>
                  <a:pt x="168" y="90"/>
                </a:lnTo>
                <a:cubicBezTo>
                  <a:pt x="168" y="39"/>
                  <a:pt x="130" y="0"/>
                  <a:pt x="90" y="0"/>
                </a:cubicBezTo>
                <a:cubicBezTo>
                  <a:pt x="39" y="0"/>
                  <a:pt x="0" y="39"/>
                  <a:pt x="0" y="90"/>
                </a:cubicBezTo>
                <a:cubicBezTo>
                  <a:pt x="0" y="116"/>
                  <a:pt x="26" y="154"/>
                  <a:pt x="52" y="167"/>
                </a:cubicBezTo>
                <a:cubicBezTo>
                  <a:pt x="52" y="438"/>
                  <a:pt x="52" y="438"/>
                  <a:pt x="52" y="438"/>
                </a:cubicBezTo>
                <a:cubicBezTo>
                  <a:pt x="26" y="451"/>
                  <a:pt x="0" y="477"/>
                  <a:pt x="0" y="515"/>
                </a:cubicBezTo>
                <a:cubicBezTo>
                  <a:pt x="0" y="567"/>
                  <a:pt x="39" y="605"/>
                  <a:pt x="90" y="605"/>
                </a:cubicBezTo>
                <a:cubicBezTo>
                  <a:pt x="130" y="605"/>
                  <a:pt x="168" y="567"/>
                  <a:pt x="168" y="515"/>
                </a:cubicBezTo>
                <a:cubicBezTo>
                  <a:pt x="168" y="477"/>
                  <a:pt x="154" y="451"/>
                  <a:pt x="116" y="438"/>
                </a:cubicBezTo>
                <a:cubicBezTo>
                  <a:pt x="116" y="167"/>
                  <a:pt x="116" y="167"/>
                  <a:pt x="116" y="167"/>
                </a:cubicBezTo>
                <a:cubicBezTo>
                  <a:pt x="154" y="154"/>
                  <a:pt x="168" y="116"/>
                  <a:pt x="168" y="90"/>
                </a:cubicBezTo>
                <a:moveTo>
                  <a:pt x="143" y="515"/>
                </a:moveTo>
                <a:lnTo>
                  <a:pt x="143" y="515"/>
                </a:lnTo>
                <a:cubicBezTo>
                  <a:pt x="143" y="541"/>
                  <a:pt x="116" y="567"/>
                  <a:pt x="90" y="567"/>
                </a:cubicBezTo>
                <a:cubicBezTo>
                  <a:pt x="64" y="567"/>
                  <a:pt x="39" y="541"/>
                  <a:pt x="39" y="515"/>
                </a:cubicBezTo>
                <a:cubicBezTo>
                  <a:pt x="39" y="490"/>
                  <a:pt x="64" y="464"/>
                  <a:pt x="90" y="464"/>
                </a:cubicBezTo>
                <a:cubicBezTo>
                  <a:pt x="116" y="464"/>
                  <a:pt x="143" y="490"/>
                  <a:pt x="143" y="515"/>
                </a:cubicBezTo>
                <a:moveTo>
                  <a:pt x="90" y="128"/>
                </a:moveTo>
                <a:lnTo>
                  <a:pt x="90" y="128"/>
                </a:lnTo>
                <a:cubicBezTo>
                  <a:pt x="64" y="128"/>
                  <a:pt x="39" y="116"/>
                  <a:pt x="39" y="90"/>
                </a:cubicBezTo>
                <a:cubicBezTo>
                  <a:pt x="39" y="50"/>
                  <a:pt x="64" y="39"/>
                  <a:pt x="90" y="39"/>
                </a:cubicBezTo>
                <a:cubicBezTo>
                  <a:pt x="116" y="39"/>
                  <a:pt x="143" y="50"/>
                  <a:pt x="143" y="90"/>
                </a:cubicBezTo>
                <a:cubicBezTo>
                  <a:pt x="143" y="116"/>
                  <a:pt x="116" y="128"/>
                  <a:pt x="90" y="128"/>
                </a:cubicBezTo>
                <a:moveTo>
                  <a:pt x="414" y="438"/>
                </a:moveTo>
                <a:lnTo>
                  <a:pt x="414" y="438"/>
                </a:lnTo>
                <a:cubicBezTo>
                  <a:pt x="414" y="167"/>
                  <a:pt x="414" y="167"/>
                  <a:pt x="414" y="167"/>
                </a:cubicBezTo>
                <a:cubicBezTo>
                  <a:pt x="441" y="154"/>
                  <a:pt x="466" y="116"/>
                  <a:pt x="466" y="90"/>
                </a:cubicBezTo>
                <a:cubicBezTo>
                  <a:pt x="466" y="39"/>
                  <a:pt x="426" y="0"/>
                  <a:pt x="375" y="0"/>
                </a:cubicBezTo>
                <a:cubicBezTo>
                  <a:pt x="322" y="0"/>
                  <a:pt x="284" y="39"/>
                  <a:pt x="284" y="90"/>
                </a:cubicBezTo>
                <a:cubicBezTo>
                  <a:pt x="284" y="116"/>
                  <a:pt x="309" y="154"/>
                  <a:pt x="349" y="167"/>
                </a:cubicBezTo>
                <a:cubicBezTo>
                  <a:pt x="349" y="438"/>
                  <a:pt x="349" y="438"/>
                  <a:pt x="349" y="438"/>
                </a:cubicBezTo>
                <a:cubicBezTo>
                  <a:pt x="309" y="451"/>
                  <a:pt x="284" y="477"/>
                  <a:pt x="284" y="515"/>
                </a:cubicBezTo>
                <a:cubicBezTo>
                  <a:pt x="284" y="567"/>
                  <a:pt x="322" y="605"/>
                  <a:pt x="375" y="605"/>
                </a:cubicBezTo>
                <a:cubicBezTo>
                  <a:pt x="426" y="605"/>
                  <a:pt x="466" y="567"/>
                  <a:pt x="466" y="515"/>
                </a:cubicBezTo>
                <a:cubicBezTo>
                  <a:pt x="466" y="477"/>
                  <a:pt x="441" y="451"/>
                  <a:pt x="414" y="438"/>
                </a:cubicBezTo>
                <a:moveTo>
                  <a:pt x="322" y="90"/>
                </a:moveTo>
                <a:lnTo>
                  <a:pt x="322" y="90"/>
                </a:lnTo>
                <a:cubicBezTo>
                  <a:pt x="322" y="50"/>
                  <a:pt x="349" y="39"/>
                  <a:pt x="375" y="39"/>
                </a:cubicBezTo>
                <a:cubicBezTo>
                  <a:pt x="401" y="39"/>
                  <a:pt x="426" y="50"/>
                  <a:pt x="426" y="90"/>
                </a:cubicBezTo>
                <a:cubicBezTo>
                  <a:pt x="426" y="116"/>
                  <a:pt x="401" y="128"/>
                  <a:pt x="375" y="128"/>
                </a:cubicBezTo>
                <a:cubicBezTo>
                  <a:pt x="349" y="128"/>
                  <a:pt x="322" y="116"/>
                  <a:pt x="322" y="90"/>
                </a:cubicBezTo>
                <a:moveTo>
                  <a:pt x="375" y="567"/>
                </a:moveTo>
                <a:lnTo>
                  <a:pt x="375" y="567"/>
                </a:lnTo>
                <a:cubicBezTo>
                  <a:pt x="349" y="567"/>
                  <a:pt x="322" y="541"/>
                  <a:pt x="322" y="515"/>
                </a:cubicBezTo>
                <a:cubicBezTo>
                  <a:pt x="322" y="490"/>
                  <a:pt x="349" y="464"/>
                  <a:pt x="375" y="464"/>
                </a:cubicBezTo>
                <a:cubicBezTo>
                  <a:pt x="401" y="464"/>
                  <a:pt x="426" y="490"/>
                  <a:pt x="426" y="515"/>
                </a:cubicBezTo>
                <a:cubicBezTo>
                  <a:pt x="426" y="541"/>
                  <a:pt x="401" y="567"/>
                  <a:pt x="375" y="567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802" name="table 80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28295" y="3465195"/>
          <a:ext cx="6984365" cy="5560695"/>
        </p:xfrm>
        <a:graphic>
          <a:graphicData uri="http://schemas.openxmlformats.org/drawingml/2006/table">
            <a:tbl>
              <a:tblPr/>
              <a:tblGrid>
                <a:gridCol w="465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8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42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986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2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자동화</a:t>
                      </a:r>
                      <a:r>
                        <a:rPr sz="2400" b="1" kern="0" spc="-5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작업장 설비 요건</a:t>
                      </a:r>
                      <a:endParaRPr sz="24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>
                    <a:lnL w="1270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64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7340" algn="l" rtl="0" eaLnBrk="0">
                        <a:lnSpc>
                          <a:spcPct val="87000"/>
                        </a:lnSpc>
                      </a:pP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CNC 설비</a:t>
                      </a:r>
                      <a:endParaRPr sz="21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 vert="eaVert">
                    <a:lnL w="1270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090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1.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 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보유: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Internet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/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LAN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네트워크 기능,</a:t>
                      </a:r>
                      <a:r>
                        <a:rPr sz="15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DNC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전송;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207645" algn="l" rtl="0" eaLnBrk="0">
                        <a:lnSpc>
                          <a:spcPct val="99000"/>
                        </a:lnSpc>
                        <a:spcBef>
                          <a:spcPts val="210"/>
                        </a:spcBef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2.   추가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Robot</a:t>
                      </a:r>
                      <a:r>
                        <a:rPr sz="15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interface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및 자동 도어 추가/개조, 출하 시 자동화 입출력 도어는 M코드 제어 가능;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205105" algn="l" rtl="0" eaLnBrk="0">
                        <a:lnSpc>
                          <a:spcPct val="99000"/>
                        </a:lnSpc>
                        <a:spcBef>
                          <a:spcPts val="210"/>
                        </a:spcBef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3.   자동 공구 교환 매거진 및 자동 공구 측정 장치 탑재, 자동 공구 교환 가공 실현;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201295" algn="l" rtl="0" eaLnBrk="0">
                        <a:lnSpc>
                          <a:spcPct val="98000"/>
                        </a:lnSpc>
                        <a:spcBef>
                          <a:spcPts val="230"/>
                        </a:spcBef>
                      </a:pP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4.   작업대에 6-8bar 기압 포트 예비, 에어 배관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bar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최소 2개 예비(기계 구성 지그에 따라 결정),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），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작업대 지그 설치 편의를 위함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208280" algn="l" rtl="0" eaLnBrk="0">
                        <a:lnSpc>
                          <a:spcPct val="99000"/>
                        </a:lnSpc>
                        <a:spcBef>
                          <a:spcPts val="230"/>
                        </a:spcBef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5.   데이터 디스크 탑재, 사용 가능 용량 256M 이상;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；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208280" algn="l" rtl="0" eaLnBrk="0">
                        <a:lnSpc>
                          <a:spcPct val="99000"/>
                        </a:lnSpc>
                        <a:spcBef>
                          <a:spcPts val="210"/>
                        </a:spcBef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6.   원격 제어 인터페이스 탑재, PC 단말에서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PC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원격 기동 가능;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207010" algn="l" rtl="0" eaLnBrk="0">
                        <a:lnSpc>
                          <a:spcPct val="99000"/>
                        </a:lnSpc>
                        <a:spcBef>
                          <a:spcPts val="230"/>
                        </a:spcBef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7.   좌표축 회전 기능 탑재, 측면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공급 가공물 위치 조정에 활용;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546735" indent="-339725" algn="l" rtl="0" eaLnBrk="0">
                        <a:lnSpc>
                          <a:spcPct val="105000"/>
                        </a:lnSpc>
                        <a:spcBef>
                          <a:spcPts val="210"/>
                        </a:spcBef>
                      </a:pP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8.   제어 시스템에 API 인터페이스 탑재,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API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PC 단말에서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PC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기계 상태·주축 위치 등 정보 취득 가능; PC 단말에서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PC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인터페이스를 통해 가공 프로그램을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       </a:t>
                      </a: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기계 메모리로 전송 가능;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  <a:p>
                      <a:pPr marL="207010" algn="l" rtl="0" eaLnBrk="0">
                        <a:lnSpc>
                          <a:spcPct val="98000"/>
                        </a:lnSpc>
                        <a:spcBef>
                          <a:spcPts val="230"/>
                        </a:spcBef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9.    자동화 라인 내 관련 공작 기계 제조사는 소프트 PLC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PLC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 래더 다이어그램 제어 포인트 변경에 무조건 협력.</a:t>
                      </a:r>
                      <a:endParaRPr sz="1500" dirty="0">
                        <a:latin typeface="等线" panose="02010600030101010101" charset="-122"/>
                        <a:ea typeface="等线" panose="02010600030101010101" charset="-122"/>
                        <a:cs typeface="等线" panose="0201060003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F7F7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86" name="path 98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8" name="textbox 98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0" name="path 99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2" name="textbox 1012"/>
          <p:cNvSpPr/>
          <p:nvPr/>
        </p:nvSpPr>
        <p:spPr>
          <a:xfrm>
            <a:off x="1628647" y="403590"/>
            <a:ext cx="1704339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sz="2200" b="1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자동화 업그레이드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Automation upgrade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34509678"/>
      </p:ext>
    </p:extLst>
  </p:cSld>
  <p:clrMapOvr>
    <a:masterClrMapping/>
  </p:clrMapOvr>
  <p:transition spd="slow">
    <p:circl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73327" y="1504366"/>
            <a:ext cx="1302896" cy="457075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zh-CN" altLang="en-US" sz="2125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rPr>
              <a:t>주문 관리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32053" y="3988928"/>
            <a:ext cx="1573406" cy="457075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zh-CN" altLang="en-US" sz="2125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rPr>
              <a:t>소재 준비 및 보정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32052" y="6612509"/>
            <a:ext cx="1302896" cy="457075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zh-CN" altLang="en-US" sz="2125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rPr>
              <a:t>프로그램 관리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191446" y="1489682"/>
            <a:ext cx="1302896" cy="457075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zh-CN" altLang="en-US" sz="2125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rPr>
              <a:t>소재 랙 관리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2925806" y="4736040"/>
            <a:ext cx="1302896" cy="457075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zh-CN" altLang="en-US" sz="2125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rPr>
              <a:t>오프라인 가공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9191438" y="5701339"/>
            <a:ext cx="1302896" cy="457075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zh-CN" altLang="en-US" sz="2125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rPr>
              <a:t>데이터 보고서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5588754" y="1478280"/>
            <a:ext cx="1302896" cy="457075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zh-CN" altLang="en-US" sz="2125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rPr>
              <a:t>전자 간판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804428" y="6672504"/>
            <a:ext cx="1032386" cy="457075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zh-CN" altLang="en-US" sz="2125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rPr>
              <a:t>제어 콘솔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12925806" y="7026615"/>
            <a:ext cx="1302896" cy="457075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zh-CN" altLang="en-US" sz="2125" b="1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</a:rPr>
              <a:t>시스템 로그</a:t>
            </a:r>
          </a:p>
        </p:txBody>
      </p:sp>
      <p:sp>
        <p:nvSpPr>
          <p:cNvPr id="37" name="矩形 36"/>
          <p:cNvSpPr/>
          <p:nvPr/>
        </p:nvSpPr>
        <p:spPr>
          <a:xfrm>
            <a:off x="373327" y="1992882"/>
            <a:ext cx="3632190" cy="134904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다양한 방식으로 작업 지시 생성</a:t>
            </a:r>
            <a:endParaRPr lang="en-US" altLang="zh-CN" sz="1595" kern="100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303530" indent="-3035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모더바오</a:t>
            </a:r>
            <a:r>
              <a:rPr lang="en-US" altLang="zh-CN" sz="1595" kern="100" dirty="0" err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MES</a:t>
            </a:r>
            <a:r>
              <a:rPr lang="zh-CN" altLang="zh-CN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시스템</a:t>
            </a:r>
            <a:endParaRPr lang="zh-CN" altLang="zh-CN" sz="1595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303530" indent="-3035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모더바오 자동화 시스템 가공 프로그램 업로드</a:t>
            </a:r>
            <a:endParaRPr lang="zh-CN" altLang="zh-CN" sz="1595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303530" indent="-3035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제3자 시스템</a:t>
            </a:r>
            <a:endParaRPr lang="zh-CN" altLang="zh-CN" sz="1595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32052" y="4477443"/>
            <a:ext cx="2867519" cy="142316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zh-CN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기록</a:t>
            </a: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전극</a:t>
            </a:r>
            <a:r>
              <a:rPr lang="en-US" altLang="zh-CN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/</a:t>
            </a: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공작물</a:t>
            </a:r>
            <a:r>
              <a:rPr lang="en-US" altLang="zh-CN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RFID</a:t>
            </a:r>
            <a:r>
              <a:rPr lang="zh-CN" altLang="zh-CN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정보</a:t>
            </a:r>
            <a:endParaRPr lang="zh-CN" altLang="zh-CN" sz="1595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기록</a:t>
            </a: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전극</a:t>
            </a:r>
            <a:r>
              <a:rPr lang="en-US" altLang="zh-CN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/</a:t>
            </a: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공작물</a:t>
            </a:r>
            <a:r>
              <a:rPr lang="zh-CN" altLang="zh-CN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소재 높이값 준비</a:t>
            </a:r>
            <a:endParaRPr lang="en-US" altLang="zh-CN" sz="1595" kern="100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59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보정 대기 공작물, 로봇 소재 투입</a:t>
            </a:r>
            <a:endParaRPr lang="en-US" altLang="zh-CN" sz="1595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59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보정 완료, 로봇 소재 배출</a:t>
            </a:r>
            <a:endParaRPr lang="zh-CN" altLang="zh-CN" sz="1595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32052" y="7092386"/>
            <a:ext cx="4063652" cy="1466092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좌표 회전 지령 자동 추가</a:t>
            </a:r>
            <a:endParaRPr lang="en-US" altLang="zh-CN" sz="1595" kern="100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다수 전극</a:t>
            </a:r>
            <a:r>
              <a:rPr lang="en-US" altLang="zh-CN" sz="1595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/</a:t>
            </a:r>
            <a:r>
              <a:rPr lang="zh-CN" altLang="en-US" sz="1595" b="1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강재 가공 프로그램 자동 병합</a:t>
            </a:r>
            <a:endParaRPr lang="en-US" altLang="zh-CN" sz="1595" b="1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프로그램 좌표계 자동 수정</a:t>
            </a:r>
            <a:endParaRPr lang="en-US" altLang="zh-CN" sz="1595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자동화 가공에 영향을 주는 항목 자동 삭제·수정</a:t>
            </a:r>
            <a:r>
              <a:rPr lang="en-US" altLang="zh-CN" sz="159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M</a:t>
            </a:r>
            <a:r>
              <a:rPr lang="zh-CN" altLang="en-US" sz="1595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코드</a:t>
            </a:r>
            <a:endParaRPr lang="zh-CN" altLang="zh-CN" sz="1595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786669" y="7161020"/>
            <a:ext cx="3782219" cy="1879792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자동화 라인 기동 화면 시각화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3D 효과로 자동화 라인 레이아웃 표시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설비 현재 가공 작업 표시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b="1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알람·고장 시 공작기계 자동 비활성화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설비 상태 동적 표시</a:t>
            </a:r>
            <a:endParaRPr lang="en-US" altLang="zh-CN" sz="1595" kern="100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b="1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자동화 및 반자동 자유 전환</a:t>
            </a:r>
          </a:p>
        </p:txBody>
      </p:sp>
      <p:sp>
        <p:nvSpPr>
          <p:cNvPr id="41" name="矩形 40"/>
          <p:cNvSpPr/>
          <p:nvPr/>
        </p:nvSpPr>
        <p:spPr>
          <a:xfrm>
            <a:off x="9182167" y="1993549"/>
            <a:ext cx="3493300" cy="3079248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소재 위치 비활성화</a:t>
            </a:r>
            <a:r>
              <a:rPr lang="en-US" altLang="zh-CN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&amp;</a:t>
            </a: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활성화 기능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긴급 부품 설정 기능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소재 위치 데이터 조회 기능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소재 위치 상태 확인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595" b="1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소재 위치 치수 풀프루프(Poka-yoke) 기능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595" b="1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소재 위치 충돌 경고 표시</a:t>
            </a:r>
            <a:endParaRPr lang="en-US" altLang="zh-CN" sz="1595" b="1" kern="100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595" b="1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물리 소재 랙 사용</a:t>
            </a:r>
            <a:r>
              <a:rPr lang="en-US" altLang="zh-CN" sz="1595" b="1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LED</a:t>
            </a:r>
            <a:r>
              <a:rPr lang="zh-CN" altLang="en-US" sz="1595" b="1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램프로 소재 위치 상태 표시</a:t>
            </a:r>
            <a:endParaRPr lang="en-US" altLang="zh-CN" sz="1595" b="1" kern="100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물리 소재 랙 센서로 소재 유무 확인</a:t>
            </a:r>
          </a:p>
        </p:txBody>
      </p:sp>
      <p:sp>
        <p:nvSpPr>
          <p:cNvPr id="42" name="矩形 41"/>
          <p:cNvSpPr/>
          <p:nvPr/>
        </p:nvSpPr>
        <p:spPr>
          <a:xfrm>
            <a:off x="9191625" y="6189980"/>
            <a:ext cx="3483610" cy="78613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b="1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공작기계 가동률 보고서</a:t>
            </a:r>
            <a:endParaRPr lang="en-US" altLang="zh-CN" sz="1595" b="1" kern="100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가공 이력 조회</a:t>
            </a:r>
          </a:p>
        </p:txBody>
      </p:sp>
      <p:sp>
        <p:nvSpPr>
          <p:cNvPr id="43" name="矩形 42"/>
          <p:cNvSpPr/>
          <p:nvPr/>
        </p:nvSpPr>
        <p:spPr>
          <a:xfrm>
            <a:off x="12925806" y="7532740"/>
            <a:ext cx="3910466" cy="1507613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자동화 소프트웨어 동작 지령 및 각 설비 응답 결과 로그 기록</a:t>
            </a:r>
            <a:endParaRPr lang="en-US" altLang="zh-CN" sz="1595" kern="100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알람 정보를 유형별 색상으로 표시</a:t>
            </a:r>
            <a:endParaRPr lang="en-US" altLang="zh-CN" sz="1595" kern="100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한국어/영어 전환 선택 가능</a:t>
            </a:r>
          </a:p>
        </p:txBody>
      </p:sp>
      <p:sp>
        <p:nvSpPr>
          <p:cNvPr id="46" name="矩形 45"/>
          <p:cNvSpPr/>
          <p:nvPr/>
        </p:nvSpPr>
        <p:spPr>
          <a:xfrm>
            <a:off x="5588754" y="1966796"/>
            <a:ext cx="2177969" cy="1339191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소재 랙 위치 상태 간판</a:t>
            </a:r>
            <a:endParaRPr lang="en-US" altLang="zh-CN" sz="1595" kern="100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설비 상태 실시간 간판</a:t>
            </a:r>
            <a:endParaRPr lang="en-US" altLang="zh-CN" sz="1595" kern="100" dirty="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2925805" y="5188850"/>
            <a:ext cx="3769667" cy="1627297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zh-CN" altLang="en-US" sz="1595" kern="100" dirty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자동화로 생성된 가공 작업: 공작기계 “비활성화” 상태에서도 시스템으로 작업 선택 시 가공 프로그램을 공작기계에 자동 다운로드·업로드하며, 작업자가 수동으로 프로그램을 선택하여 공작기계 기동 가능</a:t>
            </a:r>
          </a:p>
        </p:txBody>
      </p:sp>
      <p:sp>
        <p:nvSpPr>
          <p:cNvPr id="986" name="path 98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8" name="textbox 98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0" name="path 99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2" name="textbox 1012"/>
          <p:cNvSpPr/>
          <p:nvPr/>
        </p:nvSpPr>
        <p:spPr>
          <a:xfrm>
            <a:off x="1628775" y="403860"/>
            <a:ext cx="1882775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lang="zh-CN" sz="2200" b="1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시스템 기능 소개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  <a:buClrTx/>
              <a:buSzTx/>
              <a:buFontTx/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Introduction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360" y="3209925"/>
            <a:ext cx="4934585" cy="369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22626"/>
      </p:ext>
    </p:extLst>
  </p:cSld>
  <p:clrMapOvr>
    <a:masterClrMapping/>
  </p:clrMapOvr>
  <p:transition spd="slow">
    <p:circl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组合 2"/>
          <p:cNvGrpSpPr/>
          <p:nvPr/>
        </p:nvGrpSpPr>
        <p:grpSpPr bwMode="auto">
          <a:xfrm>
            <a:off x="8183563" y="2730500"/>
            <a:ext cx="8520112" cy="5124450"/>
            <a:chOff x="8184280" y="2730501"/>
            <a:chExt cx="8520113" cy="5124449"/>
          </a:xfrm>
        </p:grpSpPr>
        <p:sp>
          <p:nvSpPr>
            <p:cNvPr id="69" name="矩形: 圆角 68"/>
            <p:cNvSpPr/>
            <p:nvPr/>
          </p:nvSpPr>
          <p:spPr bwMode="auto">
            <a:xfrm>
              <a:off x="8184280" y="3321051"/>
              <a:ext cx="8502651" cy="4533899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3705606" y="3055939"/>
              <a:ext cx="2998787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400" kern="10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다양한 선택 및 전시 인터페이스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6411" name="组合 49"/>
            <p:cNvGrpSpPr/>
            <p:nvPr/>
          </p:nvGrpSpPr>
          <p:grpSpPr bwMode="auto">
            <a:xfrm>
              <a:off x="8282705" y="2730501"/>
              <a:ext cx="8121880" cy="674586"/>
              <a:chOff x="6191243" y="1304866"/>
              <a:chExt cx="8121783" cy="674665"/>
            </a:xfrm>
          </p:grpSpPr>
          <p:sp>
            <p:nvSpPr>
              <p:cNvPr id="16412" name="TextBox 147"/>
              <p:cNvSpPr>
                <a:spLocks noChangeArrowheads="1"/>
              </p:cNvSpPr>
              <p:nvPr/>
            </p:nvSpPr>
            <p:spPr bwMode="auto">
              <a:xfrm>
                <a:off x="6460265" y="1304866"/>
                <a:ext cx="7852761" cy="674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제어 인터페이스   </a:t>
                </a:r>
                <a:r>
                  <a:rPr lang="zh-CN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그래픽 조작 인터페이스로 설비 상태 동적 표시. 원클릭으로 시작·정지·복원 실현, 시스템 조작이 간단·명확.</a:t>
                </a:r>
                <a:endParaRPr lang="zh-CN" altLang="en-US" sz="1600"/>
              </a:p>
            </p:txBody>
          </p:sp>
          <p:cxnSp>
            <p:nvCxnSpPr>
              <p:cNvPr id="75" name="直接连接符 74"/>
              <p:cNvCxnSpPr/>
              <p:nvPr/>
            </p:nvCxnSpPr>
            <p:spPr>
              <a:xfrm flipV="1">
                <a:off x="6191243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>
                <a:off x="6400791" y="1581123"/>
                <a:ext cx="7811995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390" name="文本框 23"/>
          <p:cNvSpPr txBox="1">
            <a:spLocks noChangeArrowheads="1"/>
          </p:cNvSpPr>
          <p:nvPr/>
        </p:nvSpPr>
        <p:spPr bwMode="auto">
          <a:xfrm>
            <a:off x="363538" y="1351915"/>
            <a:ext cx="5918200" cy="1200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>
                <a:latin typeface="Arial" panose="020B0604020202020204"/>
                <a:ea typeface="Arial" panose="020B0604020202020204"/>
                <a:cs typeface="Arial" panose="020B0604020202020204"/>
              </a:rPr>
              <a:t>스마트 제어 인터페이스</a:t>
            </a:r>
            <a:r>
              <a:rPr lang="en-US" altLang="zh-CN" sz="1800" b="1" dirty="0"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lang="zh-CN" altLang="en-US" sz="1800" b="1" dirty="0">
                <a:latin typeface="Arial" panose="020B0604020202020204"/>
                <a:ea typeface="Arial" panose="020B0604020202020204"/>
                <a:cs typeface="Arial" panose="020B0604020202020204"/>
              </a:rPr>
              <a:t>오프라인 가공 지원</a:t>
            </a:r>
            <a:endParaRPr lang="en-US" altLang="zh-CN" sz="18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Arial" panose="020B0604020202020204"/>
                <a:ea typeface="Arial" panose="020B0604020202020204"/>
                <a:cs typeface="Arial" panose="020B0604020202020204"/>
              </a:rPr>
              <a:t>스마트 제어 인터페이스로 라인 운행을 유연하고 신속하게 제어하며, 오프라인 가공을 지원합니다.</a:t>
            </a:r>
            <a:endParaRPr lang="en-US" altLang="zh-CN"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6395" name="组合 11"/>
          <p:cNvGrpSpPr/>
          <p:nvPr/>
        </p:nvGrpSpPr>
        <p:grpSpPr bwMode="auto">
          <a:xfrm>
            <a:off x="363538" y="3482975"/>
            <a:ext cx="8502650" cy="5124450"/>
            <a:chOff x="-493269" y="3235325"/>
            <a:chExt cx="8502650" cy="5124450"/>
          </a:xfrm>
        </p:grpSpPr>
        <p:sp>
          <p:nvSpPr>
            <p:cNvPr id="25" name="矩形: 圆角 24"/>
            <p:cNvSpPr/>
            <p:nvPr/>
          </p:nvSpPr>
          <p:spPr bwMode="auto">
            <a:xfrm>
              <a:off x="-493269" y="3825875"/>
              <a:ext cx="8502650" cy="4533900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grpSp>
          <p:nvGrpSpPr>
            <p:cNvPr id="16405" name="组合 49"/>
            <p:cNvGrpSpPr/>
            <p:nvPr/>
          </p:nvGrpSpPr>
          <p:grpSpPr bwMode="auto">
            <a:xfrm>
              <a:off x="-394844" y="3235325"/>
              <a:ext cx="8021637" cy="504825"/>
              <a:chOff x="6191250" y="1304866"/>
              <a:chExt cx="8021553" cy="504884"/>
            </a:xfrm>
          </p:grpSpPr>
          <p:sp>
            <p:nvSpPr>
              <p:cNvPr id="16406" name="TextBox 147"/>
              <p:cNvSpPr>
                <a:spLocks noChangeArrowheads="1"/>
              </p:cNvSpPr>
              <p:nvPr/>
            </p:nvSpPr>
            <p:spPr bwMode="auto">
              <a:xfrm>
                <a:off x="6488860" y="1304866"/>
                <a:ext cx="7723940" cy="33722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오프라인 가공 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라인 고장 수리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유지보수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또는 임시 수동 조작 시,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원클릭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'비활성화'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설비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오프라인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가공</a:t>
                </a:r>
                <a:endParaRPr lang="zh-CN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V="1">
                <a:off x="6191250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6400798" y="1581123"/>
                <a:ext cx="7812005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图片 2"/>
          <p:cNvPicPr/>
          <p:nvPr/>
        </p:nvPicPr>
        <p:blipFill>
          <a:blip r:embed="rId2"/>
        </p:blipFill>
        <p:spPr>
          <a:xfrm>
            <a:off x="8282940" y="3404870"/>
            <a:ext cx="8314690" cy="4340225"/>
          </a:xfrm>
          <a:prstGeom prst="rect">
            <a:avLst/>
          </a:prstGeom>
        </p:spPr>
      </p:pic>
      <p:pic>
        <p:nvPicPr>
          <p:cNvPr id="16396" name="图片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8FBFA"/>
              </a:clrFrom>
              <a:clrTo>
                <a:srgbClr val="F8FB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67" y="4538346"/>
            <a:ext cx="7996237" cy="397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26" name="path 132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8" name="textbox 132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0" name="path 133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2" name="textbox 1012"/>
          <p:cNvSpPr/>
          <p:nvPr/>
        </p:nvSpPr>
        <p:spPr>
          <a:xfrm>
            <a:off x="1628775" y="403860"/>
            <a:ext cx="1882775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lang="zh-CN" sz="2200" b="1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시스템 기능 소개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  <a:buClrTx/>
              <a:buSzTx/>
              <a:buFontTx/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3002225459"/>
      </p:ext>
    </p:extLst>
  </p:cSld>
  <p:clrMapOvr>
    <a:masterClrMapping/>
  </p:clrMapOvr>
  <p:transition spd="slow">
    <p:circl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文本框 23"/>
          <p:cNvSpPr txBox="1">
            <a:spLocks noChangeArrowheads="1"/>
          </p:cNvSpPr>
          <p:nvPr/>
        </p:nvSpPr>
        <p:spPr bwMode="auto">
          <a:xfrm>
            <a:off x="268288" y="1342349"/>
            <a:ext cx="8631237" cy="1200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>
                <a:latin typeface="Arial" panose="020B0604020202020204"/>
                <a:ea typeface="Arial" panose="020B0604020202020204"/>
              </a:rPr>
              <a:t>작업 가져오기 및 공정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Arial" panose="020B0604020202020204"/>
                <a:ea typeface="Arial" panose="020B0604020202020204"/>
                <a:cs typeface="Arial" panose="020B0604020202020204"/>
              </a:rPr>
              <a:t>UG 연동 및 EXCEL 일괄 작업 가져오기를 지원하며, 첨부 파일 업로드 방식으로 공정 지도 파일을 가져오는 페이퍼리스 공정을 제공합니다.</a:t>
            </a:r>
          </a:p>
        </p:txBody>
      </p:sp>
      <p:grpSp>
        <p:nvGrpSpPr>
          <p:cNvPr id="14341" name="组合 8"/>
          <p:cNvGrpSpPr/>
          <p:nvPr>
            <p:custDataLst>
              <p:tags r:id="rId1"/>
            </p:custDataLst>
          </p:nvPr>
        </p:nvGrpSpPr>
        <p:grpSpPr bwMode="auto">
          <a:xfrm>
            <a:off x="88900" y="3660140"/>
            <a:ext cx="8520113" cy="5124450"/>
            <a:chOff x="8121650" y="2730500"/>
            <a:chExt cx="8520113" cy="5124450"/>
          </a:xfrm>
        </p:grpSpPr>
        <p:sp>
          <p:nvSpPr>
            <p:cNvPr id="69" name="矩形: 圆角 68"/>
            <p:cNvSpPr/>
            <p:nvPr>
              <p:custDataLst>
                <p:tags r:id="rId8"/>
              </p:custDataLst>
            </p:nvPr>
          </p:nvSpPr>
          <p:spPr bwMode="auto">
            <a:xfrm>
              <a:off x="8121650" y="3321050"/>
              <a:ext cx="8502650" cy="4533900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9"/>
              </p:custDataLst>
            </p:nvPr>
          </p:nvSpPr>
          <p:spPr>
            <a:xfrm>
              <a:off x="13642975" y="3055938"/>
              <a:ext cx="2998788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400" kern="10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다양한 선택 및 전시 인터페이스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4349" name="组合 49"/>
            <p:cNvGrpSpPr/>
            <p:nvPr/>
          </p:nvGrpSpPr>
          <p:grpSpPr bwMode="auto">
            <a:xfrm>
              <a:off x="8220075" y="2730500"/>
              <a:ext cx="8021638" cy="504825"/>
              <a:chOff x="6191250" y="1304866"/>
              <a:chExt cx="8021550" cy="504884"/>
            </a:xfrm>
          </p:grpSpPr>
          <p:sp>
            <p:nvSpPr>
              <p:cNvPr id="14350" name="TextBox 147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6469145" y="1304866"/>
                <a:ext cx="5333306" cy="337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buFont typeface="Arial" panose="020B0604020202020204" pitchFamily="34" charset="0"/>
                  <a:buNone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작업 가져오기  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통해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NX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자동 가져오기 모듈로 작업을 시스템에 자동 생성.</a:t>
                </a:r>
                <a:endParaRPr lang="zh-CN" altLang="en-US" sz="1600" dirty="0"/>
              </a:p>
            </p:txBody>
          </p:sp>
          <p:cxnSp>
            <p:nvCxnSpPr>
              <p:cNvPr id="75" name="直接连接符 74"/>
              <p:cNvCxnSpPr/>
              <p:nvPr>
                <p:custDataLst>
                  <p:tags r:id="rId11"/>
                </p:custDataLst>
              </p:nvPr>
            </p:nvCxnSpPr>
            <p:spPr>
              <a:xfrm flipV="1">
                <a:off x="6191250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6400798" y="1581123"/>
                <a:ext cx="781200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组合 8"/>
          <p:cNvGrpSpPr/>
          <p:nvPr>
            <p:custDataLst>
              <p:tags r:id="rId2"/>
            </p:custDataLst>
          </p:nvPr>
        </p:nvGrpSpPr>
        <p:grpSpPr bwMode="auto">
          <a:xfrm>
            <a:off x="8283575" y="2897505"/>
            <a:ext cx="8520113" cy="5124450"/>
            <a:chOff x="8121650" y="2730500"/>
            <a:chExt cx="8520113" cy="5124450"/>
          </a:xfrm>
        </p:grpSpPr>
        <p:sp>
          <p:nvSpPr>
            <p:cNvPr id="8" name="矩形: 圆角 68"/>
            <p:cNvSpPr/>
            <p:nvPr>
              <p:custDataLst>
                <p:tags r:id="rId3"/>
              </p:custDataLst>
            </p:nvPr>
          </p:nvSpPr>
          <p:spPr bwMode="auto">
            <a:xfrm>
              <a:off x="8121650" y="3321050"/>
              <a:ext cx="8502650" cy="4533900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13642975" y="3055938"/>
              <a:ext cx="2998788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400" kern="10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다양한 선택 및 전시 인터페이스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4" name="组合 49"/>
            <p:cNvGrpSpPr/>
            <p:nvPr/>
          </p:nvGrpSpPr>
          <p:grpSpPr bwMode="auto">
            <a:xfrm>
              <a:off x="8220075" y="2730500"/>
              <a:ext cx="8021638" cy="504825"/>
              <a:chOff x="6191250" y="1304866"/>
              <a:chExt cx="8021550" cy="504884"/>
            </a:xfrm>
          </p:grpSpPr>
          <p:sp>
            <p:nvSpPr>
              <p:cNvPr id="15" name="TextBox 147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6469145" y="1304866"/>
                <a:ext cx="4427806" cy="337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buFont typeface="Arial" panose="020B0604020202020204" pitchFamily="34" charset="0"/>
                  <a:buNone/>
                </a:pP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공정 설계  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템플릿 기반의 가공 작업 공정 경로 생성.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6" name="直接连接符 15"/>
              <p:cNvCxnSpPr/>
              <p:nvPr>
                <p:custDataLst>
                  <p:tags r:id="rId6"/>
                </p:custDataLst>
              </p:nvPr>
            </p:nvCxnSpPr>
            <p:spPr>
              <a:xfrm flipV="1">
                <a:off x="6191250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6400798" y="1581123"/>
                <a:ext cx="781200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26" name="path 132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8" name="textbox 132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0" name="path 133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8" name="图片 117"/>
          <p:cNvPicPr/>
          <p:nvPr/>
        </p:nvPicPr>
        <p:blipFill>
          <a:blip r:embed="rId14"/>
          <a:srcRect/>
          <a:stretch>
            <a:fillRect/>
          </a:stretch>
        </p:blipFill>
        <p:spPr>
          <a:xfrm>
            <a:off x="187325" y="4422775"/>
            <a:ext cx="7926070" cy="40849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图片 42" descr="IMG_256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8464550" y="3574415"/>
            <a:ext cx="8230870" cy="439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2" name="textbox 1012"/>
          <p:cNvSpPr/>
          <p:nvPr/>
        </p:nvSpPr>
        <p:spPr>
          <a:xfrm>
            <a:off x="1628775" y="403860"/>
            <a:ext cx="1882775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lang="zh-CN" sz="2200" b="1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시스템 기능 소개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  <a:buClrTx/>
              <a:buSzTx/>
              <a:buFontTx/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2337239629"/>
      </p:ext>
    </p:extLst>
  </p:cSld>
  <p:clrMapOvr>
    <a:masterClrMapping/>
  </p:clrMapOvr>
  <p:transition spd="slow">
    <p:circl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文本框 23"/>
          <p:cNvSpPr txBox="1">
            <a:spLocks noChangeArrowheads="1"/>
          </p:cNvSpPr>
          <p:nvPr/>
        </p:nvSpPr>
        <p:spPr bwMode="auto">
          <a:xfrm>
            <a:off x="268288" y="1342349"/>
            <a:ext cx="8631237" cy="83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>
                <a:latin typeface="Arial" panose="020B0604020202020204"/>
                <a:ea typeface="Arial" panose="020B0604020202020204"/>
              </a:rPr>
              <a:t>기외 클램핑 준비</a:t>
            </a:r>
            <a:r>
              <a:rPr lang="en-US" altLang="zh-CN" sz="1800" b="1" dirty="0">
                <a:latin typeface="Arial" panose="020B0604020202020204"/>
                <a:ea typeface="Arial" panose="020B0604020202020204"/>
              </a:rPr>
              <a:t>/</a:t>
            </a:r>
            <a:r>
              <a:rPr lang="zh-CN" altLang="en-US" sz="1800" b="1" dirty="0">
                <a:latin typeface="Arial" panose="020B0604020202020204"/>
                <a:ea typeface="Arial" panose="020B0604020202020204"/>
              </a:rPr>
              <a:t>보고서 통계</a:t>
            </a:r>
            <a:endParaRPr lang="en-US" altLang="zh-CN" sz="1800" b="1" dirty="0">
              <a:latin typeface="Arial" panose="020B0604020202020204"/>
              <a:ea typeface="Arial" panose="020B0604020202020204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Arial" panose="020B0604020202020204"/>
                <a:ea typeface="Arial" panose="020B0604020202020204"/>
              </a:rPr>
              <a:t>영점 퀵체인지 적용을 기반으로 작업의 기외 클램핑을 체계적으로 완료합니다.</a:t>
            </a:r>
            <a:endParaRPr lang="en-US" altLang="zh-CN" sz="1600" dirty="0">
              <a:latin typeface="Arial" panose="020B0604020202020204"/>
              <a:ea typeface="Arial" panose="020B0604020202020204"/>
            </a:endParaRPr>
          </a:p>
        </p:txBody>
      </p:sp>
      <p:grpSp>
        <p:nvGrpSpPr>
          <p:cNvPr id="14341" name="组合 8"/>
          <p:cNvGrpSpPr/>
          <p:nvPr>
            <p:custDataLst>
              <p:tags r:id="rId1"/>
            </p:custDataLst>
          </p:nvPr>
        </p:nvGrpSpPr>
        <p:grpSpPr bwMode="auto">
          <a:xfrm>
            <a:off x="88900" y="3660140"/>
            <a:ext cx="8520113" cy="5124450"/>
            <a:chOff x="8121650" y="2730500"/>
            <a:chExt cx="8520113" cy="5124450"/>
          </a:xfrm>
        </p:grpSpPr>
        <p:sp>
          <p:nvSpPr>
            <p:cNvPr id="69" name="矩形: 圆角 68"/>
            <p:cNvSpPr/>
            <p:nvPr>
              <p:custDataLst>
                <p:tags r:id="rId10"/>
              </p:custDataLst>
            </p:nvPr>
          </p:nvSpPr>
          <p:spPr bwMode="auto">
            <a:xfrm>
              <a:off x="8121650" y="3321050"/>
              <a:ext cx="8502650" cy="4533900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11"/>
              </p:custDataLst>
            </p:nvPr>
          </p:nvSpPr>
          <p:spPr>
            <a:xfrm>
              <a:off x="13642975" y="3055938"/>
              <a:ext cx="2998788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400" kern="10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다양한 선택 및 전시 인터페이스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4349" name="组合 49"/>
            <p:cNvGrpSpPr/>
            <p:nvPr/>
          </p:nvGrpSpPr>
          <p:grpSpPr bwMode="auto">
            <a:xfrm>
              <a:off x="8220075" y="2730500"/>
              <a:ext cx="8021638" cy="504825"/>
              <a:chOff x="6191250" y="1304866"/>
              <a:chExt cx="8021550" cy="504884"/>
            </a:xfrm>
          </p:grpSpPr>
          <p:sp>
            <p:nvSpPr>
              <p:cNvPr id="14350" name="TextBox 147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6469145" y="1304866"/>
                <a:ext cx="6662982" cy="337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클램핑 준비  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모더바오 시스템 기반으로 작업과 공구를 연결해 전 공정 데이터 관리 실현.</a:t>
                </a:r>
                <a:endParaRPr lang="zh-CN" altLang="en-US" sz="1600"/>
              </a:p>
            </p:txBody>
          </p:sp>
          <p:cxnSp>
            <p:nvCxnSpPr>
              <p:cNvPr id="75" name="直接连接符 74"/>
              <p:cNvCxnSpPr/>
              <p:nvPr>
                <p:custDataLst>
                  <p:tags r:id="rId13"/>
                </p:custDataLst>
              </p:nvPr>
            </p:nvCxnSpPr>
            <p:spPr>
              <a:xfrm flipV="1">
                <a:off x="6191250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6400798" y="1581123"/>
                <a:ext cx="781200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68605" y="4389120"/>
            <a:ext cx="8218170" cy="4246245"/>
          </a:xfrm>
          <a:prstGeom prst="rect">
            <a:avLst/>
          </a:prstGeom>
        </p:spPr>
      </p:pic>
      <p:grpSp>
        <p:nvGrpSpPr>
          <p:cNvPr id="7" name="组合 8"/>
          <p:cNvGrpSpPr/>
          <p:nvPr>
            <p:custDataLst>
              <p:tags r:id="rId3"/>
            </p:custDataLst>
          </p:nvPr>
        </p:nvGrpSpPr>
        <p:grpSpPr bwMode="auto">
          <a:xfrm>
            <a:off x="8283575" y="2897505"/>
            <a:ext cx="8520113" cy="5124450"/>
            <a:chOff x="8121650" y="2730500"/>
            <a:chExt cx="8520113" cy="5124450"/>
          </a:xfrm>
        </p:grpSpPr>
        <p:sp>
          <p:nvSpPr>
            <p:cNvPr id="8" name="矩形: 圆角 68"/>
            <p:cNvSpPr/>
            <p:nvPr>
              <p:custDataLst>
                <p:tags r:id="rId5"/>
              </p:custDataLst>
            </p:nvPr>
          </p:nvSpPr>
          <p:spPr bwMode="auto">
            <a:xfrm>
              <a:off x="8121650" y="3321050"/>
              <a:ext cx="8502650" cy="4533900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6"/>
              </p:custDataLst>
            </p:nvPr>
          </p:nvSpPr>
          <p:spPr>
            <a:xfrm>
              <a:off x="13642975" y="3055938"/>
              <a:ext cx="2998788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400" kern="10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다양한 선택 및 전시 인터페이스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4" name="组合 49"/>
            <p:cNvGrpSpPr/>
            <p:nvPr/>
          </p:nvGrpSpPr>
          <p:grpSpPr bwMode="auto">
            <a:xfrm>
              <a:off x="8220075" y="2730500"/>
              <a:ext cx="8021638" cy="583565"/>
              <a:chOff x="6191250" y="1304866"/>
              <a:chExt cx="8021550" cy="583633"/>
            </a:xfrm>
          </p:grpSpPr>
          <p:sp>
            <p:nvSpPr>
              <p:cNvPr id="15" name="TextBox 147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6469145" y="1304866"/>
                <a:ext cx="6662982" cy="583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buFont typeface="Arial" panose="020B0604020202020204" pitchFamily="34" charset="0"/>
                  <a:buNone/>
                </a:pP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보고서 통계 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 자동화 시스템 운행 중 각 공작물이 장착 완료 후 발생하는 모든 사항을 기록하며,</a:t>
                </a:r>
              </a:p>
              <a:p>
                <a:pPr algn="l">
                  <a:buFont typeface="Arial" panose="020B0604020202020204" pitchFamily="34" charset="0"/>
                  <a:buNone/>
                </a:pP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주문별, 공작물별, 공정별, 공작기계 운행 상황을 포함합니다.</a:t>
                </a:r>
                <a:endParaRPr lang="zh-CN" altLang="en-US" sz="1600"/>
              </a:p>
            </p:txBody>
          </p:sp>
          <p:cxnSp>
            <p:nvCxnSpPr>
              <p:cNvPr id="16" name="直接连接符 15"/>
              <p:cNvCxnSpPr/>
              <p:nvPr>
                <p:custDataLst>
                  <p:tags r:id="rId8"/>
                </p:custDataLst>
              </p:nvPr>
            </p:nvCxnSpPr>
            <p:spPr>
              <a:xfrm flipV="1">
                <a:off x="6191250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6400798" y="1581123"/>
                <a:ext cx="781200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26" name="path 132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8" name="textbox 132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0" name="path 133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图片 69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9" t="10994"/>
          <a:stretch>
            <a:fillRect/>
          </a:stretch>
        </p:blipFill>
        <p:spPr bwMode="auto">
          <a:xfrm>
            <a:off x="8591550" y="3660140"/>
            <a:ext cx="7947660" cy="420751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2" name="textbox 1012"/>
          <p:cNvSpPr/>
          <p:nvPr/>
        </p:nvSpPr>
        <p:spPr>
          <a:xfrm>
            <a:off x="1628775" y="403860"/>
            <a:ext cx="1882775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lang="zh-CN" sz="2200" b="1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시스템 기능 소개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  <a:buClrTx/>
              <a:buSzTx/>
              <a:buFontTx/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1692070749"/>
      </p:ext>
    </p:extLst>
  </p:cSld>
  <p:clrMapOvr>
    <a:masterClrMapping/>
  </p:clrMapOvr>
  <p:transition spd="slow">
    <p:circl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文本框 23"/>
          <p:cNvSpPr txBox="1">
            <a:spLocks noChangeArrowheads="1"/>
          </p:cNvSpPr>
          <p:nvPr/>
        </p:nvSpPr>
        <p:spPr bwMode="auto">
          <a:xfrm>
            <a:off x="407988" y="1354743"/>
            <a:ext cx="8630920" cy="72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>
                <a:latin typeface="Arial" panose="020B0604020202020204"/>
                <a:ea typeface="Arial" panose="020B0604020202020204"/>
                <a:cs typeface="Arial" panose="020B0604020202020204"/>
              </a:rPr>
              <a:t>개별 입출력 제어</a:t>
            </a:r>
            <a:r>
              <a:rPr lang="en-US" altLang="zh-CN" sz="1800" b="1" dirty="0"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lang="zh-CN" altLang="en-US" sz="1800" b="1" dirty="0">
                <a:latin typeface="Arial" panose="020B0604020202020204"/>
                <a:ea typeface="Arial" panose="020B0604020202020204"/>
                <a:cs typeface="Arial" panose="020B0604020202020204"/>
              </a:rPr>
              <a:t>긴급 부품 가공</a:t>
            </a:r>
            <a:endParaRPr lang="en-US" altLang="zh-CN" sz="18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latin typeface="Arial" panose="020B0604020202020204"/>
                <a:ea typeface="Arial" panose="020B0604020202020204"/>
              </a:rPr>
              <a:t>시스템·프로그램·설비 등 이상 발생 시 개별 격리가 가능하며, 다른 설비의 정상 가공에 영향을 주지 않습니다.</a:t>
            </a:r>
            <a:endParaRPr lang="en-US" altLang="zh-CN" sz="1600" dirty="0">
              <a:latin typeface="Arial" panose="020B0604020202020204"/>
              <a:ea typeface="Arial" panose="020B0604020202020204"/>
            </a:endParaRPr>
          </a:p>
        </p:txBody>
      </p:sp>
      <p:grpSp>
        <p:nvGrpSpPr>
          <p:cNvPr id="17416" name="组合 1"/>
          <p:cNvGrpSpPr/>
          <p:nvPr/>
        </p:nvGrpSpPr>
        <p:grpSpPr bwMode="auto">
          <a:xfrm>
            <a:off x="8183563" y="2728092"/>
            <a:ext cx="8520112" cy="5126858"/>
            <a:chOff x="8184280" y="2728226"/>
            <a:chExt cx="8520113" cy="5126724"/>
          </a:xfrm>
        </p:grpSpPr>
        <p:grpSp>
          <p:nvGrpSpPr>
            <p:cNvPr id="17430" name="组合 2"/>
            <p:cNvGrpSpPr/>
            <p:nvPr/>
          </p:nvGrpSpPr>
          <p:grpSpPr bwMode="auto">
            <a:xfrm>
              <a:off x="8184280" y="2728226"/>
              <a:ext cx="8520113" cy="5126724"/>
              <a:chOff x="8184280" y="2728226"/>
              <a:chExt cx="8520113" cy="5126724"/>
            </a:xfrm>
          </p:grpSpPr>
          <p:sp>
            <p:nvSpPr>
              <p:cNvPr id="69" name="矩形: 圆角 68"/>
              <p:cNvSpPr/>
              <p:nvPr/>
            </p:nvSpPr>
            <p:spPr bwMode="auto">
              <a:xfrm>
                <a:off x="8184280" y="3321168"/>
                <a:ext cx="8502651" cy="4533782"/>
              </a:xfrm>
              <a:prstGeom prst="roundRect">
                <a:avLst>
                  <a:gd name="adj" fmla="val 1461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3705606" y="3056063"/>
                <a:ext cx="2998787" cy="46195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zh-CN" sz="2400" kern="10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다양한 선택 및 전시 인터페이스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7434" name="组合 49"/>
              <p:cNvGrpSpPr/>
              <p:nvPr/>
            </p:nvGrpSpPr>
            <p:grpSpPr bwMode="auto">
              <a:xfrm>
                <a:off x="8282705" y="2728226"/>
                <a:ext cx="8098914" cy="583637"/>
                <a:chOff x="6191243" y="1302584"/>
                <a:chExt cx="8098817" cy="583701"/>
              </a:xfrm>
            </p:grpSpPr>
            <p:sp>
              <p:nvSpPr>
                <p:cNvPr id="17435" name="TextBox 147"/>
                <p:cNvSpPr>
                  <a:spLocks noChangeArrowheads="1"/>
                </p:cNvSpPr>
                <p:nvPr/>
              </p:nvSpPr>
              <p:spPr bwMode="auto">
                <a:xfrm>
                  <a:off x="6437299" y="1302584"/>
                  <a:ext cx="7852761" cy="583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개별 입출력  </a:t>
                  </a:r>
                  <a:r>
                    <a:rPr lang="zh-CN" altLang="zh-CN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라인 이상 또는 수동 조작 시 이송이 어려울 때 이 기능을 사용해</a:t>
                  </a:r>
                  <a:r>
                    <a:rPr lang="en-US" altLang="zh-CN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zh-CN" altLang="zh-CN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라인 내 설비의 개별 투입·취출 동작을 수행, 작업자 보조.</a:t>
                  </a:r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, 또는 단독 장비 재수리</a:t>
                  </a:r>
                  <a:r>
                    <a:rPr lang="zh-CN" altLang="zh-CN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。</a:t>
                  </a:r>
                </a:p>
              </p:txBody>
            </p:sp>
            <p:cxnSp>
              <p:nvCxnSpPr>
                <p:cNvPr id="75" name="直接连接符 74"/>
                <p:cNvCxnSpPr/>
                <p:nvPr/>
              </p:nvCxnSpPr>
              <p:spPr>
                <a:xfrm flipV="1">
                  <a:off x="6191243" y="1581242"/>
                  <a:ext cx="209548" cy="228619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6400791" y="1581242"/>
                  <a:ext cx="7811995" cy="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7431" name="图片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069" y="3603624"/>
              <a:ext cx="7945832" cy="3874414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7417" name="组合 1"/>
          <p:cNvGrpSpPr/>
          <p:nvPr/>
        </p:nvGrpSpPr>
        <p:grpSpPr bwMode="auto">
          <a:xfrm>
            <a:off x="407988" y="3603625"/>
            <a:ext cx="8502650" cy="5124450"/>
            <a:chOff x="3398838" y="3951288"/>
            <a:chExt cx="8502650" cy="5124450"/>
          </a:xfrm>
        </p:grpSpPr>
        <p:grpSp>
          <p:nvGrpSpPr>
            <p:cNvPr id="17420" name="组合 11"/>
            <p:cNvGrpSpPr/>
            <p:nvPr/>
          </p:nvGrpSpPr>
          <p:grpSpPr bwMode="auto">
            <a:xfrm>
              <a:off x="3398838" y="3951288"/>
              <a:ext cx="8502650" cy="5124450"/>
              <a:chOff x="-493269" y="3235325"/>
              <a:chExt cx="8502650" cy="5124450"/>
            </a:xfrm>
          </p:grpSpPr>
          <p:sp>
            <p:nvSpPr>
              <p:cNvPr id="79" name="矩形: 圆角 78"/>
              <p:cNvSpPr/>
              <p:nvPr/>
            </p:nvSpPr>
            <p:spPr bwMode="auto">
              <a:xfrm>
                <a:off x="-493269" y="3825875"/>
                <a:ext cx="8502650" cy="4533900"/>
              </a:xfrm>
              <a:prstGeom prst="roundRect">
                <a:avLst>
                  <a:gd name="adj" fmla="val 1461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 dirty="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7426" name="组合 49"/>
              <p:cNvGrpSpPr/>
              <p:nvPr/>
            </p:nvGrpSpPr>
            <p:grpSpPr bwMode="auto">
              <a:xfrm>
                <a:off x="-394844" y="3235325"/>
                <a:ext cx="8021637" cy="1364451"/>
                <a:chOff x="6191250" y="1304866"/>
                <a:chExt cx="8021553" cy="1364610"/>
              </a:xfrm>
            </p:grpSpPr>
            <p:sp>
              <p:nvSpPr>
                <p:cNvPr id="17427" name="TextBox 147"/>
                <p:cNvSpPr>
                  <a:spLocks noChangeArrowheads="1"/>
                </p:cNvSpPr>
                <p:nvPr/>
              </p:nvSpPr>
              <p:spPr bwMode="auto">
                <a:xfrm>
                  <a:off x="6488860" y="1304866"/>
                  <a:ext cx="7723940" cy="13646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긴급 부품 가공 </a:t>
                  </a:r>
                  <a:r>
                    <a: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시스템</a:t>
                  </a:r>
                  <a:r>
                    <a:rPr lang="zh-CN" altLang="zh-CN" sz="16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자동 정렬, 수동 가공 순서 조정도 지원하며</a:t>
                  </a:r>
                  <a:r>
                    <a: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, 원클릭 우선순위 설정을 지원합니다.</a:t>
                  </a:r>
                  <a:endParaRPr lang="zh-CN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endParaRPr lang="zh-CN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84" name="直接连接符 83"/>
                <p:cNvCxnSpPr/>
                <p:nvPr/>
              </p:nvCxnSpPr>
              <p:spPr>
                <a:xfrm flipV="1">
                  <a:off x="6191250" y="1581123"/>
                  <a:ext cx="209548" cy="228627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连接符 84"/>
                <p:cNvCxnSpPr/>
                <p:nvPr/>
              </p:nvCxnSpPr>
              <p:spPr>
                <a:xfrm>
                  <a:off x="6400798" y="1581123"/>
                  <a:ext cx="7812005" cy="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421" name="组合 1"/>
            <p:cNvGrpSpPr/>
            <p:nvPr/>
          </p:nvGrpSpPr>
          <p:grpSpPr bwMode="auto">
            <a:xfrm>
              <a:off x="3668713" y="4913313"/>
              <a:ext cx="7947025" cy="3873500"/>
              <a:chOff x="3781425" y="4913313"/>
              <a:chExt cx="7947025" cy="3873500"/>
            </a:xfrm>
          </p:grpSpPr>
          <p:pic>
            <p:nvPicPr>
              <p:cNvPr id="17422" name="图片 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81425" y="4913313"/>
                <a:ext cx="7947025" cy="3873500"/>
              </a:xfrm>
              <a:prstGeom prst="rect">
                <a:avLst/>
              </a:prstGeom>
              <a:solidFill>
                <a:srgbClr val="00B0F0"/>
              </a:solidFill>
              <a:ln w="9525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17423" name="矩形 6"/>
              <p:cNvSpPr>
                <a:spLocks noChangeArrowheads="1"/>
              </p:cNvSpPr>
              <p:nvPr/>
            </p:nvSpPr>
            <p:spPr bwMode="auto">
              <a:xfrm>
                <a:off x="3794125" y="5427663"/>
                <a:ext cx="7934325" cy="33591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pic>
            <p:nvPicPr>
              <p:cNvPr id="17424" name="图片 1"/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003"/>
              <a:stretch>
                <a:fillRect/>
              </a:stretch>
            </p:blipFill>
            <p:spPr bwMode="auto">
              <a:xfrm>
                <a:off x="3781425" y="5319713"/>
                <a:ext cx="7947025" cy="34671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1326" name="path 132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8" name="textbox 132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0" name="path 133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2" name="textbox 1012"/>
          <p:cNvSpPr/>
          <p:nvPr/>
        </p:nvSpPr>
        <p:spPr>
          <a:xfrm>
            <a:off x="1628775" y="403860"/>
            <a:ext cx="1882775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lang="zh-CN" sz="2200" b="1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시스템 기능 소개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  <a:buClrTx/>
              <a:buSzTx/>
              <a:buFontTx/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2163520328"/>
      </p:ext>
    </p:extLst>
  </p:cSld>
  <p:clrMapOvr>
    <a:masterClrMapping/>
  </p:clrMapOvr>
  <p:transition spd="slow">
    <p:circl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68"/>
          <p:cNvSpPr/>
          <p:nvPr/>
        </p:nvSpPr>
        <p:spPr bwMode="auto">
          <a:xfrm>
            <a:off x="168910" y="4510405"/>
            <a:ext cx="7837170" cy="4533900"/>
          </a:xfrm>
          <a:prstGeom prst="roundRect">
            <a:avLst>
              <a:gd name="adj" fmla="val 146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anchor="ctr"/>
          <a:lstStyle/>
          <a:p>
            <a:pPr algn="ctr" eaLnBrk="1" hangingPunct="1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5364" name="文本框 23"/>
          <p:cNvSpPr txBox="1">
            <a:spLocks noChangeArrowheads="1"/>
          </p:cNvSpPr>
          <p:nvPr/>
        </p:nvSpPr>
        <p:spPr bwMode="auto">
          <a:xfrm>
            <a:off x="268288" y="1330325"/>
            <a:ext cx="8631237" cy="83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zh-CN" sz="1800" b="1">
                <a:latin typeface="Arial" panose="020B0604020202020204"/>
                <a:ea typeface="Arial" panose="020B0604020202020204"/>
              </a:rPr>
              <a:t>설비 가동률 분석</a:t>
            </a:r>
            <a:endParaRPr lang="en-US" altLang="zh-CN" sz="1800" b="1">
              <a:latin typeface="Arial" panose="020B0604020202020204"/>
              <a:ea typeface="Arial" panose="020B0604020202020204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600">
                <a:latin typeface="Arial" panose="020B0604020202020204"/>
                <a:ea typeface="Arial" panose="020B0604020202020204"/>
              </a:rPr>
              <a:t>자동화 라인 내 모든 기계 가공 관련 설비(로봇 포함)의 가동률을 필요에 따라 표시합니다.</a:t>
            </a:r>
            <a:endParaRPr lang="en-US" altLang="zh-CN" sz="1600">
              <a:latin typeface="Arial" panose="020B0604020202020204"/>
              <a:ea typeface="Arial" panose="020B0604020202020204"/>
            </a:endParaRPr>
          </a:p>
        </p:txBody>
      </p:sp>
      <p:grpSp>
        <p:nvGrpSpPr>
          <p:cNvPr id="15365" name="组合 2"/>
          <p:cNvGrpSpPr/>
          <p:nvPr/>
        </p:nvGrpSpPr>
        <p:grpSpPr bwMode="auto">
          <a:xfrm>
            <a:off x="8183563" y="2730500"/>
            <a:ext cx="8520112" cy="5124450"/>
            <a:chOff x="8184280" y="2730500"/>
            <a:chExt cx="8520113" cy="5124450"/>
          </a:xfrm>
        </p:grpSpPr>
        <p:sp>
          <p:nvSpPr>
            <p:cNvPr id="4" name="矩形: 圆角 68"/>
            <p:cNvSpPr/>
            <p:nvPr/>
          </p:nvSpPr>
          <p:spPr bwMode="auto">
            <a:xfrm>
              <a:off x="8184280" y="3321050"/>
              <a:ext cx="8502651" cy="4533900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705606" y="3055938"/>
              <a:ext cx="2998787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400" kern="10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다양한 선택 및 전시 인터페이스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5382" name="组合 49"/>
            <p:cNvGrpSpPr/>
            <p:nvPr/>
          </p:nvGrpSpPr>
          <p:grpSpPr bwMode="auto">
            <a:xfrm>
              <a:off x="8282705" y="2730500"/>
              <a:ext cx="8278666" cy="504825"/>
              <a:chOff x="6191243" y="1304866"/>
              <a:chExt cx="8278567" cy="504884"/>
            </a:xfrm>
          </p:grpSpPr>
          <p:sp>
            <p:nvSpPr>
              <p:cNvPr id="15384" name="TextBox 147"/>
              <p:cNvSpPr>
                <a:spLocks noChangeArrowheads="1"/>
              </p:cNvSpPr>
              <p:nvPr/>
            </p:nvSpPr>
            <p:spPr bwMode="auto">
              <a:xfrm>
                <a:off x="6460266" y="1304866"/>
                <a:ext cx="8009544" cy="337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자동화 가동률 분석   </a:t>
                </a:r>
                <a:r>
                  <a:rPr lang="zh-CN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이 기능은 자동화 유닛 내 설비의 가동률을 분석하고 운행 상황을 모니터링합니다.</a:t>
                </a:r>
                <a:endParaRPr lang="zh-CN" altLang="en-US" sz="1600"/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 flipV="1">
                <a:off x="6191243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>
                <a:off x="6400791" y="1581123"/>
                <a:ext cx="7811994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文本框 7"/>
          <p:cNvSpPr txBox="1"/>
          <p:nvPr/>
        </p:nvSpPr>
        <p:spPr>
          <a:xfrm>
            <a:off x="628650" y="4025265"/>
            <a:ext cx="85344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u="sng">
                <a:latin typeface="Arial" panose="020B0604020202020204"/>
                <a:ea typeface="Arial" panose="020B0604020202020204"/>
              </a:rPr>
              <a:t>전자 간판  </a:t>
            </a:r>
            <a:r>
              <a:rPr lang="zh-CN" altLang="zh-CN" sz="1600" u="sng">
                <a:latin typeface="Arial" panose="020B0604020202020204"/>
                <a:ea typeface="Arial" panose="020B0604020202020204"/>
              </a:rPr>
              <a:t>사용자는 전자 간판을 통해</a:t>
            </a:r>
            <a:r>
              <a:rPr lang="zh-CN" altLang="en-US" sz="1600" u="sng">
                <a:latin typeface="Arial" panose="020B0604020202020204"/>
                <a:ea typeface="Arial" panose="020B0604020202020204"/>
              </a:rPr>
              <a:t>필요에 따라</a:t>
            </a:r>
            <a:r>
              <a:rPr lang="zh-CN" altLang="zh-CN" sz="1600" u="sng">
                <a:latin typeface="Arial" panose="020B0604020202020204"/>
                <a:ea typeface="Arial" panose="020B0604020202020204"/>
              </a:rPr>
              <a:t>설비 상태를 실시간 표시</a:t>
            </a:r>
            <a:endParaRPr lang="zh-CN" altLang="zh-CN" sz="1200" u="sng">
              <a:latin typeface="Arial" panose="020B0604020202020204"/>
              <a:ea typeface="Arial" panose="020B0604020202020204"/>
            </a:endParaRPr>
          </a:p>
        </p:txBody>
      </p:sp>
      <p:sp>
        <p:nvSpPr>
          <p:cNvPr id="1326" name="path 132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8" name="textbox 132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0" name="path 133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496888" y="4281805"/>
            <a:ext cx="209550" cy="2286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5" name="图片 1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8605" y="4592955"/>
            <a:ext cx="7619365" cy="41363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" name="图片 1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282305" y="3421380"/>
            <a:ext cx="8256270" cy="4373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2" name="textbox 1012"/>
          <p:cNvSpPr/>
          <p:nvPr/>
        </p:nvSpPr>
        <p:spPr>
          <a:xfrm>
            <a:off x="1628775" y="403860"/>
            <a:ext cx="1882775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lang="zh-CN" sz="2200" b="1" kern="0" spc="-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시스템 기능 소개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  <a:buClrTx/>
              <a:buSzTx/>
              <a:buFontTx/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757484363"/>
      </p:ext>
    </p:extLst>
  </p:cSld>
  <p:clrMapOvr>
    <a:masterClrMapping/>
  </p:clrMapOvr>
  <p:transition spd="slow">
    <p:circl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78" y="1449771"/>
            <a:ext cx="17093692" cy="7215313"/>
          </a:xfrm>
          <a:prstGeom prst="rect">
            <a:avLst/>
          </a:prstGeom>
          <a:solidFill>
            <a:srgbClr val="0E3E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/>
          </a:p>
        </p:txBody>
      </p:sp>
      <p:sp>
        <p:nvSpPr>
          <p:cNvPr id="4" name="矩形 3"/>
          <p:cNvSpPr/>
          <p:nvPr/>
        </p:nvSpPr>
        <p:spPr>
          <a:xfrm>
            <a:off x="1111250" y="5374005"/>
            <a:ext cx="4715256" cy="3493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>
              <a:solidFill>
                <a:schemeClr val="tx1"/>
              </a:solidFill>
            </a:endParaRPr>
          </a:p>
        </p:txBody>
      </p:sp>
      <p:sp>
        <p:nvSpPr>
          <p:cNvPr id="34" name="文本框 9"/>
          <p:cNvSpPr txBox="1"/>
          <p:nvPr/>
        </p:nvSpPr>
        <p:spPr>
          <a:xfrm>
            <a:off x="6497000" y="1918309"/>
            <a:ext cx="4074801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00" dirty="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+mn-ea"/>
                <a:sym typeface="+mn-lt"/>
              </a:rPr>
              <a:t>현지화 서비스 역량</a:t>
            </a:r>
          </a:p>
        </p:txBody>
      </p:sp>
      <p:sp>
        <p:nvSpPr>
          <p:cNvPr id="36" name="矩形 35"/>
          <p:cNvSpPr/>
          <p:nvPr/>
        </p:nvSpPr>
        <p:spPr>
          <a:xfrm>
            <a:off x="7182231" y="2600172"/>
            <a:ext cx="2704338" cy="349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80" dirty="0">
                <a:solidFill>
                  <a:schemeClr val="bg1"/>
                </a:solidFill>
                <a:latin typeface="思源黑体 CN Light" pitchFamily="34" charset="-122"/>
                <a:ea typeface="思源黑体 CN Light" pitchFamily="34" charset="-122"/>
                <a:cs typeface="+mn-ea"/>
                <a:sym typeface="+mn-lt"/>
              </a:rPr>
              <a:t>Moldbao Service </a:t>
            </a:r>
          </a:p>
        </p:txBody>
      </p:sp>
      <p:sp>
        <p:nvSpPr>
          <p:cNvPr id="37" name="椭圆 36"/>
          <p:cNvSpPr/>
          <p:nvPr/>
        </p:nvSpPr>
        <p:spPr>
          <a:xfrm>
            <a:off x="2649220" y="4894834"/>
            <a:ext cx="1466850" cy="146685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>
                <a:shade val="50000"/>
                <a:alpha val="4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>
              <a:solidFill>
                <a:schemeClr val="tx1"/>
              </a:solidFill>
            </a:endParaRPr>
          </a:p>
        </p:txBody>
      </p:sp>
      <p:pic>
        <p:nvPicPr>
          <p:cNvPr id="38" name="图片 37" descr="IST_20425_14263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89682" y="5041519"/>
            <a:ext cx="1185926" cy="11859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071" h="9071">
                <a:moveTo>
                  <a:pt x="4536" y="0"/>
                </a:moveTo>
                <a:cubicBezTo>
                  <a:pt x="7040" y="0"/>
                  <a:pt x="9071" y="2031"/>
                  <a:pt x="9071" y="4536"/>
                </a:cubicBezTo>
                <a:cubicBezTo>
                  <a:pt x="9071" y="7040"/>
                  <a:pt x="7040" y="9071"/>
                  <a:pt x="4536" y="9071"/>
                </a:cubicBezTo>
                <a:cubicBezTo>
                  <a:pt x="2031" y="9071"/>
                  <a:pt x="0" y="7040"/>
                  <a:pt x="0" y="4536"/>
                </a:cubicBezTo>
                <a:cubicBezTo>
                  <a:pt x="0" y="2031"/>
                  <a:pt x="2031" y="0"/>
                  <a:pt x="4536" y="0"/>
                </a:cubicBezTo>
                <a:close/>
              </a:path>
            </a:pathLst>
          </a:custGeom>
        </p:spPr>
      </p:pic>
      <p:sp>
        <p:nvSpPr>
          <p:cNvPr id="39" name="文本框 38"/>
          <p:cNvSpPr txBox="1"/>
          <p:nvPr/>
        </p:nvSpPr>
        <p:spPr>
          <a:xfrm>
            <a:off x="1488186" y="6712839"/>
            <a:ext cx="3788918" cy="435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40" b="1">
                <a:latin typeface="等线" panose="02010600030101010101" charset="-122"/>
                <a:ea typeface="等线" panose="02010600030101010101" charset="-122"/>
                <a:cs typeface="思源黑体 Light" panose="020B0300000000000000" charset="-122"/>
              </a:rPr>
              <a:t>전국 주요 지역에 서비스 거점 운영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191260" y="7416927"/>
            <a:ext cx="4559681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等线" panose="02010600030101010101" charset="-122"/>
                <a:ea typeface="等线" panose="02010600030101010101" charset="-122"/>
                <a:cs typeface="思源黑体 Light" panose="020B0300000000000000" charset="-122"/>
                <a:sym typeface="+mn-ea"/>
              </a:rPr>
              <a:t>광둥 선전, 광둥 둥관, 저장 닝보, 장쑤 쿤산, 쓰촨 청두, 톈진 포함</a:t>
            </a:r>
          </a:p>
        </p:txBody>
      </p:sp>
      <p:sp>
        <p:nvSpPr>
          <p:cNvPr id="41" name="矩形 40"/>
          <p:cNvSpPr/>
          <p:nvPr/>
        </p:nvSpPr>
        <p:spPr>
          <a:xfrm>
            <a:off x="6356350" y="5374005"/>
            <a:ext cx="4638802" cy="3493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1471656" y="5374005"/>
            <a:ext cx="4715256" cy="34937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649220" y="3177516"/>
            <a:ext cx="1432179" cy="1642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8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6</a:t>
            </a:r>
          </a:p>
        </p:txBody>
      </p:sp>
      <p:sp>
        <p:nvSpPr>
          <p:cNvPr id="44" name="椭圆 43"/>
          <p:cNvSpPr/>
          <p:nvPr/>
        </p:nvSpPr>
        <p:spPr>
          <a:xfrm>
            <a:off x="8084566" y="4901057"/>
            <a:ext cx="1466850" cy="146685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>
                <a:shade val="50000"/>
                <a:alpha val="4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>
              <a:solidFill>
                <a:schemeClr val="tx1"/>
              </a:solidFill>
            </a:endParaRPr>
          </a:p>
        </p:txBody>
      </p:sp>
      <p:pic>
        <p:nvPicPr>
          <p:cNvPr id="45" name="图片 44" descr="IST_20425_1200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11693" y="5041519"/>
            <a:ext cx="1185926" cy="11859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752" h="9752">
                <a:moveTo>
                  <a:pt x="4876" y="0"/>
                </a:moveTo>
                <a:cubicBezTo>
                  <a:pt x="7569" y="0"/>
                  <a:pt x="9752" y="2183"/>
                  <a:pt x="9752" y="4876"/>
                </a:cubicBezTo>
                <a:cubicBezTo>
                  <a:pt x="9752" y="7569"/>
                  <a:pt x="7569" y="9752"/>
                  <a:pt x="4876" y="9752"/>
                </a:cubicBezTo>
                <a:cubicBezTo>
                  <a:pt x="2183" y="9752"/>
                  <a:pt x="0" y="7569"/>
                  <a:pt x="0" y="4876"/>
                </a:cubicBezTo>
                <a:cubicBezTo>
                  <a:pt x="0" y="2183"/>
                  <a:pt x="2183" y="0"/>
                  <a:pt x="4876" y="0"/>
                </a:cubicBezTo>
                <a:close/>
              </a:path>
            </a:pathLst>
          </a:custGeom>
        </p:spPr>
      </p:pic>
      <p:sp>
        <p:nvSpPr>
          <p:cNvPr id="46" name="文本框 45"/>
          <p:cNvSpPr txBox="1"/>
          <p:nvPr/>
        </p:nvSpPr>
        <p:spPr>
          <a:xfrm>
            <a:off x="6370574" y="6712839"/>
            <a:ext cx="5007737" cy="435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4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표준 고객 서비스 프로세스</a:t>
            </a:r>
            <a:r>
              <a:rPr lang="en-US" altLang="zh-CN" sz="224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224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대응 메커니즘</a:t>
            </a:r>
            <a:r>
              <a:rPr lang="zh-CN" altLang="en-US" sz="224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보장</a:t>
            </a:r>
            <a:endParaRPr lang="en-US" altLang="zh-CN" sz="224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645275" y="7207215"/>
            <a:ext cx="3556000" cy="154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7*24</a:t>
            </a:r>
            <a:r>
              <a:rPr lang="en-US" altLang="zh-CN" b="1" dirty="0">
                <a:solidFill>
                  <a:srgbClr val="00B0F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H</a:t>
            </a:r>
            <a:r>
              <a:rPr lang="zh-CN" altLang="en-US" b="1" dirty="0">
                <a:solidFill>
                  <a:srgbClr val="00B0F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</a:t>
            </a:r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온라인 </a:t>
            </a:r>
            <a:endParaRPr lang="zh-CN" altLang="en-US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30분 이내 </a:t>
            </a:r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비즈니스 메신저 대응</a:t>
            </a:r>
            <a:endParaRPr lang="zh-CN" altLang="en-US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2시간 이내 </a:t>
            </a:r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대응 방안 제출</a:t>
            </a:r>
          </a:p>
        </p:txBody>
      </p:sp>
      <p:sp>
        <p:nvSpPr>
          <p:cNvPr id="48" name="矩形 47"/>
          <p:cNvSpPr/>
          <p:nvPr/>
        </p:nvSpPr>
        <p:spPr>
          <a:xfrm>
            <a:off x="6886194" y="3208505"/>
            <a:ext cx="3891153" cy="1642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8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7</a:t>
            </a:r>
            <a:r>
              <a:rPr lang="en-US" altLang="zh-CN" sz="60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*</a:t>
            </a:r>
            <a:r>
              <a:rPr lang="en-US" altLang="zh-CN" sz="1008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24</a:t>
            </a:r>
          </a:p>
        </p:txBody>
      </p:sp>
      <p:sp>
        <p:nvSpPr>
          <p:cNvPr id="49" name="椭圆 48"/>
          <p:cNvSpPr/>
          <p:nvPr/>
        </p:nvSpPr>
        <p:spPr>
          <a:xfrm>
            <a:off x="13196316" y="4907280"/>
            <a:ext cx="1466850" cy="146685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>
                <a:shade val="50000"/>
                <a:alpha val="4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>
              <a:solidFill>
                <a:schemeClr val="tx1"/>
              </a:solidFill>
            </a:endParaRPr>
          </a:p>
        </p:txBody>
      </p:sp>
      <p:pic>
        <p:nvPicPr>
          <p:cNvPr id="50" name="图片 49" descr="IST_20425_11200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376783" y="5121529"/>
            <a:ext cx="1185926" cy="11859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142" h="9142">
                <a:moveTo>
                  <a:pt x="4571" y="0"/>
                </a:moveTo>
                <a:cubicBezTo>
                  <a:pt x="7095" y="0"/>
                  <a:pt x="9142" y="2047"/>
                  <a:pt x="9142" y="4571"/>
                </a:cubicBezTo>
                <a:cubicBezTo>
                  <a:pt x="9142" y="7095"/>
                  <a:pt x="7095" y="9142"/>
                  <a:pt x="4571" y="9142"/>
                </a:cubicBezTo>
                <a:cubicBezTo>
                  <a:pt x="2047" y="9142"/>
                  <a:pt x="0" y="7095"/>
                  <a:pt x="0" y="4571"/>
                </a:cubicBezTo>
                <a:cubicBezTo>
                  <a:pt x="0" y="2047"/>
                  <a:pt x="2047" y="0"/>
                  <a:pt x="4571" y="0"/>
                </a:cubicBezTo>
                <a:close/>
              </a:path>
            </a:pathLst>
          </a:custGeom>
        </p:spPr>
      </p:pic>
      <p:sp>
        <p:nvSpPr>
          <p:cNvPr id="51" name="矩形 50"/>
          <p:cNvSpPr/>
          <p:nvPr/>
        </p:nvSpPr>
        <p:spPr>
          <a:xfrm>
            <a:off x="11983720" y="3220951"/>
            <a:ext cx="3891153" cy="1642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8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6+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12583795" y="6712839"/>
            <a:ext cx="2490978" cy="435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240" b="1">
                <a:latin typeface="等线" panose="02010600030101010101" charset="-122"/>
                <a:ea typeface="等线" panose="02010600030101010101" charset="-122"/>
                <a:cs typeface="思源黑体 Bold" panose="020B0800000000000000" charset="-122"/>
                <a:sym typeface="+mn-ea"/>
              </a:rPr>
              <a:t>전문적인 서비스 역량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1725021" y="7416927"/>
            <a:ext cx="4395216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서비스 인력 경력</a:t>
            </a:r>
            <a:endParaRPr lang="en-US" altLang="zh-CN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해당 전공 또는 직무 경력</a:t>
            </a:r>
            <a:r>
              <a:rPr lang="en-US" altLang="zh-CN" b="1" dirty="0">
                <a:solidFill>
                  <a:srgbClr val="00B0F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6</a:t>
            </a:r>
            <a:r>
              <a:rPr lang="zh-CN" altLang="en-US" b="1" dirty="0">
                <a:solidFill>
                  <a:srgbClr val="00B0F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년 이상</a:t>
            </a:r>
            <a:endParaRPr lang="zh-CN" altLang="en-US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42" name="textbox 1442"/>
          <p:cNvSpPr/>
          <p:nvPr/>
        </p:nvSpPr>
        <p:spPr>
          <a:xfrm>
            <a:off x="1623060" y="403860"/>
            <a:ext cx="2021840" cy="551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lang="zh-CN" sz="2200" b="1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사후 서비스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84000"/>
              </a:lnSpc>
              <a:spcBef>
                <a:spcPts val="110"/>
              </a:spcBef>
            </a:pPr>
            <a:r>
              <a:rPr lang="en-US" altLang="zh-CN"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after-sale service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44" name="path 1444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46" name="textbox 1446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48" name="path 1448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10942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textbox 1702"/>
          <p:cNvSpPr/>
          <p:nvPr/>
        </p:nvSpPr>
        <p:spPr>
          <a:xfrm>
            <a:off x="5878054" y="3010353"/>
            <a:ext cx="5447665" cy="3370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75" algn="l" rtl="0" eaLnBrk="0">
              <a:lnSpc>
                <a:spcPct val="97000"/>
              </a:lnSpc>
              <a:spcBef>
                <a:spcPts val="0"/>
              </a:spcBef>
            </a:pPr>
            <a:r>
              <a:rPr sz="5000" kern="0" spc="-4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경청해 주셔서 감사합니다</a:t>
            </a:r>
            <a:endParaRPr sz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4265"/>
              </a:lnSpc>
              <a:spcBef>
                <a:spcPts val="1895"/>
              </a:spcBef>
            </a:pPr>
            <a:r>
              <a:rPr sz="11500" kern="0" spc="-730" dirty="0">
                <a:solidFill>
                  <a:srgbClr val="0E3E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</a:t>
            </a:r>
            <a:r>
              <a:rPr sz="11500" kern="0" spc="-720" dirty="0">
                <a:solidFill>
                  <a:srgbClr val="0E3E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ANK</a:t>
            </a:r>
            <a:r>
              <a:rPr sz="11500" kern="0" spc="-580" dirty="0">
                <a:solidFill>
                  <a:srgbClr val="0E3E8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endParaRPr sz="1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07720" algn="l" rtl="0" eaLnBrk="0">
              <a:lnSpc>
                <a:spcPct val="83000"/>
              </a:lnSpc>
              <a:spcBef>
                <a:spcPts val="5"/>
              </a:spcBef>
            </a:pPr>
            <a:r>
              <a:rPr sz="2700" kern="0" spc="30" dirty="0">
                <a:solidFill>
                  <a:srgbClr val="007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Thank you for listening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704" name="picture 17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778485" y="4032885"/>
            <a:ext cx="1282319" cy="1397761"/>
          </a:xfrm>
          <a:prstGeom prst="rect">
            <a:avLst/>
          </a:prstGeom>
        </p:spPr>
      </p:pic>
      <p:sp>
        <p:nvSpPr>
          <p:cNvPr id="1706" name="path 1706"/>
          <p:cNvSpPr/>
          <p:nvPr/>
        </p:nvSpPr>
        <p:spPr>
          <a:xfrm>
            <a:off x="2488056" y="5233797"/>
            <a:ext cx="1070610" cy="1070863"/>
          </a:xfrm>
          <a:custGeom>
            <a:avLst/>
            <a:gdLst/>
            <a:ahLst/>
            <a:cxnLst/>
            <a:rect l="0" t="0" r="0" b="0"/>
            <a:pathLst>
              <a:path w="1686" h="1686">
                <a:moveTo>
                  <a:pt x="0" y="843"/>
                </a:moveTo>
                <a:cubicBezTo>
                  <a:pt x="0" y="377"/>
                  <a:pt x="377" y="0"/>
                  <a:pt x="843" y="0"/>
                </a:cubicBezTo>
                <a:cubicBezTo>
                  <a:pt x="1308" y="0"/>
                  <a:pt x="1686" y="377"/>
                  <a:pt x="1686" y="843"/>
                </a:cubicBezTo>
                <a:cubicBezTo>
                  <a:pt x="1686" y="1308"/>
                  <a:pt x="1308" y="1686"/>
                  <a:pt x="843" y="1686"/>
                </a:cubicBezTo>
                <a:cubicBezTo>
                  <a:pt x="377" y="1686"/>
                  <a:pt x="0" y="1308"/>
                  <a:pt x="0" y="843"/>
                </a:cubicBezTo>
              </a:path>
              <a:path w="1686" h="1686">
                <a:moveTo>
                  <a:pt x="0" y="843"/>
                </a:moveTo>
                <a:cubicBezTo>
                  <a:pt x="0" y="377"/>
                  <a:pt x="377" y="0"/>
                  <a:pt x="843" y="0"/>
                </a:cubicBezTo>
                <a:cubicBezTo>
                  <a:pt x="1308" y="0"/>
                  <a:pt x="1686" y="377"/>
                  <a:pt x="1686" y="843"/>
                </a:cubicBezTo>
                <a:cubicBezTo>
                  <a:pt x="1686" y="1308"/>
                  <a:pt x="1308" y="1686"/>
                  <a:pt x="843" y="1686"/>
                </a:cubicBezTo>
                <a:cubicBezTo>
                  <a:pt x="377" y="1686"/>
                  <a:pt x="0" y="1308"/>
                  <a:pt x="0" y="843"/>
                </a:cubicBezTo>
              </a:path>
            </a:pathLst>
          </a:custGeom>
          <a:solidFill>
            <a:srgbClr val="0F6FC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08" name="picture 1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54450" y="4492244"/>
            <a:ext cx="775208" cy="775334"/>
          </a:xfrm>
          <a:prstGeom prst="rect">
            <a:avLst/>
          </a:prstGeom>
        </p:spPr>
      </p:pic>
      <p:sp>
        <p:nvSpPr>
          <p:cNvPr id="1710" name="path 1710"/>
          <p:cNvSpPr/>
          <p:nvPr/>
        </p:nvSpPr>
        <p:spPr>
          <a:xfrm>
            <a:off x="3045841" y="4009390"/>
            <a:ext cx="512826" cy="512952"/>
          </a:xfrm>
          <a:custGeom>
            <a:avLst/>
            <a:gdLst/>
            <a:ahLst/>
            <a:cxnLst/>
            <a:rect l="0" t="0" r="0" b="0"/>
            <a:pathLst>
              <a:path w="807" h="807">
                <a:moveTo>
                  <a:pt x="0" y="403"/>
                </a:moveTo>
                <a:cubicBezTo>
                  <a:pt x="0" y="180"/>
                  <a:pt x="180" y="0"/>
                  <a:pt x="403" y="0"/>
                </a:cubicBezTo>
                <a:cubicBezTo>
                  <a:pt x="626" y="0"/>
                  <a:pt x="807" y="180"/>
                  <a:pt x="807" y="403"/>
                </a:cubicBezTo>
                <a:cubicBezTo>
                  <a:pt x="807" y="627"/>
                  <a:pt x="626" y="807"/>
                  <a:pt x="403" y="807"/>
                </a:cubicBezTo>
                <a:cubicBezTo>
                  <a:pt x="180" y="807"/>
                  <a:pt x="0" y="627"/>
                  <a:pt x="0" y="403"/>
                </a:cubicBezTo>
              </a:path>
              <a:path w="807" h="807">
                <a:moveTo>
                  <a:pt x="0" y="403"/>
                </a:moveTo>
                <a:cubicBezTo>
                  <a:pt x="0" y="180"/>
                  <a:pt x="180" y="0"/>
                  <a:pt x="403" y="0"/>
                </a:cubicBezTo>
                <a:cubicBezTo>
                  <a:pt x="626" y="0"/>
                  <a:pt x="807" y="180"/>
                  <a:pt x="807" y="403"/>
                </a:cubicBezTo>
                <a:cubicBezTo>
                  <a:pt x="807" y="627"/>
                  <a:pt x="626" y="807"/>
                  <a:pt x="403" y="807"/>
                </a:cubicBezTo>
                <a:cubicBezTo>
                  <a:pt x="180" y="807"/>
                  <a:pt x="0" y="627"/>
                  <a:pt x="0" y="403"/>
                </a:cubicBezTo>
              </a:path>
            </a:pathLst>
          </a:custGeom>
          <a:solidFill>
            <a:srgbClr val="7CCA6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12" name="path 1712"/>
          <p:cNvSpPr/>
          <p:nvPr/>
        </p:nvSpPr>
        <p:spPr>
          <a:xfrm>
            <a:off x="13694027" y="5619622"/>
            <a:ext cx="437261" cy="437261"/>
          </a:xfrm>
          <a:custGeom>
            <a:avLst/>
            <a:gdLst/>
            <a:ahLst/>
            <a:cxnLst/>
            <a:rect l="0" t="0" r="0" b="0"/>
            <a:pathLst>
              <a:path w="688" h="688">
                <a:moveTo>
                  <a:pt x="0" y="344"/>
                </a:moveTo>
                <a:cubicBezTo>
                  <a:pt x="0" y="154"/>
                  <a:pt x="154" y="0"/>
                  <a:pt x="344" y="0"/>
                </a:cubicBezTo>
                <a:cubicBezTo>
                  <a:pt x="534" y="0"/>
                  <a:pt x="688" y="154"/>
                  <a:pt x="688" y="344"/>
                </a:cubicBezTo>
                <a:cubicBezTo>
                  <a:pt x="688" y="534"/>
                  <a:pt x="534" y="688"/>
                  <a:pt x="344" y="688"/>
                </a:cubicBezTo>
                <a:cubicBezTo>
                  <a:pt x="154" y="688"/>
                  <a:pt x="0" y="534"/>
                  <a:pt x="0" y="344"/>
                </a:cubicBezTo>
                <a:moveTo>
                  <a:pt x="33" y="344"/>
                </a:moveTo>
                <a:cubicBezTo>
                  <a:pt x="33" y="515"/>
                  <a:pt x="172" y="655"/>
                  <a:pt x="344" y="655"/>
                </a:cubicBezTo>
                <a:cubicBezTo>
                  <a:pt x="515" y="655"/>
                  <a:pt x="655" y="515"/>
                  <a:pt x="655" y="344"/>
                </a:cubicBezTo>
                <a:cubicBezTo>
                  <a:pt x="655" y="172"/>
                  <a:pt x="515" y="33"/>
                  <a:pt x="344" y="33"/>
                </a:cubicBezTo>
                <a:cubicBezTo>
                  <a:pt x="172" y="33"/>
                  <a:pt x="33" y="172"/>
                  <a:pt x="33" y="344"/>
                </a:cubicBezTo>
              </a:path>
              <a:path w="688" h="688">
                <a:moveTo>
                  <a:pt x="15" y="344"/>
                </a:moveTo>
                <a:cubicBezTo>
                  <a:pt x="15" y="162"/>
                  <a:pt x="162" y="15"/>
                  <a:pt x="344" y="15"/>
                </a:cubicBezTo>
                <a:cubicBezTo>
                  <a:pt x="526" y="15"/>
                  <a:pt x="673" y="162"/>
                  <a:pt x="673" y="344"/>
                </a:cubicBezTo>
                <a:cubicBezTo>
                  <a:pt x="673" y="526"/>
                  <a:pt x="526" y="673"/>
                  <a:pt x="344" y="673"/>
                </a:cubicBezTo>
                <a:cubicBezTo>
                  <a:pt x="162" y="673"/>
                  <a:pt x="15" y="526"/>
                  <a:pt x="15" y="344"/>
                </a:cubicBezTo>
              </a:path>
              <a:path w="688" h="688">
                <a:moveTo>
                  <a:pt x="0" y="344"/>
                </a:moveTo>
                <a:cubicBezTo>
                  <a:pt x="0" y="154"/>
                  <a:pt x="154" y="0"/>
                  <a:pt x="344" y="0"/>
                </a:cubicBezTo>
                <a:cubicBezTo>
                  <a:pt x="534" y="0"/>
                  <a:pt x="688" y="154"/>
                  <a:pt x="688" y="344"/>
                </a:cubicBezTo>
                <a:cubicBezTo>
                  <a:pt x="688" y="534"/>
                  <a:pt x="534" y="688"/>
                  <a:pt x="344" y="688"/>
                </a:cubicBezTo>
                <a:cubicBezTo>
                  <a:pt x="154" y="688"/>
                  <a:pt x="0" y="534"/>
                  <a:pt x="0" y="344"/>
                </a:cubicBezTo>
                <a:moveTo>
                  <a:pt x="33" y="344"/>
                </a:moveTo>
                <a:cubicBezTo>
                  <a:pt x="33" y="515"/>
                  <a:pt x="172" y="655"/>
                  <a:pt x="344" y="655"/>
                </a:cubicBezTo>
                <a:cubicBezTo>
                  <a:pt x="515" y="655"/>
                  <a:pt x="655" y="515"/>
                  <a:pt x="655" y="344"/>
                </a:cubicBezTo>
                <a:cubicBezTo>
                  <a:pt x="655" y="172"/>
                  <a:pt x="515" y="33"/>
                  <a:pt x="344" y="33"/>
                </a:cubicBezTo>
                <a:cubicBezTo>
                  <a:pt x="172" y="33"/>
                  <a:pt x="33" y="172"/>
                  <a:pt x="33" y="344"/>
                </a:cubicBezTo>
              </a:path>
              <a:path w="688" h="688">
                <a:moveTo>
                  <a:pt x="15" y="344"/>
                </a:moveTo>
                <a:cubicBezTo>
                  <a:pt x="15" y="162"/>
                  <a:pt x="162" y="15"/>
                  <a:pt x="344" y="15"/>
                </a:cubicBezTo>
                <a:cubicBezTo>
                  <a:pt x="526" y="15"/>
                  <a:pt x="673" y="162"/>
                  <a:pt x="673" y="344"/>
                </a:cubicBezTo>
                <a:cubicBezTo>
                  <a:pt x="673" y="526"/>
                  <a:pt x="526" y="673"/>
                  <a:pt x="344" y="673"/>
                </a:cubicBezTo>
                <a:cubicBezTo>
                  <a:pt x="162" y="673"/>
                  <a:pt x="15" y="526"/>
                  <a:pt x="15" y="344"/>
                </a:cubicBezTo>
              </a:path>
            </a:pathLst>
          </a:custGeom>
          <a:solidFill>
            <a:srgbClr val="7CCA6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645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E4MDdkM2FiOWY2YTU5NzM0N2ZiNjY2NjNjN2VlZWMifQ=="/>
  <p:tag name="RESOURCE_RECORD_KEY" val="{&quot;13&quot;:[4685212,19951220,4695728,4722044],&quot;70&quot;:[3322077,331359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17203636"/>
  <p:tag name="MH_LIBRARY" val="GRAPHIC"/>
  <p:tag name="MH_TYPE" val="Other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21*437"/>
  <p:tag name="TABLE_ENDDRAG_RECT" val="35*272*521*43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bg1"/>
        </a:solidFill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 eaLnBrk="1" hangingPunct="1">
          <a:defRPr dirty="0" smtClean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CB4C5D-AE07-43B1-B82C-73AC5C6B2900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e090f079-9fc8-4c98-874e-121a6f8bd01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1329</TotalTime>
  <Words>2416</Words>
  <Application>Microsoft Office PowerPoint</Application>
  <PresentationFormat>사용자 지정</PresentationFormat>
  <Paragraphs>634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4" baseType="lpstr">
      <vt:lpstr>等线</vt:lpstr>
      <vt:lpstr>微软雅黑</vt:lpstr>
      <vt:lpstr>등선</vt:lpstr>
      <vt:lpstr>맑은 고딕</vt:lpstr>
      <vt:lpstr>思源黑体 CN Bold</vt:lpstr>
      <vt:lpstr>思源黑体 CN Heavy</vt:lpstr>
      <vt:lpstr>思源黑体 CN Light</vt:lpstr>
      <vt:lpstr>思源黑体 CN Regular</vt:lpstr>
      <vt:lpstr>Arial</vt:lpstr>
      <vt:lpstr>Calibri</vt:lpstr>
      <vt:lpstr>Calibri Light</vt:lpstr>
      <vt:lpstr>Impact</vt:lpstr>
      <vt:lpstr>Times New Roman</vt:lpstr>
      <vt:lpstr>Wingdings</vt:lpstr>
      <vt:lpstr>Office 主题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yong.xiong</dc:creator>
  <cp:lastModifiedBy>임재홍</cp:lastModifiedBy>
  <cp:revision>1630</cp:revision>
  <dcterms:created xsi:type="dcterms:W3CDTF">2020-11-07T13:40:00Z</dcterms:created>
  <dcterms:modified xsi:type="dcterms:W3CDTF">2026-05-05T08:15:06Z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A9AA212B73824F769EEE0BDD4624522C_13</vt:lpwstr>
  </property>
  <property fmtid="{D5CDD505-2E9C-101B-9397-08002B2CF9AE}" pid="3" name="KSOProductBuildVer">
    <vt:lpwstr>2052-12.1.0.22529</vt:lpwstr>
  </property>
</Properties>
</file>