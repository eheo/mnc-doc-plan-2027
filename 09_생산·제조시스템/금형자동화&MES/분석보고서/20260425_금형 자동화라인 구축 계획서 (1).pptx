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53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379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558" y="7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830BF-0230-48B3-A839-E4DDB8422320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D432F-DDD5-49B3-8311-49443AEAC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99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74055" y="4685949"/>
            <a:ext cx="5387658" cy="4440314"/>
          </a:xfrm>
          <a:prstGeom prst="rect">
            <a:avLst/>
          </a:prstGeom>
        </p:spPr>
        <p:txBody>
          <a:bodyPr spcFirstLastPara="1" wrap="square" lIns="90739" tIns="45357" rIns="90739" bIns="45357" anchor="t" anchorCtr="0">
            <a:noAutofit/>
          </a:bodyPr>
          <a:lstStyle/>
          <a:p>
            <a:pPr marL="0" indent="0">
              <a:spcBef>
                <a:spcPts val="357"/>
              </a:spcBef>
            </a:pPr>
            <a:endParaRPr/>
          </a:p>
        </p:txBody>
      </p:sp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4267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D432F-DDD5-49B3-8311-49443AEAC9D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055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D432F-DDD5-49B3-8311-49443AEAC9D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039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D432F-DDD5-49B3-8311-49443AEAC9D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603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D432F-DDD5-49B3-8311-49443AEAC9D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610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 txBox="1">
            <a:spLocks noGrp="1"/>
          </p:cNvSpPr>
          <p:nvPr>
            <p:ph type="body" idx="1"/>
          </p:nvPr>
        </p:nvSpPr>
        <p:spPr>
          <a:xfrm>
            <a:off x="674055" y="4685949"/>
            <a:ext cx="5387658" cy="4440314"/>
          </a:xfrm>
          <a:prstGeom prst="rect">
            <a:avLst/>
          </a:prstGeom>
        </p:spPr>
        <p:txBody>
          <a:bodyPr spcFirstLastPara="1" wrap="square" lIns="90739" tIns="45357" rIns="90739" bIns="45357" anchor="t" anchorCtr="0">
            <a:noAutofit/>
          </a:bodyPr>
          <a:lstStyle/>
          <a:p>
            <a:pPr marL="0" indent="0">
              <a:spcBef>
                <a:spcPts val="357"/>
              </a:spcBef>
            </a:pPr>
            <a:endParaRPr/>
          </a:p>
        </p:txBody>
      </p:sp>
      <p:sp>
        <p:nvSpPr>
          <p:cNvPr id="295" name="Google Shape;29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4968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802379" cy="9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cxnSp>
        <p:nvCxnSpPr>
          <p:cNvPr id="16" name="Google Shape;16;p2"/>
          <p:cNvCxnSpPr/>
          <p:nvPr/>
        </p:nvCxnSpPr>
        <p:spPr>
          <a:xfrm rot="10800000" flipH="1">
            <a:off x="682545" y="4284134"/>
            <a:ext cx="15573456" cy="2117"/>
          </a:xfrm>
          <a:prstGeom prst="straightConnector1">
            <a:avLst/>
          </a:prstGeom>
          <a:noFill/>
          <a:ln w="2857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" name="Google Shape;17;p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02216" y="5532967"/>
            <a:ext cx="4725703" cy="179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568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/>
        </p:nvSpPr>
        <p:spPr>
          <a:xfrm>
            <a:off x="7498272" y="7938263"/>
            <a:ext cx="1680633" cy="45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US" sz="2133" b="1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2026.04.25</a:t>
            </a:r>
          </a:p>
        </p:txBody>
      </p:sp>
      <p:sp>
        <p:nvSpPr>
          <p:cNvPr id="58" name="Google Shape;58;p9"/>
          <p:cNvSpPr txBox="1"/>
          <p:nvPr/>
        </p:nvSpPr>
        <p:spPr>
          <a:xfrm>
            <a:off x="2984501" y="1787691"/>
            <a:ext cx="10858500" cy="1108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267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초정밀 금형 자동화 라인 구축 계획</a:t>
            </a:r>
            <a:endParaRPr sz="4267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01922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b="4622"/>
          <a:stretch>
            <a:fillRect/>
          </a:stretch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8C8467-B7F9-0D4E-0240-0BEAA279F5D1}"/>
              </a:ext>
            </a:extLst>
          </p:cNvPr>
          <p:cNvSpPr txBox="1"/>
          <p:nvPr/>
        </p:nvSpPr>
        <p:spPr>
          <a:xfrm rot="20118398">
            <a:off x="3829079" y="430720"/>
            <a:ext cx="4047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단가를 절감 수준 </a:t>
            </a:r>
            <a:endParaRPr lang="en-US" altLang="ko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3BA11-0DAE-F9BB-9BF1-FE5FC099A845}"/>
              </a:ext>
            </a:extLst>
          </p:cNvPr>
          <p:cNvSpPr txBox="1"/>
          <p:nvPr/>
        </p:nvSpPr>
        <p:spPr>
          <a:xfrm rot="20118398">
            <a:off x="10757798" y="1205844"/>
            <a:ext cx="4047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현재 우주항공 분야까지 대응할 수 있는 최고 수준의 완전</a:t>
            </a:r>
            <a:r>
              <a:rPr lang="en-US" altLang="ko-KR" dirty="0"/>
              <a:t> </a:t>
            </a:r>
            <a:r>
              <a:rPr lang="ko-KR" altLang="en-US" dirty="0"/>
              <a:t>화 </a:t>
            </a:r>
            <a:r>
              <a:rPr lang="ko-KR" altLang="ko-KR" dirty="0"/>
              <a:t> </a:t>
            </a:r>
            <a:endParaRPr lang="en-US" altLang="ko-KR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6A8BBD-9E66-F484-DE95-0D1204ECBB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664"/>
          <a:stretch>
            <a:fillRect/>
          </a:stretch>
        </p:blipFill>
        <p:spPr>
          <a:xfrm>
            <a:off x="0" y="38100"/>
            <a:ext cx="16256000" cy="819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3CF6B33F-5BE7-652D-B6C3-1757DE7D8209}"/>
              </a:ext>
            </a:extLst>
          </p:cNvPr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83E05CC-25F3-B158-BC23-6960BB46A24F}"/>
                </a:ext>
              </a:extLst>
            </p:cNvPr>
            <p:cNvSpPr txBox="1"/>
            <p:nvPr/>
          </p:nvSpPr>
          <p:spPr>
            <a:xfrm>
              <a:off x="14732000" y="8736568"/>
              <a:ext cx="15240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b="10505"/>
          <a:stretch>
            <a:fillRect/>
          </a:stretch>
        </p:blipFill>
        <p:spPr>
          <a:xfrm>
            <a:off x="0" y="38100"/>
            <a:ext cx="16256000" cy="811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5462"/>
          <a:stretch>
            <a:fillRect/>
          </a:stretch>
        </p:blipFill>
        <p:spPr>
          <a:xfrm>
            <a:off x="0" y="571500"/>
            <a:ext cx="1625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5462"/>
          <a:stretch>
            <a:fillRect/>
          </a:stretch>
        </p:blipFill>
        <p:spPr>
          <a:xfrm>
            <a:off x="0" y="38100"/>
            <a:ext cx="1625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5546"/>
          <a:stretch>
            <a:fillRect/>
          </a:stretch>
        </p:blipFill>
        <p:spPr>
          <a:xfrm>
            <a:off x="0" y="742950"/>
            <a:ext cx="16256000" cy="7658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0FD6CCCE-6C39-E979-2BF3-CD90BE058746}"/>
              </a:ext>
            </a:extLst>
          </p:cNvPr>
          <p:cNvGrpSpPr/>
          <p:nvPr/>
        </p:nvGrpSpPr>
        <p:grpSpPr>
          <a:xfrm>
            <a:off x="-4673600" y="-609600"/>
            <a:ext cx="20269200" cy="8839200"/>
            <a:chOff x="0" y="838200"/>
            <a:chExt cx="16256000" cy="72009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rcRect b="20588"/>
            <a:stretch>
              <a:fillRect/>
            </a:stretch>
          </p:blipFill>
          <p:spPr>
            <a:xfrm>
              <a:off x="0" y="838200"/>
              <a:ext cx="16256000" cy="7200900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AB51A4A5-64F5-818E-37E6-0447618A9BC0}"/>
                </a:ext>
              </a:extLst>
            </p:cNvPr>
            <p:cNvGrpSpPr/>
            <p:nvPr/>
          </p:nvGrpSpPr>
          <p:grpSpPr>
            <a:xfrm>
              <a:off x="8518525" y="3438525"/>
              <a:ext cx="6934200" cy="3689454"/>
              <a:chOff x="8518525" y="3438525"/>
              <a:chExt cx="6934200" cy="3689454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3F444D30-5F37-E85A-1156-25231DB46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18525" y="3438525"/>
                <a:ext cx="6934200" cy="3311857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ED5463E4-1FEC-8A2D-3164-2F7526E880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9732"/>
              <a:stretch>
                <a:fillRect/>
              </a:stretch>
            </p:blipFill>
            <p:spPr>
              <a:xfrm>
                <a:off x="8518525" y="6787922"/>
                <a:ext cx="6934200" cy="340057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2E3FBBFC-E0B4-9487-B266-2FCDCC2A9F51}"/>
              </a:ext>
            </a:extLst>
          </p:cNvPr>
          <p:cNvGrpSpPr/>
          <p:nvPr/>
        </p:nvGrpSpPr>
        <p:grpSpPr>
          <a:xfrm>
            <a:off x="0" y="38100"/>
            <a:ext cx="16256000" cy="8746242"/>
            <a:chOff x="0" y="38100"/>
            <a:chExt cx="16256000" cy="8746242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9F7BF129-ED9C-6906-0EDD-4406D517A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546"/>
            <a:stretch>
              <a:fillRect/>
            </a:stretch>
          </p:blipFill>
          <p:spPr>
            <a:xfrm>
              <a:off x="0" y="38100"/>
              <a:ext cx="16256000" cy="8746242"/>
            </a:xfrm>
            <a:prstGeom prst="rect">
              <a:avLst/>
            </a:prstGeom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7439595-8A6A-23C9-7E16-F57A19E6C2A6}"/>
                </a:ext>
              </a:extLst>
            </p:cNvPr>
            <p:cNvGrpSpPr/>
            <p:nvPr/>
          </p:nvGrpSpPr>
          <p:grpSpPr>
            <a:xfrm>
              <a:off x="4165600" y="2438400"/>
              <a:ext cx="7924800" cy="6345942"/>
              <a:chOff x="4165600" y="2438400"/>
              <a:chExt cx="7924800" cy="6345942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5C50FFFF-6EF0-366C-4467-B27B4D5B0B2C}"/>
                  </a:ext>
                </a:extLst>
              </p:cNvPr>
              <p:cNvGrpSpPr/>
              <p:nvPr/>
            </p:nvGrpSpPr>
            <p:grpSpPr>
              <a:xfrm>
                <a:off x="4165600" y="7602070"/>
                <a:ext cx="7924800" cy="1182272"/>
                <a:chOff x="4165600" y="7602070"/>
                <a:chExt cx="7924800" cy="1182272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E799A33-C3DB-A18C-E0AA-D08C6D93692C}"/>
                    </a:ext>
                  </a:extLst>
                </p:cNvPr>
                <p:cNvSpPr txBox="1"/>
                <p:nvPr/>
              </p:nvSpPr>
              <p:spPr>
                <a:xfrm>
                  <a:off x="4165600" y="7602070"/>
                  <a:ext cx="7772400" cy="63094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ko-KR" altLang="en-US" sz="3500" dirty="0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17902E2-499A-96A0-F90D-BBAAC1807B3C}"/>
                    </a:ext>
                  </a:extLst>
                </p:cNvPr>
                <p:cNvSpPr txBox="1"/>
                <p:nvPr/>
              </p:nvSpPr>
              <p:spPr>
                <a:xfrm>
                  <a:off x="4165600" y="8153400"/>
                  <a:ext cx="7924800" cy="63094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ko-KR" altLang="en-US" sz="3500" dirty="0"/>
                </a:p>
              </p:txBody>
            </p:sp>
          </p:grpSp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1F297C9E-0D05-8178-CC58-0050C1B0A6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3400" y="2438400"/>
                <a:ext cx="4631279" cy="2514600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42A70E2D-6D31-0437-0F49-904897FBEE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47000" y="4867458"/>
                <a:ext cx="3335879" cy="1914342"/>
              </a:xfrm>
              <a:prstGeom prst="rect">
                <a:avLst/>
              </a:prstGeom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A25537AC-4F20-64CE-4048-7176BEAE7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80000" y="3695701"/>
                <a:ext cx="4526098" cy="24003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/>
          <p:nvPr/>
        </p:nvSpPr>
        <p:spPr>
          <a:xfrm>
            <a:off x="5694483" y="1901272"/>
            <a:ext cx="4862869" cy="123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ko-KR" altLang="en-US" sz="7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</a:t>
            </a:r>
            <a:r>
              <a:rPr lang="en-US" sz="7200" b="1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니다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56994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26</Words>
  <Application>Microsoft Office PowerPoint</Application>
  <PresentationFormat>사용자 지정</PresentationFormat>
  <Paragraphs>9</Paragraphs>
  <Slides>13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Gulim</vt:lpstr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pbds</cp:lastModifiedBy>
  <cp:revision>4</cp:revision>
  <dcterms:created xsi:type="dcterms:W3CDTF">2006-08-16T00:00:00Z</dcterms:created>
  <dcterms:modified xsi:type="dcterms:W3CDTF">2026-04-26T07:07:40Z</dcterms:modified>
</cp:coreProperties>
</file>